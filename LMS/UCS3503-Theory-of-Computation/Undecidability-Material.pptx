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34"/>
  </p:notesMasterIdLst>
  <p:sldIdLst>
    <p:sldId id="256" r:id="rId2"/>
    <p:sldId id="260" r:id="rId3"/>
    <p:sldId id="261" r:id="rId4"/>
    <p:sldId id="262" r:id="rId5"/>
    <p:sldId id="381" r:id="rId6"/>
    <p:sldId id="382" r:id="rId7"/>
    <p:sldId id="383" r:id="rId8"/>
    <p:sldId id="424" r:id="rId9"/>
    <p:sldId id="385" r:id="rId10"/>
    <p:sldId id="388" r:id="rId11"/>
    <p:sldId id="389" r:id="rId12"/>
    <p:sldId id="390" r:id="rId13"/>
    <p:sldId id="391" r:id="rId14"/>
    <p:sldId id="392" r:id="rId15"/>
    <p:sldId id="393" r:id="rId16"/>
    <p:sldId id="425" r:id="rId17"/>
    <p:sldId id="394" r:id="rId18"/>
    <p:sldId id="395" r:id="rId19"/>
    <p:sldId id="396" r:id="rId20"/>
    <p:sldId id="397" r:id="rId21"/>
    <p:sldId id="398" r:id="rId22"/>
    <p:sldId id="426" r:id="rId23"/>
    <p:sldId id="427" r:id="rId24"/>
    <p:sldId id="428" r:id="rId25"/>
    <p:sldId id="429" r:id="rId26"/>
    <p:sldId id="430" r:id="rId27"/>
    <p:sldId id="431" r:id="rId28"/>
    <p:sldId id="432" r:id="rId29"/>
    <p:sldId id="433" r:id="rId30"/>
    <p:sldId id="434" r:id="rId31"/>
    <p:sldId id="435" r:id="rId32"/>
    <p:sldId id="436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472" y="44"/>
      </p:cViewPr>
      <p:guideLst>
        <p:guide orient="horz" pos="212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17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CC087-3CFB-4292-B39B-2C7C3871F070}" type="datetimeFigureOut">
              <a:rPr lang="en-IN" smtClean="0"/>
              <a:t>22-06-2026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F1DCEE-A665-4B38-A0CD-88200CA0D81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7829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876C1-36FA-D0D9-4E81-4E8D40044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9C9C27-98F9-62EF-D9EC-847B1C5C75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5BED2-C75A-5F38-6708-E2BD2FA23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7C06-38D9-4F75-9208-B2987A3C9070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C4CCD-FC98-C9E7-89BB-C71E41D9D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72248-D29E-DA31-E557-5B2927B66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8382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005C3-8EC3-77A7-DF4D-D8E6ACFB9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37BBE-779D-0218-8745-049FD34BE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957EC-0D1E-7A89-3D24-C940F17B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752C-DA30-4E88-89A3-1BC4A9424115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658B1-818A-43AD-C7FD-D86C3140B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84A7F-641F-A71E-2E22-F9979725C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9166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4023B-E395-6D1F-A62F-B98CC0D28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74AB9-693F-B438-9C17-BA076827E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035BC-8E65-BF60-D63E-C5569BD87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4C4B-885A-458B-B688-361BB5DCEE2E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9D393-A8A2-7241-F227-22A4620CD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8018F-12CC-0F02-696D-82706D2C6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5543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A3D7C-2846-1E89-5FB3-C3957DF7C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82C1A-C885-83E8-232B-3DB8F8D7CA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D2A21C-77D2-E791-C0DD-3E047A54E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CE2F7-B9E9-12C6-59D8-80D0E8407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D13F5-0CB9-4B06-A871-EFAD2F01D288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426ACE-C8C2-52D5-CB82-2484F46D1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A15B00-819F-C904-65CA-4BD53122D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1490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44495-85D4-7860-C74F-4D90420DF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323C5-9C6A-6C76-9EE2-EAF002BB8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866B14-96E5-36D8-C6DA-48A530D5D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1590C7-ECAF-6B87-BA44-E8393A13E5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92730E-7988-E2C5-3BF5-30C1798BD7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24F11A-B287-C2C5-C7C8-89FB50EC1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B3666-9478-42CD-B2D5-848925466127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1755B6-F140-89EC-1834-0365074EC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F8CC47-75E7-1C35-B6AD-4BDB9C025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1915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30522-B9CE-B9CB-DA5F-2A2182AE8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FBBC24-FE60-1542-C8BC-62CCAEDA8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72AE-3102-4E05-A16E-35DED36A8E30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394AED-6EA7-5626-2728-54012240E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65775-2AB9-B40B-D7CC-804A9A857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1917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7F0887-ABDB-1312-CF98-8AA191822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3DCD-E40D-4508-B82E-E448100CC6FB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D8FAC6-C948-B7A1-B799-2186D8E78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41ADE-C765-1FE4-1A72-193317973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3285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01D33-5F1C-96F0-6A5C-216CB67AA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5CB7E-108C-C1EF-4F70-29FA16E6D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78C01-5930-095E-191A-E1A2BD8F3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900FC9-C65E-DDCE-0CFB-86EDE32C5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0E229-97E1-4CB0-B8D5-A3FFB3F431F3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1F6FB-4DDD-4A23-233D-475B78B9D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7390DB-B4AB-FF79-AF07-B3E65EE60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2561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47D0B-078A-DA76-92D0-08EB3D749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5CAC75-68CE-E847-3CAB-513B6A8648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DFD2CE-CA31-82F9-2AC4-B2A781706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3E82E8-ABF7-C7E5-0F53-A73902C46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5B7C-28E8-46DC-94A6-355B64A9A69A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EAD26-61DA-07B5-D261-71D7A8CD5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A6031-6885-7607-8D65-01519DE17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9103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D40CE-B8C1-0174-069E-C50782ACE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64B4CE-44E9-F6A8-1F6F-84901555C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26090-A7DB-E11F-416D-61C8043F9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FE314-4B9A-4B44-8AD8-F63C9FF7B1F6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E9ED1-4895-0362-0457-28A695D1C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7243A-C255-D8D9-8EDB-7AC33A916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020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9A0B14-10D0-AA3A-E68F-315447F45A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1D2ECD-C540-67B2-CC58-B9BABA847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986B-B639-574E-D493-1CF6339CC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6619D-1235-4D0E-86F6-58F07B3A79A7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4B928-0B32-21DB-DA13-1063A6018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A1B93-6671-D081-FF04-B9201273A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1024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BC36DA-1A04-DB79-541C-508A6CC82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BC537-72B9-9975-1908-5C45B40F2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BF564-F40A-7045-3F7C-E5E45DCABD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AF841-8C5B-417B-A003-F89AB034564D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D80B2-AE11-261B-F669-873285774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FA268-5E8F-1463-9B5E-5D0877A5D0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7D41E8-55CE-4D73-90D6-F936F71D14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2319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94261F-1ED3-4E90-88E6-134791440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946" y="590062"/>
            <a:ext cx="4138367" cy="2838938"/>
          </a:xfrm>
        </p:spPr>
        <p:txBody>
          <a:bodyPr>
            <a:normAutofit/>
          </a:bodyPr>
          <a:lstStyle/>
          <a:p>
            <a:pPr algn="l"/>
            <a:br>
              <a:rPr lang="en-US" b="1">
                <a:solidFill>
                  <a:srgbClr val="FFFFFF"/>
                </a:solidFill>
              </a:rPr>
            </a:br>
            <a:r>
              <a:rPr lang="en-IN">
                <a:solidFill>
                  <a:srgbClr val="FFFFFF"/>
                </a:solidFill>
              </a:rPr>
              <a:t>THEORY OF COMPUTATION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224937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A7D41E8-55CE-4D73-90D6-F936F71D14C1}" type="slidenum">
              <a:rPr lang="en-IN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IN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75946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2400" b="1" dirty="0"/>
              <a:t>UNIT V: </a:t>
            </a:r>
            <a:br>
              <a:rPr lang="en-IN" sz="2400" b="1" dirty="0"/>
            </a:br>
            <a:r>
              <a:rPr lang="en-IN" sz="2400" b="1" dirty="0"/>
              <a:t>RECURSIVELY ENUMERABLE LANGUAGES AND UNSOLVABLE</a:t>
            </a:r>
            <a:br>
              <a:rPr lang="en-IN" sz="2400" b="1" dirty="0"/>
            </a:br>
            <a:r>
              <a:rPr lang="en-IN" sz="2400" b="1" dirty="0"/>
              <a:t>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Recursive And Recursively Enumerable Languages </a:t>
            </a:r>
          </a:p>
          <a:p>
            <a:r>
              <a:rPr lang="en-US" dirty="0"/>
              <a:t>Diagonalization Language </a:t>
            </a:r>
          </a:p>
          <a:p>
            <a:r>
              <a:rPr lang="en-US" dirty="0"/>
              <a:t>Universal Turing Machine</a:t>
            </a:r>
          </a:p>
          <a:p>
            <a:r>
              <a:rPr lang="en-US" dirty="0"/>
              <a:t>Code for Turing Machine </a:t>
            </a:r>
          </a:p>
          <a:p>
            <a:r>
              <a:rPr lang="en-US" dirty="0"/>
              <a:t>Halting problem</a:t>
            </a:r>
          </a:p>
          <a:p>
            <a:r>
              <a:rPr lang="en-US" dirty="0"/>
              <a:t>Post‟s Correspondence Problem</a:t>
            </a:r>
          </a:p>
          <a:p>
            <a:r>
              <a:rPr lang="en-US" dirty="0"/>
              <a:t>The Classes of P and NP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Recursive And Recursively Enumerable Languages  </a:t>
            </a:r>
            <a:br>
              <a:rPr lang="en-US" dirty="0"/>
            </a:br>
            <a:endParaRPr lang="en-I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213485"/>
            <a:ext cx="7467600" cy="508063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035" y="416560"/>
            <a:ext cx="7592060" cy="605726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030" y="356870"/>
            <a:ext cx="7869555" cy="647128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325" y="418465"/>
            <a:ext cx="7718425" cy="617918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7705" y="542925"/>
            <a:ext cx="7102475" cy="578548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955"/>
            <a:ext cx="7467600" cy="635000"/>
          </a:xfrm>
        </p:spPr>
        <p:txBody>
          <a:bodyPr/>
          <a:lstStyle/>
          <a:p>
            <a:r>
              <a:rPr lang="en-US" dirty="0">
                <a:sym typeface="+mn-ea"/>
              </a:rPr>
              <a:t>Diagonalization Language </a:t>
            </a:r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625" y="899795"/>
            <a:ext cx="7700645" cy="612902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8</a:t>
            </a:fld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085" y="476250"/>
            <a:ext cx="7774305" cy="623697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Universal Turing Machine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810" y="980440"/>
            <a:ext cx="7732395" cy="563181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945" y="237490"/>
            <a:ext cx="7934325" cy="617093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9465" y="552450"/>
            <a:ext cx="6781800" cy="498411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12</a:t>
            </a:fld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0"/>
            <a:endParaRPr lang="en-US" dirty="0"/>
          </a:p>
          <a:p>
            <a:pPr>
              <a:buNone/>
            </a:pP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58775" y="262890"/>
            <a:ext cx="7569200" cy="653224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13</a:t>
            </a:fld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915" y="387985"/>
            <a:ext cx="7867650" cy="608584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14</a:t>
            </a:fld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ym typeface="+mn-ea"/>
              </a:rPr>
              <a:t>Code for Turing Machine </a:t>
            </a:r>
            <a:br>
              <a:rPr lang="en-US" dirty="0"/>
            </a:br>
            <a:br>
              <a:rPr lang="en-IN" dirty="0"/>
            </a:br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700" y="938530"/>
            <a:ext cx="7862570" cy="555815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15</a:t>
            </a:fld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295" y="621030"/>
            <a:ext cx="7571105" cy="542734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16</a:t>
            </a:fld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375" y="546735"/>
            <a:ext cx="7922260" cy="592709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17</a:t>
            </a:fld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015" y="416560"/>
            <a:ext cx="7778750" cy="605726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18</a:t>
            </a:fld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355" y="414020"/>
            <a:ext cx="7412355" cy="601535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19</a:t>
            </a:fld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Halting problem</a:t>
            </a:r>
            <a:br>
              <a:rPr lang="en-US"/>
            </a:br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39750" y="1340485"/>
            <a:ext cx="7283450" cy="1431925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57200" y="2780665"/>
            <a:ext cx="7359015" cy="352234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20</a:t>
            </a:fld>
            <a:endParaRPr lang="en-I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635" y="2026285"/>
            <a:ext cx="7240905" cy="295783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21</a:t>
            </a:fld>
            <a:endParaRPr lang="en-I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correspondence problem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22</a:t>
            </a:fld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700808"/>
            <a:ext cx="7272808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524816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problem 1 :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23</a:t>
            </a:fld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421348"/>
            <a:ext cx="4824536" cy="354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775866"/>
            <a:ext cx="6631632" cy="424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8786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24</a:t>
            </a:fld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412776"/>
            <a:ext cx="7992888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129724"/>
            <a:ext cx="7992888" cy="36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02950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25</a:t>
            </a:fld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6792"/>
            <a:ext cx="7776864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803" y="2356892"/>
            <a:ext cx="7776864" cy="334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88740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Modified </a:t>
            </a:r>
            <a:r>
              <a:rPr lang="en-US" dirty="0" err="1"/>
              <a:t>pcp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26</a:t>
            </a:fld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916832"/>
            <a:ext cx="7632847" cy="2880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76841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27</a:t>
            </a:fld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836712"/>
            <a:ext cx="7488832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40005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28</a:t>
            </a:fld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583451"/>
            <a:ext cx="6984776" cy="272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070" y="1868962"/>
            <a:ext cx="7003265" cy="623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070" y="2636912"/>
            <a:ext cx="7003266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67890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29</a:t>
            </a:fld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16632"/>
            <a:ext cx="6552728" cy="6264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55556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Classes of P and NP</a:t>
            </a:r>
            <a:br>
              <a:rPr lang="en-US" dirty="0"/>
            </a:b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30</a:t>
            </a:fld>
            <a:endParaRPr lang="en-IN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196752"/>
            <a:ext cx="6840759" cy="4968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348645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31</a:t>
            </a:fld>
            <a:endParaRPr lang="en-IN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88640"/>
            <a:ext cx="3024336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548680"/>
            <a:ext cx="7920880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00808"/>
            <a:ext cx="6840760" cy="477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53042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32</a:t>
            </a:fld>
            <a:endParaRPr lang="en-IN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60648"/>
            <a:ext cx="3024336" cy="37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69498"/>
            <a:ext cx="7920880" cy="959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772816"/>
            <a:ext cx="6552728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4485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</TotalTime>
  <Words>118</Words>
  <Application>Microsoft Office PowerPoint</Application>
  <PresentationFormat>On-screen Show (4:3)</PresentationFormat>
  <Paragraphs>55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Aptos</vt:lpstr>
      <vt:lpstr>Aptos Display</vt:lpstr>
      <vt:lpstr>Arial</vt:lpstr>
      <vt:lpstr>Calibri</vt:lpstr>
      <vt:lpstr>Times New Roman</vt:lpstr>
      <vt:lpstr>Office Theme</vt:lpstr>
      <vt:lpstr> THEORY OF COMPUTATION</vt:lpstr>
      <vt:lpstr>UNIT V:  RECURSIVELY ENUMERABLE LANGUAGES AND UNSOLVABLE PROBLEMS</vt:lpstr>
      <vt:lpstr>Recursive And Recursively Enumerable Languages   </vt:lpstr>
      <vt:lpstr>PowerPoint Presentation</vt:lpstr>
      <vt:lpstr>PowerPoint Presentation</vt:lpstr>
      <vt:lpstr>PowerPoint Presentation</vt:lpstr>
      <vt:lpstr>PowerPoint Presentation</vt:lpstr>
      <vt:lpstr>Diagonalization Language </vt:lpstr>
      <vt:lpstr>PowerPoint Presentation</vt:lpstr>
      <vt:lpstr>Universal Turing Machine  </vt:lpstr>
      <vt:lpstr>PowerPoint Presentation</vt:lpstr>
      <vt:lpstr>PowerPoint Presentation</vt:lpstr>
      <vt:lpstr>PowerPoint Presentation</vt:lpstr>
      <vt:lpstr>PowerPoint Presentation</vt:lpstr>
      <vt:lpstr>Code for Turing Machine   </vt:lpstr>
      <vt:lpstr>PowerPoint Presentation</vt:lpstr>
      <vt:lpstr>PowerPoint Presentation</vt:lpstr>
      <vt:lpstr>PowerPoint Presentation</vt:lpstr>
      <vt:lpstr>PowerPoint Presentation</vt:lpstr>
      <vt:lpstr>Halting problem </vt:lpstr>
      <vt:lpstr>PowerPoint Presentation</vt:lpstr>
      <vt:lpstr>Post correspondence problem</vt:lpstr>
      <vt:lpstr>problem 1 :</vt:lpstr>
      <vt:lpstr>Problem 2</vt:lpstr>
      <vt:lpstr>Problem 3</vt:lpstr>
      <vt:lpstr>Modified pcp</vt:lpstr>
      <vt:lpstr>PowerPoint Presentation</vt:lpstr>
      <vt:lpstr>Problem 1</vt:lpstr>
      <vt:lpstr>PowerPoint Presentation</vt:lpstr>
      <vt:lpstr>The Classes of P and NP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20BT31201 SOFTWARE ENGINEERING</dc:title>
  <dc:creator>ADMIN</dc:creator>
  <cp:lastModifiedBy>Sundareswaran R</cp:lastModifiedBy>
  <cp:revision>255</cp:revision>
  <dcterms:created xsi:type="dcterms:W3CDTF">2021-10-25T04:28:00Z</dcterms:created>
  <dcterms:modified xsi:type="dcterms:W3CDTF">2026-06-22T04:31:17Z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9F6C7A3C8CFC4C999BCCFF77D4D4C3A1</vt:lpwstr>
  </property>
  <property fmtid="{D5CDD505-2E9C-101B-9397-08002B2CF9AE}" pid="3" name="KSOProductBuildVer">
    <vt:lpwstr>1033-11.2.0.11380</vt:lpwstr>
  </property>
</Properties>
</file>