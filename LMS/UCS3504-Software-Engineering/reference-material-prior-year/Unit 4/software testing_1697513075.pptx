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296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ED162-F834-44B7-A41F-EFD1432F5F5E}" type="datetimeFigureOut">
              <a:rPr lang="en-US" smtClean="0"/>
              <a:t>10/17/2023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F3F4C-A3F7-4D6A-9C29-5225A77248A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ED162-F834-44B7-A41F-EFD1432F5F5E}" type="datetimeFigureOut">
              <a:rPr lang="en-US" smtClean="0"/>
              <a:t>10/17/2023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F3F4C-A3F7-4D6A-9C29-5225A77248A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ED162-F834-44B7-A41F-EFD1432F5F5E}" type="datetimeFigureOut">
              <a:rPr lang="en-US" smtClean="0"/>
              <a:t>10/17/2023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F3F4C-A3F7-4D6A-9C29-5225A77248A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ED162-F834-44B7-A41F-EFD1432F5F5E}" type="datetimeFigureOut">
              <a:rPr lang="en-US" smtClean="0"/>
              <a:t>10/17/2023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F3F4C-A3F7-4D6A-9C29-5225A77248A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ED162-F834-44B7-A41F-EFD1432F5F5E}" type="datetimeFigureOut">
              <a:rPr lang="en-US" smtClean="0"/>
              <a:t>10/17/2023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F3F4C-A3F7-4D6A-9C29-5225A77248A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ED162-F834-44B7-A41F-EFD1432F5F5E}" type="datetimeFigureOut">
              <a:rPr lang="en-US" smtClean="0"/>
              <a:t>10/17/2023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F3F4C-A3F7-4D6A-9C29-5225A77248A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ED162-F834-44B7-A41F-EFD1432F5F5E}" type="datetimeFigureOut">
              <a:rPr lang="en-US" smtClean="0"/>
              <a:t>10/17/2023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F3F4C-A3F7-4D6A-9C29-5225A77248A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ED162-F834-44B7-A41F-EFD1432F5F5E}" type="datetimeFigureOut">
              <a:rPr lang="en-US" smtClean="0"/>
              <a:t>10/17/2023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F3F4C-A3F7-4D6A-9C29-5225A77248A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ED162-F834-44B7-A41F-EFD1432F5F5E}" type="datetimeFigureOut">
              <a:rPr lang="en-US" smtClean="0"/>
              <a:t>10/17/2023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F3F4C-A3F7-4D6A-9C29-5225A77248A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ED162-F834-44B7-A41F-EFD1432F5F5E}" type="datetimeFigureOut">
              <a:rPr lang="en-US" smtClean="0"/>
              <a:t>10/17/2023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F3F4C-A3F7-4D6A-9C29-5225A77248A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ED162-F834-44B7-A41F-EFD1432F5F5E}" type="datetimeFigureOut">
              <a:rPr lang="en-US" smtClean="0"/>
              <a:t>10/17/2023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F3F4C-A3F7-4D6A-9C29-5225A77248A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4ED162-F834-44B7-A41F-EFD1432F5F5E}" type="datetimeFigureOut">
              <a:rPr lang="en-US" smtClean="0"/>
              <a:t>10/17/2023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3F3F4C-A3F7-4D6A-9C29-5225A77248A0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Unit 4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smtClean="0"/>
              <a:t>Software testing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 1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5" y="1571611"/>
            <a:ext cx="8972550" cy="42148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Example2</a:t>
            </a:r>
            <a:endParaRPr lang="en-I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24" y="1357298"/>
            <a:ext cx="6997700" cy="180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2976" y="2000240"/>
            <a:ext cx="7156450" cy="2724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8662" y="1643050"/>
            <a:ext cx="6540500" cy="412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50950" y="1168400"/>
            <a:ext cx="6642100" cy="452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mtClean="0"/>
              <a:t>Example 3</a:t>
            </a:r>
            <a:endParaRPr lang="en-IN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6263" y="1785926"/>
            <a:ext cx="7991475" cy="4638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9</Words>
  <Application>Microsoft Office PowerPoint</Application>
  <PresentationFormat>On-screen Show (4:3)</PresentationFormat>
  <Paragraphs>5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Unit 4</vt:lpstr>
      <vt:lpstr>Example 1</vt:lpstr>
      <vt:lpstr>Example2</vt:lpstr>
      <vt:lpstr>Slide 4</vt:lpstr>
      <vt:lpstr>Slide 5</vt:lpstr>
      <vt:lpstr>Slide 6</vt:lpstr>
      <vt:lpstr>Example 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4</dc:title>
  <dc:creator>SSN</dc:creator>
  <cp:lastModifiedBy>SSN</cp:lastModifiedBy>
  <cp:revision>2</cp:revision>
  <dcterms:created xsi:type="dcterms:W3CDTF">2023-10-17T03:12:20Z</dcterms:created>
  <dcterms:modified xsi:type="dcterms:W3CDTF">2023-10-17T03:22:52Z</dcterms:modified>
</cp:coreProperties>
</file>