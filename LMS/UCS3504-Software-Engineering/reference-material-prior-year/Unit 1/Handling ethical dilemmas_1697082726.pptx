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5" d="100"/>
          <a:sy n="65" d="100"/>
        </p:scale>
        <p:origin x="-1296"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39AB48F-4F3F-4D7E-9163-593E29660AA4}" type="datetimeFigureOut">
              <a:rPr lang="en-US" smtClean="0"/>
              <a:t>10/12/2023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87B04C-1E8B-4745-B07D-FD4ECEA26AD8}"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39AB48F-4F3F-4D7E-9163-593E29660AA4}" type="datetimeFigureOut">
              <a:rPr lang="en-US" smtClean="0"/>
              <a:t>10/12/2023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87B04C-1E8B-4745-B07D-FD4ECEA26AD8}"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9AB48F-4F3F-4D7E-9163-593E29660AA4}" type="datetimeFigureOut">
              <a:rPr lang="en-US" smtClean="0"/>
              <a:t>10/12/2023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87B04C-1E8B-4745-B07D-FD4ECEA26AD8}"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39AB48F-4F3F-4D7E-9163-593E29660AA4}" type="datetimeFigureOut">
              <a:rPr lang="en-US" smtClean="0"/>
              <a:t>10/12/2023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87B04C-1E8B-4745-B07D-FD4ECEA26AD8}"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39AB48F-4F3F-4D7E-9163-593E29660AA4}" type="datetimeFigureOut">
              <a:rPr lang="en-US" smtClean="0"/>
              <a:t>10/12/2023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887B04C-1E8B-4745-B07D-FD4ECEA26AD8}"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39AB48F-4F3F-4D7E-9163-593E29660AA4}" type="datetimeFigureOut">
              <a:rPr lang="en-US" smtClean="0"/>
              <a:t>10/12/2023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887B04C-1E8B-4745-B07D-FD4ECEA26AD8}"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9AB48F-4F3F-4D7E-9163-593E29660AA4}" type="datetimeFigureOut">
              <a:rPr lang="en-US" smtClean="0"/>
              <a:t>10/12/2023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887B04C-1E8B-4745-B07D-FD4ECEA26AD8}"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39AB48F-4F3F-4D7E-9163-593E29660AA4}" type="datetimeFigureOut">
              <a:rPr lang="en-US" smtClean="0"/>
              <a:t>10/12/2023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87B04C-1E8B-4745-B07D-FD4ECEA26AD8}"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39AB48F-4F3F-4D7E-9163-593E29660AA4}" type="datetimeFigureOut">
              <a:rPr lang="en-US" smtClean="0"/>
              <a:t>10/12/2023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87B04C-1E8B-4745-B07D-FD4ECEA26AD8}"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39AB48F-4F3F-4D7E-9163-593E29660AA4}" type="datetimeFigureOut">
              <a:rPr lang="en-US" smtClean="0"/>
              <a:t>10/12/2023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87B04C-1E8B-4745-B07D-FD4ECEA26AD8}"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39AB48F-4F3F-4D7E-9163-593E29660AA4}" type="datetimeFigureOut">
              <a:rPr lang="en-US" smtClean="0"/>
              <a:t>10/12/2023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87B04C-1E8B-4745-B07D-FD4ECEA26AD8}"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9AB48F-4F3F-4D7E-9163-593E29660AA4}" type="datetimeFigureOut">
              <a:rPr lang="en-US" smtClean="0"/>
              <a:t>10/12/2023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87B04C-1E8B-4745-B07D-FD4ECEA26AD8}"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Unit 1</a:t>
            </a:r>
            <a:endParaRPr lang="en-IN" dirty="0"/>
          </a:p>
        </p:txBody>
      </p:sp>
      <p:sp>
        <p:nvSpPr>
          <p:cNvPr id="3" name="Subtitle 2"/>
          <p:cNvSpPr>
            <a:spLocks noGrp="1"/>
          </p:cNvSpPr>
          <p:nvPr>
            <p:ph type="subTitle" idx="1"/>
          </p:nvPr>
        </p:nvSpPr>
        <p:spPr/>
        <p:txBody>
          <a:bodyPr/>
          <a:lstStyle/>
          <a:p>
            <a:r>
              <a:rPr lang="en-IN" dirty="0"/>
              <a:t>Handling Ethical Dilemmas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Handling Ethical Dilemmas</a:t>
            </a:r>
          </a:p>
        </p:txBody>
      </p:sp>
      <p:sp>
        <p:nvSpPr>
          <p:cNvPr id="3" name="Content Placeholder 2"/>
          <p:cNvSpPr>
            <a:spLocks noGrp="1"/>
          </p:cNvSpPr>
          <p:nvPr>
            <p:ph idx="1"/>
          </p:nvPr>
        </p:nvSpPr>
        <p:spPr/>
        <p:txBody>
          <a:bodyPr/>
          <a:lstStyle/>
          <a:p>
            <a:r>
              <a:rPr lang="en-IN" dirty="0"/>
              <a:t>Developers face a hard decision regarding personal data and software design. </a:t>
            </a:r>
            <a:endParaRPr lang="en-IN" dirty="0" smtClean="0"/>
          </a:p>
          <a:p>
            <a:r>
              <a:rPr lang="en-IN" dirty="0" smtClean="0"/>
              <a:t>They </a:t>
            </a:r>
            <a:r>
              <a:rPr lang="en-IN" dirty="0"/>
              <a:t>can create systems to exploit user data with the understanding that the liability lies with the organization, or they can raise concerns but face potential penalization for going against the project's </a:t>
            </a:r>
            <a:r>
              <a:rPr lang="en-IN" dirty="0" smtClean="0"/>
              <a:t>aims.</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Handling Ethical Dilemmas</a:t>
            </a:r>
            <a:endParaRPr lang="en-IN" dirty="0"/>
          </a:p>
        </p:txBody>
      </p:sp>
      <p:sp>
        <p:nvSpPr>
          <p:cNvPr id="3" name="Content Placeholder 2"/>
          <p:cNvSpPr>
            <a:spLocks noGrp="1"/>
          </p:cNvSpPr>
          <p:nvPr>
            <p:ph idx="1"/>
          </p:nvPr>
        </p:nvSpPr>
        <p:spPr/>
        <p:txBody>
          <a:bodyPr>
            <a:normAutofit fontScale="92500" lnSpcReduction="10000"/>
          </a:bodyPr>
          <a:lstStyle/>
          <a:p>
            <a:r>
              <a:rPr lang="en-IN" dirty="0"/>
              <a:t>As software becomes entrenched in every aspect of the human experience, developers have an ethical responsibility to their customers.</a:t>
            </a:r>
          </a:p>
          <a:p>
            <a:r>
              <a:rPr lang="en-IN" dirty="0"/>
              <a:t>Although software developers work primarily behind the scenes in businesses, their decisions in the course of a project can have an outsized impact in the world -- for better or worse. </a:t>
            </a:r>
            <a:endParaRPr lang="en-IN" dirty="0" smtClean="0"/>
          </a:p>
          <a:p>
            <a:r>
              <a:rPr lang="en-IN" dirty="0" smtClean="0"/>
              <a:t>Everyone </a:t>
            </a:r>
            <a:r>
              <a:rPr lang="en-IN" dirty="0"/>
              <a:t>in the industry should be aware of social and ethical issues in software development.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Handling Ethical Dilemmas</a:t>
            </a:r>
            <a:endParaRPr lang="en-IN" dirty="0"/>
          </a:p>
        </p:txBody>
      </p:sp>
      <p:sp>
        <p:nvSpPr>
          <p:cNvPr id="3" name="Content Placeholder 2"/>
          <p:cNvSpPr>
            <a:spLocks noGrp="1"/>
          </p:cNvSpPr>
          <p:nvPr>
            <p:ph idx="1"/>
          </p:nvPr>
        </p:nvSpPr>
        <p:spPr/>
        <p:txBody>
          <a:bodyPr/>
          <a:lstStyle/>
          <a:p>
            <a:r>
              <a:rPr lang="en-IN" u="sng" dirty="0" smtClean="0"/>
              <a:t>Five </a:t>
            </a:r>
            <a:r>
              <a:rPr lang="en-IN" u="sng" dirty="0"/>
              <a:t>examples </a:t>
            </a:r>
            <a:r>
              <a:rPr lang="en-IN" dirty="0"/>
              <a:t>of ethical issues and how developers can address them:</a:t>
            </a:r>
          </a:p>
          <a:p>
            <a:pPr lvl="1"/>
            <a:r>
              <a:rPr lang="en-IN" dirty="0"/>
              <a:t>addictive design;</a:t>
            </a:r>
          </a:p>
          <a:p>
            <a:pPr lvl="1"/>
            <a:r>
              <a:rPr lang="en-IN" dirty="0"/>
              <a:t>corporate ownership of personal data;</a:t>
            </a:r>
          </a:p>
          <a:p>
            <a:pPr lvl="1"/>
            <a:r>
              <a:rPr lang="en-IN" dirty="0"/>
              <a:t>algorithmic bias;</a:t>
            </a:r>
          </a:p>
          <a:p>
            <a:pPr lvl="1"/>
            <a:r>
              <a:rPr lang="en-IN" dirty="0"/>
              <a:t>weak cyber security and personally identifiable information (PII) protection; and</a:t>
            </a:r>
          </a:p>
          <a:p>
            <a:pPr lvl="1"/>
            <a:r>
              <a:rPr lang="en-IN" dirty="0"/>
              <a:t>overemphasis on features.</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Handling Ethical Dilemmas</a:t>
            </a:r>
            <a:endParaRPr lang="en-IN" dirty="0"/>
          </a:p>
        </p:txBody>
      </p:sp>
      <p:sp>
        <p:nvSpPr>
          <p:cNvPr id="3" name="Content Placeholder 2"/>
          <p:cNvSpPr>
            <a:spLocks noGrp="1"/>
          </p:cNvSpPr>
          <p:nvPr>
            <p:ph idx="1"/>
          </p:nvPr>
        </p:nvSpPr>
        <p:spPr/>
        <p:txBody>
          <a:bodyPr/>
          <a:lstStyle/>
          <a:p>
            <a:r>
              <a:rPr lang="en-IN" dirty="0"/>
              <a:t>As software takes over more of our lives, the ethical ramifications of decisions made by programmers only become greater</a:t>
            </a:r>
          </a:p>
          <a:p>
            <a:pPr lvl="1"/>
            <a:r>
              <a:rPr lang="en-IN" b="1" dirty="0" smtClean="0"/>
              <a:t>Log </a:t>
            </a:r>
            <a:r>
              <a:rPr lang="en-IN" b="1" dirty="0"/>
              <a:t>files -- what to save and how to handle </a:t>
            </a:r>
            <a:r>
              <a:rPr lang="en-IN" b="1" dirty="0" smtClean="0"/>
              <a:t>them</a:t>
            </a:r>
          </a:p>
          <a:p>
            <a:pPr lvl="1"/>
            <a:r>
              <a:rPr lang="en-IN" b="1" dirty="0"/>
              <a:t> How much protection is </a:t>
            </a:r>
            <a:r>
              <a:rPr lang="en-IN" b="1" dirty="0" smtClean="0"/>
              <a:t>enough</a:t>
            </a:r>
          </a:p>
          <a:p>
            <a:pPr lvl="1"/>
            <a:r>
              <a:rPr lang="en-IN" b="1" dirty="0"/>
              <a:t>How far to defend customers against data </a:t>
            </a:r>
            <a:r>
              <a:rPr lang="en-IN" b="1" dirty="0" smtClean="0"/>
              <a:t>requests</a:t>
            </a:r>
          </a:p>
          <a:p>
            <a:pPr lvl="1"/>
            <a:r>
              <a:rPr lang="en-IN" b="1" dirty="0"/>
              <a:t>How to deal with the international nature of the </a:t>
            </a:r>
            <a:r>
              <a:rPr lang="en-IN" b="1" dirty="0" smtClean="0"/>
              <a:t>Internet</a:t>
            </a:r>
          </a:p>
          <a:p>
            <a:pPr lvl="1"/>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Summary</a:t>
            </a:r>
            <a:endParaRPr lang="en-IN" dirty="0"/>
          </a:p>
        </p:txBody>
      </p:sp>
      <p:sp>
        <p:nvSpPr>
          <p:cNvPr id="3" name="Content Placeholder 2"/>
          <p:cNvSpPr>
            <a:spLocks noGrp="1"/>
          </p:cNvSpPr>
          <p:nvPr>
            <p:ph idx="1"/>
          </p:nvPr>
        </p:nvSpPr>
        <p:spPr/>
        <p:txBody>
          <a:bodyPr/>
          <a:lstStyle/>
          <a:p>
            <a:r>
              <a:rPr lang="en-IN" dirty="0" smtClean="0"/>
              <a:t>Developers face a hard decision.</a:t>
            </a:r>
          </a:p>
          <a:p>
            <a:r>
              <a:rPr lang="en-IN" dirty="0" smtClean="0"/>
              <a:t>Developers have an ethical responsibility to their customers.</a:t>
            </a:r>
          </a:p>
          <a:p>
            <a:r>
              <a:rPr lang="en-IN" dirty="0" smtClean="0"/>
              <a:t>Software </a:t>
            </a:r>
            <a:r>
              <a:rPr lang="en-IN" smtClean="0"/>
              <a:t>takes over </a:t>
            </a:r>
            <a:r>
              <a:rPr lang="en-IN" dirty="0" smtClean="0"/>
              <a:t>more of </a:t>
            </a:r>
            <a:r>
              <a:rPr lang="en-IN" smtClean="0"/>
              <a:t>our lives.</a:t>
            </a: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230</Words>
  <Application>Microsoft Office PowerPoint</Application>
  <PresentationFormat>On-screen Show (4:3)</PresentationFormat>
  <Paragraphs>26</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Unit 1</vt:lpstr>
      <vt:lpstr>Handling Ethical Dilemmas</vt:lpstr>
      <vt:lpstr>Handling Ethical Dilemmas</vt:lpstr>
      <vt:lpstr>Handling Ethical Dilemmas</vt:lpstr>
      <vt:lpstr>Handling Ethical Dilemmas</vt:lpstr>
      <vt:lpstr>Summary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SSN</dc:creator>
  <cp:lastModifiedBy>SSN</cp:lastModifiedBy>
  <cp:revision>1</cp:revision>
  <dcterms:created xsi:type="dcterms:W3CDTF">2023-10-12T03:42:17Z</dcterms:created>
  <dcterms:modified xsi:type="dcterms:W3CDTF">2023-10-12T03:51:22Z</dcterms:modified>
</cp:coreProperties>
</file>