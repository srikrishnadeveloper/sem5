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CA87A-CAA7-4AC1-8352-9BEA81F49068}" type="datetimeFigureOut">
              <a:rPr lang="en-US" smtClean="0"/>
              <a:pPr/>
              <a:t>10/12/2023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A2EF0-6254-4615-846C-22C315D3430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 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Structured Design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Structured </a:t>
            </a:r>
            <a:r>
              <a:rPr lang="en-IN" dirty="0" smtClean="0"/>
              <a:t>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 structure design is chart which shows the breakdown of a system to its lowest manageable parts.</a:t>
            </a:r>
          </a:p>
          <a:p>
            <a:r>
              <a:rPr lang="en-IN" dirty="0" smtClean="0"/>
              <a:t>Is an example of top down design</a:t>
            </a:r>
          </a:p>
          <a:p>
            <a:r>
              <a:rPr lang="en-IN" dirty="0" smtClean="0"/>
              <a:t>The tree shows the relationship between modules, showing data transfer between modules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Structured Design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Structured design partitions the program into small and independent modules. </a:t>
            </a:r>
          </a:p>
          <a:p>
            <a:r>
              <a:rPr lang="en-IN" dirty="0" smtClean="0"/>
              <a:t>The advantages of structured design are as following:</a:t>
            </a:r>
          </a:p>
          <a:p>
            <a:pPr lvl="1"/>
            <a:r>
              <a:rPr lang="en-IN" dirty="0" smtClean="0"/>
              <a:t>Critical interfaces are tested first. </a:t>
            </a:r>
          </a:p>
          <a:p>
            <a:pPr lvl="1"/>
            <a:r>
              <a:rPr lang="en-IN" dirty="0" smtClean="0"/>
              <a:t> It provide abstraction. </a:t>
            </a:r>
          </a:p>
          <a:p>
            <a:pPr lvl="1"/>
            <a:r>
              <a:rPr lang="en-IN" dirty="0" smtClean="0"/>
              <a:t> It allows multiple programmers to work simultaneously. </a:t>
            </a:r>
          </a:p>
          <a:p>
            <a:pPr lvl="1"/>
            <a:r>
              <a:rPr lang="en-IN" dirty="0" smtClean="0"/>
              <a:t> It allows code reuse. </a:t>
            </a:r>
          </a:p>
          <a:p>
            <a:pPr lvl="1"/>
            <a:r>
              <a:rPr lang="en-IN" dirty="0" smtClean="0"/>
              <a:t> It provides control and improves morale. </a:t>
            </a:r>
          </a:p>
          <a:p>
            <a:pPr lvl="1"/>
            <a:r>
              <a:rPr lang="en-IN" dirty="0" smtClean="0"/>
              <a:t> It makes identifying structure easier.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Structured Design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 fontScale="85000" lnSpcReduction="10000"/>
          </a:bodyPr>
          <a:lstStyle/>
          <a:p>
            <a:r>
              <a:rPr lang="en-IN" dirty="0" smtClean="0"/>
              <a:t>A structure chart depicts the modular organization of an information system.</a:t>
            </a:r>
          </a:p>
          <a:p>
            <a:r>
              <a:rPr lang="en-IN" dirty="0" smtClean="0"/>
              <a:t>The organization is hierarchical. </a:t>
            </a:r>
          </a:p>
          <a:p>
            <a:r>
              <a:rPr lang="en-IN" dirty="0" smtClean="0"/>
              <a:t>A structure chart graphically shows the way the components of a program or a system are related.</a:t>
            </a:r>
          </a:p>
          <a:p>
            <a:r>
              <a:rPr lang="en-IN" dirty="0" smtClean="0"/>
              <a:t>The relationships are shown in terms of parameter passing mechanisms applied and the basic structured programming operations namely sequence, selection and repetition. </a:t>
            </a:r>
          </a:p>
          <a:p>
            <a:r>
              <a:rPr lang="en-IN" dirty="0" smtClean="0"/>
              <a:t>A structure chart depicts the division of a system into programs along with their internal structure.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Structured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Objectives of Using Structured charts</a:t>
            </a:r>
          </a:p>
          <a:p>
            <a:pPr lvl="1"/>
            <a:r>
              <a:rPr lang="en-IN" dirty="0" smtClean="0"/>
              <a:t>To encourage a top-down design. </a:t>
            </a:r>
          </a:p>
          <a:p>
            <a:pPr lvl="1"/>
            <a:r>
              <a:rPr lang="en-IN" dirty="0" smtClean="0"/>
              <a:t>To support the concept of modules and identify the appropriate modules. </a:t>
            </a:r>
          </a:p>
          <a:p>
            <a:pPr lvl="1"/>
            <a:r>
              <a:rPr lang="en-IN" dirty="0" smtClean="0"/>
              <a:t>To show the size and complexity of the system.</a:t>
            </a:r>
          </a:p>
          <a:p>
            <a:pPr lvl="1"/>
            <a:r>
              <a:rPr lang="en-IN" dirty="0" smtClean="0"/>
              <a:t> To identify the number of readily identifiable functions and modules within each function. </a:t>
            </a:r>
          </a:p>
          <a:p>
            <a:pPr lvl="1"/>
            <a:r>
              <a:rPr lang="en-IN" dirty="0" smtClean="0"/>
              <a:t>To depict whether each identifiable function is a manageable entity or should be broken down into smaller components.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Structured </a:t>
            </a:r>
            <a:r>
              <a:rPr lang="en-IN" dirty="0" smtClean="0"/>
              <a:t>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85860"/>
            <a:ext cx="755332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Top down design</a:t>
            </a:r>
          </a:p>
          <a:p>
            <a:r>
              <a:rPr lang="en-IN" dirty="0" smtClean="0"/>
              <a:t>Structure chart</a:t>
            </a:r>
          </a:p>
          <a:p>
            <a:r>
              <a:rPr lang="en-IN" dirty="0" smtClean="0"/>
              <a:t>Breakdown the modules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263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Unit 3</vt:lpstr>
      <vt:lpstr>Structured design</vt:lpstr>
      <vt:lpstr>Structured Design </vt:lpstr>
      <vt:lpstr> Structured Design </vt:lpstr>
      <vt:lpstr>Structured Design</vt:lpstr>
      <vt:lpstr>Structured design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</dc:title>
  <dc:creator>SSN</dc:creator>
  <cp:lastModifiedBy>SSN</cp:lastModifiedBy>
  <cp:revision>4</cp:revision>
  <dcterms:created xsi:type="dcterms:W3CDTF">2023-10-12T06:39:55Z</dcterms:created>
  <dcterms:modified xsi:type="dcterms:W3CDTF">2023-10-12T06:58:08Z</dcterms:modified>
</cp:coreProperties>
</file>