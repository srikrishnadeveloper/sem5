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33"/>
  </p:notesMasterIdLst>
  <p:handoutMasterIdLst>
    <p:handoutMasterId r:id="rId34"/>
  </p:handoutMasterIdLst>
  <p:sldIdLst>
    <p:sldId id="631" r:id="rId2"/>
    <p:sldId id="688" r:id="rId3"/>
    <p:sldId id="708" r:id="rId4"/>
    <p:sldId id="709" r:id="rId5"/>
    <p:sldId id="712" r:id="rId6"/>
    <p:sldId id="713" r:id="rId7"/>
    <p:sldId id="714" r:id="rId8"/>
    <p:sldId id="715" r:id="rId9"/>
    <p:sldId id="710" r:id="rId10"/>
    <p:sldId id="711" r:id="rId11"/>
    <p:sldId id="716" r:id="rId12"/>
    <p:sldId id="704" r:id="rId13"/>
    <p:sldId id="705" r:id="rId14"/>
    <p:sldId id="706" r:id="rId15"/>
    <p:sldId id="707" r:id="rId16"/>
    <p:sldId id="717" r:id="rId17"/>
    <p:sldId id="718" r:id="rId18"/>
    <p:sldId id="719" r:id="rId19"/>
    <p:sldId id="720" r:id="rId20"/>
    <p:sldId id="721" r:id="rId21"/>
    <p:sldId id="722" r:id="rId22"/>
    <p:sldId id="723" r:id="rId23"/>
    <p:sldId id="724" r:id="rId24"/>
    <p:sldId id="725" r:id="rId25"/>
    <p:sldId id="726" r:id="rId26"/>
    <p:sldId id="727" r:id="rId27"/>
    <p:sldId id="728" r:id="rId28"/>
    <p:sldId id="729" r:id="rId29"/>
    <p:sldId id="730" r:id="rId30"/>
    <p:sldId id="731" r:id="rId31"/>
    <p:sldId id="732" r:id="rId3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789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917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1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458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27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26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4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01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797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17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9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10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245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717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53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46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18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405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141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898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753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640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74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1934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5040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2858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674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31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40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Recurrence 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19600"/>
            <a:ext cx="685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1800" b="1" dirty="0">
              <a:solidFill>
                <a:srgbClr val="0066CC"/>
              </a:solidFill>
            </a:endParaRP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1800" b="1" dirty="0">
                <a:solidFill>
                  <a:srgbClr val="0066CC"/>
                </a:solidFill>
              </a:rPr>
              <a:t>Department of Mathematics</a:t>
            </a:r>
            <a:endParaRPr lang="en-US" sz="12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476250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Definition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E5F1D-4BC3-F006-6A42-7B8CE0E92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26" y="1295400"/>
            <a:ext cx="8618197" cy="350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7D720-C164-AD02-3D47-05C908168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97" y="5011317"/>
            <a:ext cx="8087854" cy="8573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3A982C-E60C-E70C-41C8-6321998DF293}"/>
              </a:ext>
            </a:extLst>
          </p:cNvPr>
          <p:cNvSpPr/>
          <p:nvPr/>
        </p:nvSpPr>
        <p:spPr>
          <a:xfrm>
            <a:off x="914400" y="1295400"/>
            <a:ext cx="17526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Solution of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45BDE-A54F-E0CD-DA4C-DFDB029F7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234294"/>
            <a:ext cx="5889039" cy="241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6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Iteration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BF570-9732-C010-F938-0CA0EADC5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943054"/>
            <a:ext cx="6096000" cy="52809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D81394-1336-9919-1A0D-3E311DCE4D12}"/>
              </a:ext>
            </a:extLst>
          </p:cNvPr>
          <p:cNvSpPr/>
          <p:nvPr/>
        </p:nvSpPr>
        <p:spPr>
          <a:xfrm>
            <a:off x="1524000" y="1066800"/>
            <a:ext cx="1066800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4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Iteration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5173A-7CA4-2F67-5209-81538F878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00" y="1049547"/>
            <a:ext cx="5796000" cy="54178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2E6428-2B08-BA95-BC11-88343C828973}"/>
              </a:ext>
            </a:extLst>
          </p:cNvPr>
          <p:cNvSpPr/>
          <p:nvPr/>
        </p:nvSpPr>
        <p:spPr>
          <a:xfrm>
            <a:off x="1828800" y="1143000"/>
            <a:ext cx="990600" cy="228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80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Linear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78907-6DD5-26BE-8FD9-995FE3C06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9" y="1119996"/>
            <a:ext cx="7979834" cy="228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1D3045-6250-EF66-A6EB-A3145474CE7C}"/>
              </a:ext>
            </a:extLst>
          </p:cNvPr>
          <p:cNvSpPr/>
          <p:nvPr/>
        </p:nvSpPr>
        <p:spPr>
          <a:xfrm>
            <a:off x="381000" y="1143000"/>
            <a:ext cx="1371600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9474B2-C0C4-DFA0-EA37-4577DB96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61" y="3537689"/>
            <a:ext cx="7492127" cy="264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Linear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4DE01-32F6-7000-FE35-0B28A988E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76" y="1159550"/>
            <a:ext cx="6144047" cy="53784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12B9FF-C2BE-9CA1-16F8-852B68E1BF1F}"/>
              </a:ext>
            </a:extLst>
          </p:cNvPr>
          <p:cNvSpPr/>
          <p:nvPr/>
        </p:nvSpPr>
        <p:spPr>
          <a:xfrm>
            <a:off x="6705600" y="914400"/>
            <a:ext cx="1219200" cy="609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4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E3CEA-9899-8F2A-6813-EAF952A45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90" y="1020432"/>
            <a:ext cx="7529419" cy="1867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2AAA9F-D297-4616-B95F-A05B912C4997}"/>
              </a:ext>
            </a:extLst>
          </p:cNvPr>
          <p:cNvSpPr/>
          <p:nvPr/>
        </p:nvSpPr>
        <p:spPr>
          <a:xfrm>
            <a:off x="4953000" y="990600"/>
            <a:ext cx="2362200" cy="3571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A3DB5-8CDA-57FD-06F3-3F75DA1C8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81" y="2940305"/>
            <a:ext cx="7479819" cy="16149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13AF54-F7A4-00E0-43F0-B4C809A21A34}"/>
              </a:ext>
            </a:extLst>
          </p:cNvPr>
          <p:cNvSpPr/>
          <p:nvPr/>
        </p:nvSpPr>
        <p:spPr>
          <a:xfrm>
            <a:off x="7620000" y="3657600"/>
            <a:ext cx="1143000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756459-334F-AB77-FBC7-76B98B00B929}"/>
              </a:ext>
            </a:extLst>
          </p:cNvPr>
          <p:cNvSpPr/>
          <p:nvPr/>
        </p:nvSpPr>
        <p:spPr>
          <a:xfrm>
            <a:off x="5867400" y="4214812"/>
            <a:ext cx="838200" cy="6619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2124D1-20C2-FAED-3CB1-534077DCABA5}"/>
              </a:ext>
            </a:extLst>
          </p:cNvPr>
          <p:cNvSpPr/>
          <p:nvPr/>
        </p:nvSpPr>
        <p:spPr>
          <a:xfrm>
            <a:off x="7848600" y="3505200"/>
            <a:ext cx="6858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33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8D4FA-7855-F907-6906-2255A6353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9" y="1524000"/>
            <a:ext cx="892617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9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A33EF-B6CA-4B45-69FE-38E495ADE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1282991"/>
            <a:ext cx="9000000" cy="429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3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4502A-BB6F-A8E5-B58D-FA386CBBE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89804"/>
            <a:ext cx="7659169" cy="120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D38AE-BE61-AF41-58CC-97CEE5DEA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819400"/>
            <a:ext cx="8583223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4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A3119-BE18-55FC-C809-F90A540E8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" y="1177270"/>
            <a:ext cx="9000000" cy="46558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91BF01-B5E7-E03A-1622-C34728D5FC5B}"/>
              </a:ext>
            </a:extLst>
          </p:cNvPr>
          <p:cNvSpPr/>
          <p:nvPr/>
        </p:nvSpPr>
        <p:spPr>
          <a:xfrm>
            <a:off x="72000" y="1371600"/>
            <a:ext cx="1604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ED57CE-1B33-6CFF-3D43-51678AFCA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" y="914400"/>
            <a:ext cx="9000000" cy="495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4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B896E-960B-C8CF-9AAB-758A12CEB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6" y="897147"/>
            <a:ext cx="9144000" cy="556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435A6-887A-70D2-EF22-AA3B10409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922320"/>
            <a:ext cx="9036000" cy="53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4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65951-422D-4E5D-A0AF-2D62F000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56" y="1066800"/>
            <a:ext cx="8345065" cy="42201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43FD92-17B0-F78F-A86E-0AE35B2C9015}"/>
              </a:ext>
            </a:extLst>
          </p:cNvPr>
          <p:cNvSpPr/>
          <p:nvPr/>
        </p:nvSpPr>
        <p:spPr>
          <a:xfrm>
            <a:off x="381000" y="1410580"/>
            <a:ext cx="1371600" cy="4944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8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6B1EC-A690-57FD-637E-87FF65000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04" y="1133154"/>
            <a:ext cx="7468642" cy="45916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294826-98F3-02A6-7246-F76AAFD039B0}"/>
              </a:ext>
            </a:extLst>
          </p:cNvPr>
          <p:cNvSpPr/>
          <p:nvPr/>
        </p:nvSpPr>
        <p:spPr>
          <a:xfrm>
            <a:off x="533400" y="914400"/>
            <a:ext cx="7772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8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85F5A-1B99-F76B-B1AA-B8B8FA84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16" y="1028700"/>
            <a:ext cx="7309768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7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19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77C43-A2A7-539B-7337-7642AC623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5" y="945324"/>
            <a:ext cx="7560000" cy="52009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44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1E0197-323E-0C1C-9526-2BCFAE701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88" y="1752600"/>
            <a:ext cx="804522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– Characteristic Root Method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61C97-A564-3DDD-8D54-9C6CB04CE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858"/>
            <a:ext cx="7560000" cy="66342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37D1BB-AC40-9F8C-38BD-A6EB10E6CBB4}"/>
              </a:ext>
            </a:extLst>
          </p:cNvPr>
          <p:cNvSpPr/>
          <p:nvPr/>
        </p:nvSpPr>
        <p:spPr>
          <a:xfrm>
            <a:off x="685800" y="319986"/>
            <a:ext cx="914400" cy="5405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60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22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881DB-CC05-AE69-AE6A-016BE321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42" y="866417"/>
            <a:ext cx="7640116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5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23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F80C2-39C8-C17A-ED2B-17609CCC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82" y="945324"/>
            <a:ext cx="7592485" cy="1000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942A66-4594-A659-0EAC-B7FBEAFD3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0" y="1828800"/>
            <a:ext cx="794495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24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1385D-5308-DAE8-0C2A-C56E5FAFC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6" y="1143000"/>
            <a:ext cx="8253064" cy="3733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EA6A2C-2840-A7DE-9BD8-44BC61403035}"/>
              </a:ext>
            </a:extLst>
          </p:cNvPr>
          <p:cNvSpPr/>
          <p:nvPr/>
        </p:nvSpPr>
        <p:spPr>
          <a:xfrm>
            <a:off x="609600" y="1143000"/>
            <a:ext cx="1371600" cy="53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1CF539-D8F1-0105-673C-6FB57FED2D1D}"/>
              </a:ext>
            </a:extLst>
          </p:cNvPr>
          <p:cNvSpPr/>
          <p:nvPr/>
        </p:nvSpPr>
        <p:spPr>
          <a:xfrm>
            <a:off x="228600" y="3276600"/>
            <a:ext cx="990600" cy="12192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5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25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AA0FF-8F91-0F3A-36D7-D2F974423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02647"/>
            <a:ext cx="7162800" cy="503603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1ABA4C-F16E-D102-A6BD-8A52474C6882}"/>
              </a:ext>
            </a:extLst>
          </p:cNvPr>
          <p:cNvSpPr/>
          <p:nvPr/>
        </p:nvSpPr>
        <p:spPr>
          <a:xfrm>
            <a:off x="533400" y="3429000"/>
            <a:ext cx="609600" cy="99060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6C3B70-9B44-811C-B98D-F3EA7FB458BC}"/>
              </a:ext>
            </a:extLst>
          </p:cNvPr>
          <p:cNvSpPr/>
          <p:nvPr/>
        </p:nvSpPr>
        <p:spPr>
          <a:xfrm>
            <a:off x="6172200" y="1524000"/>
            <a:ext cx="1219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7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26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7304C-D234-9839-1627-72E9792BE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26" y="945324"/>
            <a:ext cx="7391400" cy="1919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552C6-18BF-ECE9-1F91-0B1EF7866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26" y="3414025"/>
            <a:ext cx="6886131" cy="203919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9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27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B6F36-3EB6-2A12-0139-802966DAC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18" y="1524000"/>
            <a:ext cx="8027882" cy="35512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14E853-5971-7720-0D79-DB9521B0B6AB}"/>
              </a:ext>
            </a:extLst>
          </p:cNvPr>
          <p:cNvSpPr/>
          <p:nvPr/>
        </p:nvSpPr>
        <p:spPr>
          <a:xfrm>
            <a:off x="914400" y="1608826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33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28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E853-5971-7720-0D79-DB9521B0B6AB}"/>
              </a:ext>
            </a:extLst>
          </p:cNvPr>
          <p:cNvSpPr/>
          <p:nvPr/>
        </p:nvSpPr>
        <p:spPr>
          <a:xfrm>
            <a:off x="914400" y="1608826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389F4-13F9-94FB-3139-3898EE218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89" y="1120728"/>
            <a:ext cx="7727595" cy="345127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96F9A8-0023-C423-9503-1F98A5B89C46}"/>
              </a:ext>
            </a:extLst>
          </p:cNvPr>
          <p:cNvSpPr/>
          <p:nvPr/>
        </p:nvSpPr>
        <p:spPr>
          <a:xfrm>
            <a:off x="8382000" y="990600"/>
            <a:ext cx="267184" cy="3048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3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29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E853-5971-7720-0D79-DB9521B0B6AB}"/>
              </a:ext>
            </a:extLst>
          </p:cNvPr>
          <p:cNvSpPr/>
          <p:nvPr/>
        </p:nvSpPr>
        <p:spPr>
          <a:xfrm>
            <a:off x="914400" y="1608826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96F9A8-0023-C423-9503-1F98A5B89C46}"/>
              </a:ext>
            </a:extLst>
          </p:cNvPr>
          <p:cNvSpPr/>
          <p:nvPr/>
        </p:nvSpPr>
        <p:spPr>
          <a:xfrm>
            <a:off x="8382000" y="990600"/>
            <a:ext cx="267184" cy="3048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40F342-5216-48B2-2BE6-1C487068D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33500"/>
            <a:ext cx="7668492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30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E853-5971-7720-0D79-DB9521B0B6AB}"/>
              </a:ext>
            </a:extLst>
          </p:cNvPr>
          <p:cNvSpPr/>
          <p:nvPr/>
        </p:nvSpPr>
        <p:spPr>
          <a:xfrm>
            <a:off x="914400" y="1608826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96F9A8-0023-C423-9503-1F98A5B89C46}"/>
              </a:ext>
            </a:extLst>
          </p:cNvPr>
          <p:cNvSpPr/>
          <p:nvPr/>
        </p:nvSpPr>
        <p:spPr>
          <a:xfrm>
            <a:off x="8382000" y="990600"/>
            <a:ext cx="267184" cy="3048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CC887-66EC-D8B2-19D1-702F07DFC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90477"/>
            <a:ext cx="7573432" cy="30198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AC9EEF-616D-0E08-A5EF-13FC745823F9}"/>
              </a:ext>
            </a:extLst>
          </p:cNvPr>
          <p:cNvSpPr/>
          <p:nvPr/>
        </p:nvSpPr>
        <p:spPr>
          <a:xfrm>
            <a:off x="609600" y="1554924"/>
            <a:ext cx="990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3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Non homogeneous recurrence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914400"/>
            <a:ext cx="866775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180826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>
                <a:latin typeface="Bookman Old Style" panose="02050604050505020204" pitchFamily="18" charset="0"/>
              </a:rPr>
              <a:pPr/>
              <a:t>31</a:t>
            </a:fld>
            <a:endParaRPr lang="en-US" sz="16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4699-281C-4262-8839-34AB839EB5AF}"/>
              </a:ext>
            </a:extLst>
          </p:cNvPr>
          <p:cNvSpPr/>
          <p:nvPr/>
        </p:nvSpPr>
        <p:spPr>
          <a:xfrm>
            <a:off x="762000" y="1143000"/>
            <a:ext cx="1371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8DE5B-38AB-E5EC-4CF2-75E2B0B94599}"/>
              </a:ext>
            </a:extLst>
          </p:cNvPr>
          <p:cNvSpPr/>
          <p:nvPr/>
        </p:nvSpPr>
        <p:spPr>
          <a:xfrm>
            <a:off x="7010400" y="3200400"/>
            <a:ext cx="8382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E853-5971-7720-0D79-DB9521B0B6AB}"/>
              </a:ext>
            </a:extLst>
          </p:cNvPr>
          <p:cNvSpPr/>
          <p:nvPr/>
        </p:nvSpPr>
        <p:spPr>
          <a:xfrm>
            <a:off x="914400" y="1608826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96F9A8-0023-C423-9503-1F98A5B89C46}"/>
              </a:ext>
            </a:extLst>
          </p:cNvPr>
          <p:cNvSpPr/>
          <p:nvPr/>
        </p:nvSpPr>
        <p:spPr>
          <a:xfrm>
            <a:off x="8382000" y="990600"/>
            <a:ext cx="267184" cy="30480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F59D0-3E2A-B172-6C5E-671FEC5A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71" y="1193611"/>
            <a:ext cx="7764458" cy="41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4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20456</TotalTime>
  <Words>196</Words>
  <Application>Microsoft Office PowerPoint</Application>
  <PresentationFormat>On-screen Show (4:3)</PresentationFormat>
  <Paragraphs>98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Bookman Old Style</vt:lpstr>
      <vt:lpstr>Verdana</vt:lpstr>
      <vt:lpstr>1_Default Design</vt:lpstr>
      <vt:lpstr>CorelDRAW</vt:lpstr>
      <vt:lpstr>Recurrence Relation</vt:lpstr>
      <vt:lpstr>Definition</vt:lpstr>
      <vt:lpstr>Solution of Recurrence Relation</vt:lpstr>
      <vt:lpstr>Iteration Method</vt:lpstr>
      <vt:lpstr>Iteration Method</vt:lpstr>
      <vt:lpstr>Linear Homogeneous Recurrence Relation</vt:lpstr>
      <vt:lpstr>Linear Homogeneous Recurrence Relation</vt:lpstr>
      <vt:lpstr>Characteristic Root Method</vt:lpstr>
      <vt:lpstr>Characteristic Root Method</vt:lpstr>
      <vt:lpstr>Characteristic Root Method</vt:lpstr>
      <vt:lpstr>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Problems – Characteristic Root Method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  <vt:lpstr>Non homogeneous recurrence relation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3665</cp:revision>
  <cp:lastPrinted>2025-07-09T11:40:31Z</cp:lastPrinted>
  <dcterms:created xsi:type="dcterms:W3CDTF">2006-09-22T10:59:01Z</dcterms:created>
  <dcterms:modified xsi:type="dcterms:W3CDTF">2025-10-07T16:48:41Z</dcterms:modified>
</cp:coreProperties>
</file>