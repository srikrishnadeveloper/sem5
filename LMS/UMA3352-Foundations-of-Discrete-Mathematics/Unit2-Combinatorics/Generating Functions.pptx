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0" r:id="rId1"/>
  </p:sldMasterIdLst>
  <p:notesMasterIdLst>
    <p:notesMasterId r:id="rId23"/>
  </p:notesMasterIdLst>
  <p:handoutMasterIdLst>
    <p:handoutMasterId r:id="rId24"/>
  </p:handoutMasterIdLst>
  <p:sldIdLst>
    <p:sldId id="631" r:id="rId2"/>
    <p:sldId id="688" r:id="rId3"/>
    <p:sldId id="689" r:id="rId4"/>
    <p:sldId id="690" r:id="rId5"/>
    <p:sldId id="691" r:id="rId6"/>
    <p:sldId id="692" r:id="rId7"/>
    <p:sldId id="693" r:id="rId8"/>
    <p:sldId id="694" r:id="rId9"/>
    <p:sldId id="701" r:id="rId10"/>
    <p:sldId id="695" r:id="rId11"/>
    <p:sldId id="696" r:id="rId12"/>
    <p:sldId id="697" r:id="rId13"/>
    <p:sldId id="698" r:id="rId14"/>
    <p:sldId id="699" r:id="rId15"/>
    <p:sldId id="700" r:id="rId16"/>
    <p:sldId id="702" r:id="rId17"/>
    <p:sldId id="703" r:id="rId18"/>
    <p:sldId id="704" r:id="rId19"/>
    <p:sldId id="705" r:id="rId20"/>
    <p:sldId id="706" r:id="rId21"/>
    <p:sldId id="707" r:id="rId22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 userDrawn="1">
          <p15:clr>
            <a:srgbClr val="A4A3A4"/>
          </p15:clr>
        </p15:guide>
        <p15:guide id="2" pos="230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309A"/>
    <a:srgbClr val="66CCFF"/>
    <a:srgbClr val="90B0D4"/>
    <a:srgbClr val="B4593C"/>
    <a:srgbClr val="0066CC"/>
    <a:srgbClr val="547B9C"/>
    <a:srgbClr val="0079BC"/>
    <a:srgbClr val="3E708E"/>
    <a:srgbClr val="3399FF"/>
    <a:srgbClr val="A54B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FDFC52-9F1E-4482-8A43-4ECCEAF48F84}" v="2327" dt="2025-07-07T07:08:37.6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53" autoAdjust="0"/>
    <p:restoredTop sz="95332" autoAdjust="0"/>
  </p:normalViewPr>
  <p:slideViewPr>
    <p:cSldViewPr>
      <p:cViewPr varScale="1">
        <p:scale>
          <a:sx n="74" d="100"/>
          <a:sy n="74" d="100"/>
        </p:scale>
        <p:origin x="103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60"/>
    </p:cViewPr>
  </p:sorterViewPr>
  <p:notesViewPr>
    <p:cSldViewPr>
      <p:cViewPr varScale="1">
        <p:scale>
          <a:sx n="55" d="100"/>
          <a:sy n="55" d="100"/>
        </p:scale>
        <p:origin x="-2892" y="-9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jalaxmi Tm" userId="07d615e3-8cfe-4aec-8adf-6f27dc561784" providerId="ADAL" clId="{F5FDFC52-9F1E-4482-8A43-4ECCEAF48F84}"/>
    <pc:docChg chg="custSel addSld modSld modMainMaster modNotesMaster">
      <pc:chgData name="Rajalaxmi Tm" userId="07d615e3-8cfe-4aec-8adf-6f27dc561784" providerId="ADAL" clId="{F5FDFC52-9F1E-4482-8A43-4ECCEAF48F84}" dt="2025-07-07T07:08:37.635" v="2999" actId="113"/>
      <pc:docMkLst>
        <pc:docMk/>
      </pc:docMkLst>
      <pc:sldChg chg="modSp mod modNotes">
        <pc:chgData name="Rajalaxmi Tm" userId="07d615e3-8cfe-4aec-8adf-6f27dc561784" providerId="ADAL" clId="{F5FDFC52-9F1E-4482-8A43-4ECCEAF48F84}" dt="2025-07-07T04:25:27.291" v="35" actId="20577"/>
        <pc:sldMkLst>
          <pc:docMk/>
          <pc:sldMk cId="1053448063" sldId="631"/>
        </pc:sldMkLst>
        <pc:spChg chg="mod">
          <ac:chgData name="Rajalaxmi Tm" userId="07d615e3-8cfe-4aec-8adf-6f27dc561784" providerId="ADAL" clId="{F5FDFC52-9F1E-4482-8A43-4ECCEAF48F84}" dt="2025-07-07T04:25:27.291" v="35" actId="20577"/>
          <ac:spMkLst>
            <pc:docMk/>
            <pc:sldMk cId="1053448063" sldId="631"/>
            <ac:spMk id="8" creationId="{00000000-0000-0000-0000-000000000000}"/>
          </ac:spMkLst>
        </pc:spChg>
        <pc:spChg chg="mod">
          <ac:chgData name="Rajalaxmi Tm" userId="07d615e3-8cfe-4aec-8adf-6f27dc561784" providerId="ADAL" clId="{F5FDFC52-9F1E-4482-8A43-4ECCEAF48F84}" dt="2025-07-07T04:25:02.735" v="3"/>
          <ac:spMkLst>
            <pc:docMk/>
            <pc:sldMk cId="1053448063" sldId="631"/>
            <ac:spMk id="278530" creationId="{00000000-0000-0000-0000-000000000000}"/>
          </ac:spMkLst>
        </pc:spChg>
      </pc:sldChg>
      <pc:sldChg chg="delSp modSp mod modNotes">
        <pc:chgData name="Rajalaxmi Tm" userId="07d615e3-8cfe-4aec-8adf-6f27dc561784" providerId="ADAL" clId="{F5FDFC52-9F1E-4482-8A43-4ECCEAF48F84}" dt="2025-07-07T05:01:40.523" v="971" actId="113"/>
        <pc:sldMkLst>
          <pc:docMk/>
          <pc:sldMk cId="733264316" sldId="632"/>
        </pc:sldMkLst>
        <pc:spChg chg="mod">
          <ac:chgData name="Rajalaxmi Tm" userId="07d615e3-8cfe-4aec-8adf-6f27dc561784" providerId="ADAL" clId="{F5FDFC52-9F1E-4482-8A43-4ECCEAF48F84}" dt="2025-07-07T05:01:40.523" v="971" actId="113"/>
          <ac:spMkLst>
            <pc:docMk/>
            <pc:sldMk cId="733264316" sldId="632"/>
            <ac:spMk id="2" creationId="{7B6EA86C-E085-A00A-9709-3840D71DE022}"/>
          </ac:spMkLst>
        </pc:spChg>
        <pc:spChg chg="mod">
          <ac:chgData name="Rajalaxmi Tm" userId="07d615e3-8cfe-4aec-8adf-6f27dc561784" providerId="ADAL" clId="{F5FDFC52-9F1E-4482-8A43-4ECCEAF48F84}" dt="2025-07-07T04:55:16.003" v="625" actId="113"/>
          <ac:spMkLst>
            <pc:docMk/>
            <pc:sldMk cId="733264316" sldId="632"/>
            <ac:spMk id="7" creationId="{00000000-0000-0000-0000-000000000000}"/>
          </ac:spMkLst>
        </pc:spChg>
        <pc:spChg chg="del mod">
          <ac:chgData name="Rajalaxmi Tm" userId="07d615e3-8cfe-4aec-8adf-6f27dc561784" providerId="ADAL" clId="{F5FDFC52-9F1E-4482-8A43-4ECCEAF48F84}" dt="2025-07-07T04:26:04.744" v="60" actId="478"/>
          <ac:spMkLst>
            <pc:docMk/>
            <pc:sldMk cId="733264316" sldId="632"/>
            <ac:spMk id="8" creationId="{00000000-0000-0000-0000-000000000000}"/>
          </ac:spMkLst>
        </pc:spChg>
        <pc:spChg chg="mod">
          <ac:chgData name="Rajalaxmi Tm" userId="07d615e3-8cfe-4aec-8adf-6f27dc561784" providerId="ADAL" clId="{F5FDFC52-9F1E-4482-8A43-4ECCEAF48F84}" dt="2025-07-07T04:25:56.928" v="59" actId="20577"/>
          <ac:spMkLst>
            <pc:docMk/>
            <pc:sldMk cId="733264316" sldId="632"/>
            <ac:spMk id="278530" creationId="{00000000-0000-0000-0000-000000000000}"/>
          </ac:spMkLst>
        </pc:spChg>
      </pc:sldChg>
      <pc:sldChg chg="modSp mod">
        <pc:chgData name="Rajalaxmi Tm" userId="07d615e3-8cfe-4aec-8adf-6f27dc561784" providerId="ADAL" clId="{F5FDFC52-9F1E-4482-8A43-4ECCEAF48F84}" dt="2025-07-07T05:31:05.150" v="1912" actId="207"/>
        <pc:sldMkLst>
          <pc:docMk/>
          <pc:sldMk cId="1592017103" sldId="640"/>
        </pc:sldMkLst>
        <pc:spChg chg="mod">
          <ac:chgData name="Rajalaxmi Tm" userId="07d615e3-8cfe-4aec-8adf-6f27dc561784" providerId="ADAL" clId="{F5FDFC52-9F1E-4482-8A43-4ECCEAF48F84}" dt="2025-07-07T05:31:05.150" v="1912" actId="207"/>
          <ac:spMkLst>
            <pc:docMk/>
            <pc:sldMk cId="1592017103" sldId="640"/>
            <ac:spMk id="2" creationId="{C2911B4B-43F1-4A79-97B5-ACD47DFBF948}"/>
          </ac:spMkLst>
        </pc:spChg>
      </pc:sldChg>
      <pc:sldChg chg="modSp add mod">
        <pc:chgData name="Rajalaxmi Tm" userId="07d615e3-8cfe-4aec-8adf-6f27dc561784" providerId="ADAL" clId="{F5FDFC52-9F1E-4482-8A43-4ECCEAF48F84}" dt="2025-07-07T05:01:46.878" v="973" actId="113"/>
        <pc:sldMkLst>
          <pc:docMk/>
          <pc:sldMk cId="3243231708" sldId="641"/>
        </pc:sldMkLst>
        <pc:spChg chg="mod">
          <ac:chgData name="Rajalaxmi Tm" userId="07d615e3-8cfe-4aec-8adf-6f27dc561784" providerId="ADAL" clId="{F5FDFC52-9F1E-4482-8A43-4ECCEAF48F84}" dt="2025-07-07T05:01:46.878" v="973" actId="113"/>
          <ac:spMkLst>
            <pc:docMk/>
            <pc:sldMk cId="3243231708" sldId="641"/>
            <ac:spMk id="2" creationId="{06F5E048-A8EC-75B9-CEB4-34E8FDDBA7ED}"/>
          </ac:spMkLst>
        </pc:spChg>
        <pc:spChg chg="mod">
          <ac:chgData name="Rajalaxmi Tm" userId="07d615e3-8cfe-4aec-8adf-6f27dc561784" providerId="ADAL" clId="{F5FDFC52-9F1E-4482-8A43-4ECCEAF48F84}" dt="2025-07-07T04:57:04.234" v="739" actId="6549"/>
          <ac:spMkLst>
            <pc:docMk/>
            <pc:sldMk cId="3243231708" sldId="641"/>
            <ac:spMk id="7" creationId="{00000000-0000-0000-0000-000000000000}"/>
          </ac:spMkLst>
        </pc:spChg>
      </pc:sldChg>
      <pc:sldChg chg="modSp add mod modAnim">
        <pc:chgData name="Rajalaxmi Tm" userId="07d615e3-8cfe-4aec-8adf-6f27dc561784" providerId="ADAL" clId="{F5FDFC52-9F1E-4482-8A43-4ECCEAF48F84}" dt="2025-07-07T05:01:53.194" v="975" actId="113"/>
        <pc:sldMkLst>
          <pc:docMk/>
          <pc:sldMk cId="37369295" sldId="642"/>
        </pc:sldMkLst>
        <pc:spChg chg="mod">
          <ac:chgData name="Rajalaxmi Tm" userId="07d615e3-8cfe-4aec-8adf-6f27dc561784" providerId="ADAL" clId="{F5FDFC52-9F1E-4482-8A43-4ECCEAF48F84}" dt="2025-07-07T05:01:53.194" v="975" actId="113"/>
          <ac:spMkLst>
            <pc:docMk/>
            <pc:sldMk cId="37369295" sldId="642"/>
            <ac:spMk id="2" creationId="{C0790F49-8A6F-BEE7-72E7-B3901747ECEA}"/>
          </ac:spMkLst>
        </pc:spChg>
        <pc:spChg chg="mod">
          <ac:chgData name="Rajalaxmi Tm" userId="07d615e3-8cfe-4aec-8adf-6f27dc561784" providerId="ADAL" clId="{F5FDFC52-9F1E-4482-8A43-4ECCEAF48F84}" dt="2025-07-07T05:00:12.699" v="962" actId="33524"/>
          <ac:spMkLst>
            <pc:docMk/>
            <pc:sldMk cId="37369295" sldId="642"/>
            <ac:spMk id="7" creationId="{00000000-0000-0000-0000-000000000000}"/>
          </ac:spMkLst>
        </pc:spChg>
      </pc:sldChg>
      <pc:sldChg chg="modSp add modAnim">
        <pc:chgData name="Rajalaxmi Tm" userId="07d615e3-8cfe-4aec-8adf-6f27dc561784" providerId="ADAL" clId="{F5FDFC52-9F1E-4482-8A43-4ECCEAF48F84}" dt="2025-07-07T05:23:13.419" v="1701" actId="20577"/>
        <pc:sldMkLst>
          <pc:docMk/>
          <pc:sldMk cId="1062091573" sldId="643"/>
        </pc:sldMkLst>
        <pc:spChg chg="mod">
          <ac:chgData name="Rajalaxmi Tm" userId="07d615e3-8cfe-4aec-8adf-6f27dc561784" providerId="ADAL" clId="{F5FDFC52-9F1E-4482-8A43-4ECCEAF48F84}" dt="2025-07-07T05:23:13.419" v="1701" actId="20577"/>
          <ac:spMkLst>
            <pc:docMk/>
            <pc:sldMk cId="1062091573" sldId="643"/>
            <ac:spMk id="7" creationId="{00000000-0000-0000-0000-000000000000}"/>
          </ac:spMkLst>
        </pc:spChg>
      </pc:sldChg>
      <pc:sldChg chg="addSp modSp add mod modAnim">
        <pc:chgData name="Rajalaxmi Tm" userId="07d615e3-8cfe-4aec-8adf-6f27dc561784" providerId="ADAL" clId="{F5FDFC52-9F1E-4482-8A43-4ECCEAF48F84}" dt="2025-07-07T05:30:29.199" v="1905"/>
        <pc:sldMkLst>
          <pc:docMk/>
          <pc:sldMk cId="3506678138" sldId="644"/>
        </pc:sldMkLst>
        <pc:spChg chg="mod">
          <ac:chgData name="Rajalaxmi Tm" userId="07d615e3-8cfe-4aec-8adf-6f27dc561784" providerId="ADAL" clId="{F5FDFC52-9F1E-4482-8A43-4ECCEAF48F84}" dt="2025-07-07T05:29:49.303" v="1898" actId="20577"/>
          <ac:spMkLst>
            <pc:docMk/>
            <pc:sldMk cId="3506678138" sldId="644"/>
            <ac:spMk id="7" creationId="{00000000-0000-0000-0000-000000000000}"/>
          </ac:spMkLst>
        </pc:spChg>
        <pc:graphicFrameChg chg="add mod modGraphic">
          <ac:chgData name="Rajalaxmi Tm" userId="07d615e3-8cfe-4aec-8adf-6f27dc561784" providerId="ADAL" clId="{F5FDFC52-9F1E-4482-8A43-4ECCEAF48F84}" dt="2025-07-07T05:24:32.290" v="1725" actId="20577"/>
          <ac:graphicFrameMkLst>
            <pc:docMk/>
            <pc:sldMk cId="3506678138" sldId="644"/>
            <ac:graphicFrameMk id="3" creationId="{481CFE5A-F4EF-E185-3216-7131D3607D39}"/>
          </ac:graphicFrameMkLst>
        </pc:graphicFrameChg>
      </pc:sldChg>
      <pc:sldChg chg="delSp modSp add mod modAnim">
        <pc:chgData name="Rajalaxmi Tm" userId="07d615e3-8cfe-4aec-8adf-6f27dc561784" providerId="ADAL" clId="{F5FDFC52-9F1E-4482-8A43-4ECCEAF48F84}" dt="2025-07-07T06:54:01.629" v="2200"/>
        <pc:sldMkLst>
          <pc:docMk/>
          <pc:sldMk cId="2456599368" sldId="645"/>
        </pc:sldMkLst>
        <pc:spChg chg="mod">
          <ac:chgData name="Rajalaxmi Tm" userId="07d615e3-8cfe-4aec-8adf-6f27dc561784" providerId="ADAL" clId="{F5FDFC52-9F1E-4482-8A43-4ECCEAF48F84}" dt="2025-07-07T06:53:50.767" v="2198" actId="20577"/>
          <ac:spMkLst>
            <pc:docMk/>
            <pc:sldMk cId="2456599368" sldId="645"/>
            <ac:spMk id="7" creationId="{00000000-0000-0000-0000-000000000000}"/>
          </ac:spMkLst>
        </pc:spChg>
        <pc:graphicFrameChg chg="del">
          <ac:chgData name="Rajalaxmi Tm" userId="07d615e3-8cfe-4aec-8adf-6f27dc561784" providerId="ADAL" clId="{F5FDFC52-9F1E-4482-8A43-4ECCEAF48F84}" dt="2025-07-07T06:50:06.303" v="1914" actId="478"/>
          <ac:graphicFrameMkLst>
            <pc:docMk/>
            <pc:sldMk cId="2456599368" sldId="645"/>
            <ac:graphicFrameMk id="3" creationId="{481CFE5A-F4EF-E185-3216-7131D3607D39}"/>
          </ac:graphicFrameMkLst>
        </pc:graphicFrameChg>
      </pc:sldChg>
      <pc:sldChg chg="modSp add modAnim">
        <pc:chgData name="Rajalaxmi Tm" userId="07d615e3-8cfe-4aec-8adf-6f27dc561784" providerId="ADAL" clId="{F5FDFC52-9F1E-4482-8A43-4ECCEAF48F84}" dt="2025-07-07T07:00:37.209" v="2631" actId="113"/>
        <pc:sldMkLst>
          <pc:docMk/>
          <pc:sldMk cId="669036708" sldId="646"/>
        </pc:sldMkLst>
        <pc:spChg chg="mod">
          <ac:chgData name="Rajalaxmi Tm" userId="07d615e3-8cfe-4aec-8adf-6f27dc561784" providerId="ADAL" clId="{F5FDFC52-9F1E-4482-8A43-4ECCEAF48F84}" dt="2025-07-07T07:00:37.209" v="2631" actId="113"/>
          <ac:spMkLst>
            <pc:docMk/>
            <pc:sldMk cId="669036708" sldId="646"/>
            <ac:spMk id="7" creationId="{00000000-0000-0000-0000-000000000000}"/>
          </ac:spMkLst>
        </pc:spChg>
        <pc:spChg chg="mod">
          <ac:chgData name="Rajalaxmi Tm" userId="07d615e3-8cfe-4aec-8adf-6f27dc561784" providerId="ADAL" clId="{F5FDFC52-9F1E-4482-8A43-4ECCEAF48F84}" dt="2025-07-07T06:55:31.584" v="2234" actId="20577"/>
          <ac:spMkLst>
            <pc:docMk/>
            <pc:sldMk cId="669036708" sldId="646"/>
            <ac:spMk id="278530" creationId="{00000000-0000-0000-0000-000000000000}"/>
          </ac:spMkLst>
        </pc:spChg>
      </pc:sldChg>
      <pc:sldChg chg="addSp modSp add mod modAnim">
        <pc:chgData name="Rajalaxmi Tm" userId="07d615e3-8cfe-4aec-8adf-6f27dc561784" providerId="ADAL" clId="{F5FDFC52-9F1E-4482-8A43-4ECCEAF48F84}" dt="2025-07-07T07:08:37.635" v="2999" actId="113"/>
        <pc:sldMkLst>
          <pc:docMk/>
          <pc:sldMk cId="2124179861" sldId="647"/>
        </pc:sldMkLst>
        <pc:spChg chg="add mod">
          <ac:chgData name="Rajalaxmi Tm" userId="07d615e3-8cfe-4aec-8adf-6f27dc561784" providerId="ADAL" clId="{F5FDFC52-9F1E-4482-8A43-4ECCEAF48F84}" dt="2025-07-07T07:05:31.974" v="2811" actId="13822"/>
          <ac:spMkLst>
            <pc:docMk/>
            <pc:sldMk cId="2124179861" sldId="647"/>
            <ac:spMk id="3" creationId="{5628DFB5-176A-2380-8443-C28BE827C8B1}"/>
          </ac:spMkLst>
        </pc:spChg>
        <pc:spChg chg="add mod">
          <ac:chgData name="Rajalaxmi Tm" userId="07d615e3-8cfe-4aec-8adf-6f27dc561784" providerId="ADAL" clId="{F5FDFC52-9F1E-4482-8A43-4ECCEAF48F84}" dt="2025-07-07T07:05:52.485" v="2817" actId="1076"/>
          <ac:spMkLst>
            <pc:docMk/>
            <pc:sldMk cId="2124179861" sldId="647"/>
            <ac:spMk id="4" creationId="{D00CAEC3-9601-EBE9-B5FC-5858FD5A361B}"/>
          </ac:spMkLst>
        </pc:spChg>
        <pc:spChg chg="mod">
          <ac:chgData name="Rajalaxmi Tm" userId="07d615e3-8cfe-4aec-8adf-6f27dc561784" providerId="ADAL" clId="{F5FDFC52-9F1E-4482-8A43-4ECCEAF48F84}" dt="2025-07-07T07:08:37.635" v="2999" actId="113"/>
          <ac:spMkLst>
            <pc:docMk/>
            <pc:sldMk cId="2124179861" sldId="647"/>
            <ac:spMk id="7" creationId="{00000000-0000-0000-0000-000000000000}"/>
          </ac:spMkLst>
        </pc:spChg>
      </pc:sldChg>
      <pc:sldMasterChg chg="modSp modSldLayout">
        <pc:chgData name="Rajalaxmi Tm" userId="07d615e3-8cfe-4aec-8adf-6f27dc561784" providerId="ADAL" clId="{F5FDFC52-9F1E-4482-8A43-4ECCEAF48F84}" dt="2025-07-07T04:25:02.735" v="3"/>
        <pc:sldMasterMkLst>
          <pc:docMk/>
          <pc:sldMasterMk cId="0" sldId="2147483650"/>
        </pc:sldMasterMkLst>
        <pc:spChg chg="mod">
          <ac:chgData name="Rajalaxmi Tm" userId="07d615e3-8cfe-4aec-8adf-6f27dc561784" providerId="ADAL" clId="{F5FDFC52-9F1E-4482-8A43-4ECCEAF48F84}" dt="2025-07-07T04:25:02.735" v="3"/>
          <ac:spMkLst>
            <pc:docMk/>
            <pc:sldMasterMk cId="0" sldId="2147483650"/>
            <ac:spMk id="10242" creationId="{00000000-0000-0000-0000-000000000000}"/>
          </ac:spMkLst>
        </pc:spChg>
        <pc:spChg chg="mod">
          <ac:chgData name="Rajalaxmi Tm" userId="07d615e3-8cfe-4aec-8adf-6f27dc561784" providerId="ADAL" clId="{F5FDFC52-9F1E-4482-8A43-4ECCEAF48F84}" dt="2025-07-07T04:25:02.735" v="3"/>
          <ac:spMkLst>
            <pc:docMk/>
            <pc:sldMasterMk cId="0" sldId="2147483650"/>
            <ac:spMk id="10243" creationId="{00000000-0000-0000-0000-000000000000}"/>
          </ac:spMkLst>
        </pc:spChg>
        <pc:spChg chg="mod">
          <ac:chgData name="Rajalaxmi Tm" userId="07d615e3-8cfe-4aec-8adf-6f27dc561784" providerId="ADAL" clId="{F5FDFC52-9F1E-4482-8A43-4ECCEAF48F84}" dt="2025-07-07T04:25:02.735" v="3"/>
          <ac:spMkLst>
            <pc:docMk/>
            <pc:sldMasterMk cId="0" sldId="2147483650"/>
            <ac:spMk id="10245" creationId="{00000000-0000-0000-0000-000000000000}"/>
          </ac:spMkLst>
        </pc:spChg>
        <pc:graphicFrameChg chg="mod">
          <ac:chgData name="Rajalaxmi Tm" userId="07d615e3-8cfe-4aec-8adf-6f27dc561784" providerId="ADAL" clId="{F5FDFC52-9F1E-4482-8A43-4ECCEAF48F84}" dt="2025-07-07T04:25:02.735" v="3"/>
          <ac:graphicFrameMkLst>
            <pc:docMk/>
            <pc:sldMasterMk cId="0" sldId="2147483650"/>
            <ac:graphicFrameMk id="10244" creationId="{00000000-0000-0000-0000-000000000000}"/>
          </ac:graphicFrameMkLst>
        </pc:graphicFrame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51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1"/>
              <ac:spMk id="11267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1"/>
              <ac:spMk id="11268" creationId="{00000000-0000-0000-0000-000000000000}"/>
            </ac:spMkLst>
          </pc:spChg>
          <pc:picChg chg="mod">
            <ac:chgData name="Rajalaxmi Tm" userId="07d615e3-8cfe-4aec-8adf-6f27dc561784" providerId="ADAL" clId="{F5FDFC52-9F1E-4482-8A43-4ECCEAF48F84}" dt="2025-07-07T04:25:02.735" v="3"/>
            <ac:picMkLst>
              <pc:docMk/>
              <pc:sldMasterMk cId="0" sldId="2147483650"/>
              <pc:sldLayoutMk cId="0" sldId="2147483651"/>
              <ac:picMk id="11266" creationId="{00000000-0000-0000-0000-000000000000}"/>
            </ac:picMkLst>
          </pc:picChg>
        </pc:sldLayout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53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3"/>
              <ac:spMk id="2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3"/>
              <ac:spMk id="3" creationId="{00000000-0000-0000-0000-000000000000}"/>
            </ac:spMkLst>
          </pc:spChg>
        </pc:sldLayout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54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4"/>
              <ac:spMk id="3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4"/>
              <ac:spMk id="4" creationId="{00000000-0000-0000-0000-000000000000}"/>
            </ac:spMkLst>
          </pc:spChg>
        </pc:sldLayout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55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5"/>
              <ac:spMk id="3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5"/>
              <ac:spMk id="4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5"/>
              <ac:spMk id="5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5"/>
              <ac:spMk id="6" creationId="{00000000-0000-0000-0000-000000000000}"/>
            </ac:spMkLst>
          </pc:spChg>
        </pc:sldLayout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58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8"/>
              <ac:spMk id="2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8"/>
              <ac:spMk id="3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8"/>
              <ac:spMk id="4" creationId="{00000000-0000-0000-0000-000000000000}"/>
            </ac:spMkLst>
          </pc:spChg>
        </pc:sldLayout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59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9"/>
              <ac:spMk id="2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9"/>
              <ac:spMk id="3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9"/>
              <ac:spMk id="4" creationId="{00000000-0000-0000-0000-000000000000}"/>
            </ac:spMkLst>
          </pc:spChg>
        </pc:sldLayout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61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1"/>
              <ac:spMk id="2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1"/>
              <ac:spMk id="3" creationId="{00000000-0000-0000-0000-000000000000}"/>
            </ac:spMkLst>
          </pc:spChg>
        </pc:sldLayout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62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2"/>
              <ac:spMk id="2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2"/>
              <ac:spMk id="3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2"/>
              <ac:spMk id="4" creationId="{00000000-0000-0000-0000-000000000000}"/>
            </ac:spMkLst>
          </pc:spChg>
        </pc:sldLayout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63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3"/>
              <ac:spMk id="2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3"/>
              <ac:spMk id="3" creationId="{00000000-0000-0000-0000-000000000000}"/>
            </ac:spMkLst>
          </pc:spChg>
        </pc:sldLayout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64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4"/>
              <ac:spMk id="2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4"/>
              <ac:spMk id="3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4"/>
              <ac:spMk id="4" creationId="{00000000-0000-0000-0000-000000000000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3169699" cy="480226"/>
          </a:xfrm>
          <a:prstGeom prst="rect">
            <a:avLst/>
          </a:prstGeom>
        </p:spPr>
        <p:txBody>
          <a:bodyPr vert="horz" lIns="95590" tIns="47796" rIns="95590" bIns="4779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833" y="2"/>
            <a:ext cx="3169699" cy="480226"/>
          </a:xfrm>
          <a:prstGeom prst="rect">
            <a:avLst/>
          </a:prstGeom>
        </p:spPr>
        <p:txBody>
          <a:bodyPr vert="horz" lIns="95590" tIns="47796" rIns="95590" bIns="47796" rtlCol="0"/>
          <a:lstStyle>
            <a:lvl1pPr algn="r">
              <a:defRPr sz="1200"/>
            </a:lvl1pPr>
          </a:lstStyle>
          <a:p>
            <a:fld id="{006C233A-9D74-4117-ACA8-060D36B7D83A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327"/>
            <a:ext cx="3169699" cy="480226"/>
          </a:xfrm>
          <a:prstGeom prst="rect">
            <a:avLst/>
          </a:prstGeom>
        </p:spPr>
        <p:txBody>
          <a:bodyPr vert="horz" lIns="95590" tIns="47796" rIns="95590" bIns="4779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833" y="9119327"/>
            <a:ext cx="3169699" cy="480226"/>
          </a:xfrm>
          <a:prstGeom prst="rect">
            <a:avLst/>
          </a:prstGeom>
        </p:spPr>
        <p:txBody>
          <a:bodyPr vert="horz" lIns="95590" tIns="47796" rIns="95590" bIns="47796" rtlCol="0" anchor="b"/>
          <a:lstStyle>
            <a:lvl1pPr algn="r">
              <a:defRPr sz="1200"/>
            </a:lvl1pPr>
          </a:lstStyle>
          <a:p>
            <a:fld id="{A28E399E-F7B0-4ADD-938A-755F22AEF9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5749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169920" cy="4800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82" tIns="48341" rIns="96682" bIns="4834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5283" y="1"/>
            <a:ext cx="3169920" cy="4800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82" tIns="48341" rIns="96682" bIns="4834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5361" y="4560572"/>
            <a:ext cx="5364480" cy="432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82" tIns="48341" rIns="96682" bIns="483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121142"/>
            <a:ext cx="3169920" cy="4800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82" tIns="48341" rIns="96682" bIns="4834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5283" y="9121142"/>
            <a:ext cx="3169920" cy="4800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82" tIns="48341" rIns="96682" bIns="4834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48BB432-97C3-4B7D-8D6F-1BA494990E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85377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2410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2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84183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3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64184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4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48153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5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6372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6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70428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7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6417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8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87371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9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58202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10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79035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11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65184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12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13110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13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2853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14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2128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15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16513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16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23445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17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53860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18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7335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19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594314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20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685965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21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05854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band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5589588"/>
            <a:ext cx="8991600" cy="1268412"/>
          </a:xfrm>
          <a:prstGeom prst="rect">
            <a:avLst/>
          </a:prstGeom>
          <a:noFill/>
        </p:spPr>
      </p:pic>
      <p:sp>
        <p:nvSpPr>
          <p:cNvPr id="1126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1B57B5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26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100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21F4039-2622-4E0D-BA5F-DF613486EC3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6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892" indent="0">
              <a:buNone/>
              <a:defRPr sz="1350"/>
            </a:lvl2pPr>
            <a:lvl3pPr marL="685783" indent="0">
              <a:buNone/>
              <a:defRPr sz="1200"/>
            </a:lvl3pPr>
            <a:lvl4pPr marL="1028675" indent="0">
              <a:buNone/>
              <a:defRPr sz="1050"/>
            </a:lvl4pPr>
            <a:lvl5pPr marL="1371566" indent="0">
              <a:buNone/>
              <a:defRPr sz="1050"/>
            </a:lvl5pPr>
            <a:lvl6pPr marL="1714457" indent="0">
              <a:buNone/>
              <a:defRPr sz="1050"/>
            </a:lvl6pPr>
            <a:lvl7pPr marL="2057348" indent="0">
              <a:buNone/>
              <a:defRPr sz="1050"/>
            </a:lvl7pPr>
            <a:lvl8pPr marL="2400240" indent="0">
              <a:buNone/>
              <a:defRPr sz="1050"/>
            </a:lvl8pPr>
            <a:lvl9pPr marL="2743132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A93D3DE-0D14-436D-A6F8-99F9FCD4509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6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6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EF9CD4C-826D-4353-97CC-FD6B600239A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7A862DA-0300-4660-A6BD-320860488EF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715D3E4-362F-49DE-85B9-977E4CF2496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4670509-8842-45C7-8721-9FA549B616A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6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892" indent="0">
              <a:buNone/>
              <a:defRPr sz="900"/>
            </a:lvl2pPr>
            <a:lvl3pPr marL="685783" indent="0">
              <a:buNone/>
              <a:defRPr sz="750"/>
            </a:lvl3pPr>
            <a:lvl4pPr marL="1028675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8" indent="0">
              <a:buNone/>
              <a:defRPr sz="675"/>
            </a:lvl7pPr>
            <a:lvl8pPr marL="2400240" indent="0">
              <a:buNone/>
              <a:defRPr sz="675"/>
            </a:lvl8pPr>
            <a:lvl9pPr marL="2743132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5FF190B-BFCC-43ED-94C1-8545E361341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892" indent="0">
              <a:buNone/>
              <a:defRPr sz="900"/>
            </a:lvl2pPr>
            <a:lvl3pPr marL="685783" indent="0">
              <a:buNone/>
              <a:defRPr sz="750"/>
            </a:lvl3pPr>
            <a:lvl4pPr marL="1028675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8" indent="0">
              <a:buNone/>
              <a:defRPr sz="675"/>
            </a:lvl7pPr>
            <a:lvl8pPr marL="2400240" indent="0">
              <a:buNone/>
              <a:defRPr sz="675"/>
            </a:lvl8pPr>
            <a:lvl9pPr marL="2743132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31E2E50-6244-4F8C-BC21-0143E7B1D61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4B17A84-1EF1-46E0-86F0-87EE23199E9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4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4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EA6033A-ADCD-4E5D-B795-05F53A6B493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6"/>
            <a:ext cx="8229600" cy="452596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0" y="6321425"/>
            <a:ext cx="9144000" cy="476250"/>
          </a:xfrm>
        </p:spPr>
        <p:txBody>
          <a:bodyPr/>
          <a:lstStyle>
            <a:lvl1pPr>
              <a:defRPr/>
            </a:lvl1pPr>
          </a:lstStyle>
          <a:p>
            <a:fld id="{E765331A-FB16-4349-BB1E-9292E7905A3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44"/>
            <a:ext cx="8229600" cy="5851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0" y="6321425"/>
            <a:ext cx="9144000" cy="476250"/>
          </a:xfrm>
        </p:spPr>
        <p:txBody>
          <a:bodyPr/>
          <a:lstStyle>
            <a:lvl1pPr>
              <a:defRPr/>
            </a:lvl1pPr>
          </a:lstStyle>
          <a:p>
            <a:fld id="{CA127EDD-5AE7-4F7E-A3D2-12078279979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457200" y="1600206"/>
            <a:ext cx="8229600" cy="452596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0" y="6321425"/>
            <a:ext cx="9144000" cy="476250"/>
          </a:xfrm>
        </p:spPr>
        <p:txBody>
          <a:bodyPr/>
          <a:lstStyle>
            <a:lvl1pPr>
              <a:defRPr/>
            </a:lvl1pPr>
          </a:lstStyle>
          <a:p>
            <a:fld id="{50D1D595-6F66-4A04-B04D-68C711B5071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6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aphicFrame>
        <p:nvGraphicFramePr>
          <p:cNvPr id="1024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1961710"/>
              </p:ext>
            </p:extLst>
          </p:nvPr>
        </p:nvGraphicFramePr>
        <p:xfrm>
          <a:off x="3" y="6117460"/>
          <a:ext cx="9143999" cy="7886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16" imgW="9570600" imgH="657720" progId="">
                  <p:embed/>
                </p:oleObj>
              </mc:Choice>
              <mc:Fallback>
                <p:oleObj name="CorelDRAW" r:id="rId16" imgW="9570600" imgH="657720" progId="">
                  <p:embed/>
                  <p:pic>
                    <p:nvPicPr>
                      <p:cNvPr id="1024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" y="6117460"/>
                        <a:ext cx="9143999" cy="7886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126164"/>
            <a:ext cx="9144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50"/>
            </a:lvl1pPr>
          </a:lstStyle>
          <a:p>
            <a:fld id="{8AFEF79D-0508-431A-9382-43A6F8BABA35}" type="slidenum">
              <a:rPr lang="en-US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</p:sldLayoutIdLst>
  <p:transition>
    <p:fade/>
  </p:transition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Verdana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Verdana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Verdana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Verdana" pitchFamily="34" charset="0"/>
        </a:defRPr>
      </a:lvl5pPr>
      <a:lvl6pPr marL="342892" algn="ctr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Verdana" pitchFamily="34" charset="0"/>
        </a:defRPr>
      </a:lvl6pPr>
      <a:lvl7pPr marL="685783" algn="ctr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Verdana" pitchFamily="34" charset="0"/>
        </a:defRPr>
      </a:lvl7pPr>
      <a:lvl8pPr marL="1028675" algn="ctr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Verdana" pitchFamily="34" charset="0"/>
        </a:defRPr>
      </a:lvl8pPr>
      <a:lvl9pPr marL="1371566" algn="ctr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Verdana" pitchFamily="34" charset="0"/>
        </a:defRPr>
      </a:lvl9pPr>
    </p:titleStyle>
    <p:bodyStyle>
      <a:lvl1pPr marL="257168" indent="-257168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199" indent="-214308" algn="l" rtl="0" fontAlgn="base">
        <a:spcBef>
          <a:spcPct val="20000"/>
        </a:spcBef>
        <a:spcAft>
          <a:spcPct val="0"/>
        </a:spcAft>
        <a:buChar char="–"/>
        <a:defRPr sz="2100">
          <a:solidFill>
            <a:schemeClr val="tx1"/>
          </a:solidFill>
          <a:latin typeface="+mn-lt"/>
        </a:defRPr>
      </a:lvl2pPr>
      <a:lvl3pPr marL="857228" indent="-171446" algn="l" rtl="0" fontAlgn="base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</a:defRPr>
      </a:lvl3pPr>
      <a:lvl4pPr marL="1200120" indent="-171446" algn="l" rtl="0" fontAlgn="base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+mn-lt"/>
        </a:defRPr>
      </a:lvl4pPr>
      <a:lvl5pPr marL="1543012" indent="-171446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5pPr>
      <a:lvl6pPr marL="1885903" indent="-171446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6pPr>
      <a:lvl7pPr marL="2228795" indent="-171446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7pPr>
      <a:lvl8pPr marL="2571686" indent="-171446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8pPr>
      <a:lvl9pPr marL="2914577" indent="-171446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10060"/>
            <a:ext cx="9144000" cy="1485900"/>
          </a:xfrm>
          <a:solidFill>
            <a:srgbClr val="0079BC"/>
          </a:solidFill>
          <a:ln/>
        </p:spPr>
        <p:txBody>
          <a:bodyPr/>
          <a:lstStyle/>
          <a:p>
            <a:r>
              <a:rPr lang="en-US" sz="36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Generating Functions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419600"/>
            <a:ext cx="6858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i="1" dirty="0">
                <a:solidFill>
                  <a:srgbClr val="0066CC"/>
                </a:solidFill>
              </a:rPr>
              <a:t>by</a:t>
            </a:r>
          </a:p>
          <a:p>
            <a:pPr algn="ctr"/>
            <a:endParaRPr lang="en-US" sz="1800" b="1" dirty="0">
              <a:solidFill>
                <a:srgbClr val="0066CC"/>
              </a:solidFill>
            </a:endParaRPr>
          </a:p>
          <a:p>
            <a:pPr algn="ctr"/>
            <a:r>
              <a:rPr lang="en-US" sz="1800" b="1" dirty="0">
                <a:solidFill>
                  <a:srgbClr val="0066CC"/>
                </a:solidFill>
              </a:rPr>
              <a:t>Dr. T. M. Rajalaxmi</a:t>
            </a:r>
          </a:p>
          <a:p>
            <a:pPr algn="ctr"/>
            <a:r>
              <a:rPr lang="en-US" sz="1800" b="1" dirty="0">
                <a:solidFill>
                  <a:srgbClr val="0066CC"/>
                </a:solidFill>
              </a:rPr>
              <a:t>Assistant Professor</a:t>
            </a:r>
          </a:p>
          <a:p>
            <a:pPr algn="ctr"/>
            <a:r>
              <a:rPr lang="en-US" sz="1800" b="1" dirty="0">
                <a:solidFill>
                  <a:srgbClr val="0066CC"/>
                </a:solidFill>
              </a:rPr>
              <a:t>Department of Mathematics</a:t>
            </a:r>
            <a:endParaRPr lang="en-US" sz="1200" b="1" dirty="0">
              <a:solidFill>
                <a:srgbClr val="0066CC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30D81AE-9945-6436-86F2-E6639788E0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248400"/>
            <a:ext cx="9144000" cy="476250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1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3448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Definition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71450" y="1066800"/>
                <a:ext cx="8667750" cy="51816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The generating function for the sequence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,…,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𝑛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,..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of real numbers is the infinite series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𝐺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+⋯⋯+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𝑛</m:t>
                          </m:r>
                        </m:sub>
                      </m:sSub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𝑛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+⋯⋯=</m:t>
                      </m:r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𝑛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=0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𝑛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E.g. The generating function for the sequence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1,1,1,1,……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is given by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𝐺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𝑥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4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𝑛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=0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1−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</p:txBody>
          </p:sp>
        </mc:Choice>
        <mc:Fallback xmlns=""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450" y="1066800"/>
                <a:ext cx="8667750" cy="5181600"/>
              </a:xfrm>
              <a:prstGeom prst="rect">
                <a:avLst/>
              </a:prstGeom>
              <a:blipFill>
                <a:blip r:embed="rId3"/>
                <a:stretch>
                  <a:fillRect l="-1336" r="-1336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2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6650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Problems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71450" y="1066800"/>
                <a:ext cx="8667750" cy="51816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Find the generating function for the following sequence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(i)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0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,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,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,…,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𝑟</m:t>
                        </m:r>
                      </m:sup>
                    </m:sSup>
                  </m:oMath>
                </a14:m>
                <a:r>
                  <a:rPr lang="en-US" sz="2400" b="0" i="1" dirty="0">
                    <a:latin typeface="Cambria Math" panose="02040503050406030204" pitchFamily="18" charset="0"/>
                    <a:cs typeface="Times New Roman" panose="02020603050405020304" pitchFamily="18" charset="0"/>
                    <a:sym typeface="Zapf Dingbats"/>
                  </a:rPr>
                  <a:t>   </a:t>
                </a:r>
                <a:r>
                  <a:rPr lang="en-US" sz="2400" b="0" dirty="0">
                    <a:latin typeface="Cambria Math" panose="02040503050406030204" pitchFamily="18" charset="0"/>
                    <a:cs typeface="Times New Roman" panose="02020603050405020304" pitchFamily="18" charset="0"/>
                    <a:sym typeface="Zapf Dingbats"/>
                  </a:rPr>
                  <a:t>(ii) 7,-4,3,0,1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2400" b="0" dirty="0">
                  <a:latin typeface="Cambria Math" panose="02040503050406030204" pitchFamily="18" charset="0"/>
                  <a:cs typeface="Times New Roman" panose="02020603050405020304" pitchFamily="18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b="0" dirty="0">
                    <a:cs typeface="Arial" panose="020B0604020202020204" pitchFamily="34" charset="0"/>
                    <a:sym typeface="Zapf Dingbats"/>
                  </a:rPr>
                  <a:t>(</a:t>
                </a:r>
                <a:r>
                  <a:rPr lang="en-US" sz="2400" b="0" dirty="0" err="1">
                    <a:cs typeface="Arial" panose="020B0604020202020204" pitchFamily="34" charset="0"/>
                    <a:sym typeface="Zapf Dingbats"/>
                  </a:rPr>
                  <a:t>i</a:t>
                </a:r>
                <a:r>
                  <a:rPr lang="en-US" sz="2400" b="0" dirty="0">
                    <a:cs typeface="Arial" panose="020B0604020202020204" pitchFamily="34" charset="0"/>
                    <a:sym typeface="Zapf Dingbats"/>
                  </a:rPr>
                  <a:t>)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𝐺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=1+2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+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+…+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𝑟</m:t>
                        </m:r>
                      </m:sup>
                    </m:sSup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𝑟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=0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Zapf Dingbats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Zapf Dingbats"/>
                                  </a:rPr>
                                  <m:t>2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Zapf Dingbats"/>
                                  </a:rPr>
                                  <m:t>𝑥</m:t>
                                </m:r>
                              </m:e>
                            </m:d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𝑛</m:t>
                            </m:r>
                          </m:sup>
                        </m:sSup>
                      </m:e>
                    </m:nary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(ii)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𝐺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𝑥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7−4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+3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+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4</m:t>
                        </m:r>
                      </m:sup>
                    </m:sSup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</p:txBody>
          </p:sp>
        </mc:Choice>
        <mc:Fallback xmlns=""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450" y="1066800"/>
                <a:ext cx="8667750" cy="5181600"/>
              </a:xfrm>
              <a:prstGeom prst="rect">
                <a:avLst/>
              </a:prstGeom>
              <a:blipFill>
                <a:blip r:embed="rId3"/>
                <a:stretch>
                  <a:fillRect l="-1336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3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4207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Problems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71450" y="1066800"/>
            <a:ext cx="866775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Zapf Dingbat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4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267779-B793-3DA1-9BC5-4207F67E56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0" y="1828800"/>
            <a:ext cx="9072000" cy="236762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620F739-BFEF-6C0B-2DD0-688D2BBC2092}"/>
              </a:ext>
            </a:extLst>
          </p:cNvPr>
          <p:cNvSpPr/>
          <p:nvPr/>
        </p:nvSpPr>
        <p:spPr>
          <a:xfrm>
            <a:off x="76200" y="1981200"/>
            <a:ext cx="1600200" cy="4572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5661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Problems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71450" y="1066800"/>
            <a:ext cx="866775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Zapf Dingbat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5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0E2B9B-2DC5-D0FB-F2FD-4B81311911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992" y="1295400"/>
            <a:ext cx="7064015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823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Problems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71450" y="1066800"/>
            <a:ext cx="866775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Zapf Dingbat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6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2B491C-7B43-2C77-2649-EA170953B2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369929"/>
            <a:ext cx="7086600" cy="4385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963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Problems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71450" y="1066800"/>
            <a:ext cx="866775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Zapf Dingbat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7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32A8C9-2844-28CF-5BCD-31C109F5E3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810" y="1085523"/>
            <a:ext cx="7916380" cy="468695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B52F59B-2057-1DAB-5059-73BD14B98640}"/>
              </a:ext>
            </a:extLst>
          </p:cNvPr>
          <p:cNvSpPr/>
          <p:nvPr/>
        </p:nvSpPr>
        <p:spPr>
          <a:xfrm>
            <a:off x="8001000" y="5181600"/>
            <a:ext cx="1009650" cy="70961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8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Problems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71450" y="1066800"/>
            <a:ext cx="866775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Zapf Dingbat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8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B11D2F-DD58-1FE8-5FCE-5CE569DC6F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" y="2531215"/>
            <a:ext cx="7696200" cy="143549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E27331B-46BC-4AD5-23FC-3C474D4363EB}"/>
              </a:ext>
            </a:extLst>
          </p:cNvPr>
          <p:cNvSpPr/>
          <p:nvPr/>
        </p:nvSpPr>
        <p:spPr>
          <a:xfrm>
            <a:off x="827956" y="2731711"/>
            <a:ext cx="1676400" cy="6858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6788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Problems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71450" y="1066800"/>
            <a:ext cx="866775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Zapf Dingbat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9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8AACFC-B41F-F55B-2DE7-B30D7E4028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20779"/>
            <a:ext cx="7615864" cy="4567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904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Problems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71450" y="1066800"/>
            <a:ext cx="866775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Zapf Dingbat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10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BAD7C7-8749-77CF-A1A0-22398C8380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2163" y="813546"/>
            <a:ext cx="5906324" cy="5620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979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Problems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71450" y="1066800"/>
            <a:ext cx="866775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Zapf Dingbat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11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34FB3C-A7B2-24B0-25D8-00455A60F6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6425" y="914400"/>
            <a:ext cx="5257800" cy="22093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1D9E488-8434-0793-131C-A115028050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600" y="3339644"/>
            <a:ext cx="7344800" cy="2467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523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Problems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71450" y="1066800"/>
            <a:ext cx="866775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Zapf Dingbat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12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280A57-CCDD-A566-6DE3-68AC843D5A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113" y="537727"/>
            <a:ext cx="8554644" cy="6239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451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Problems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71450" y="1066800"/>
            <a:ext cx="866775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Zapf Dingbat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13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0DADE5-034C-6DC7-56C5-4C797DCEEA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35181"/>
            <a:ext cx="9036000" cy="176652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F5DD264-9ADB-94E4-C4AC-AF870CEED2D2}"/>
              </a:ext>
            </a:extLst>
          </p:cNvPr>
          <p:cNvSpPr/>
          <p:nvPr/>
        </p:nvSpPr>
        <p:spPr>
          <a:xfrm>
            <a:off x="171450" y="2739620"/>
            <a:ext cx="1657350" cy="38458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616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Problems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71450" y="1066800"/>
            <a:ext cx="866775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Zapf Dingbat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14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4D4B8D-8104-908A-6767-E809AE13A9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0" y="1066800"/>
            <a:ext cx="9036000" cy="425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047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Problems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71450" y="1066800"/>
            <a:ext cx="866775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Zapf Dingbat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15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A31E32-E0F6-186D-CD9F-2F4BA4FD73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405" y="1333500"/>
            <a:ext cx="8423189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383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Problems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71450" y="1066800"/>
            <a:ext cx="866775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Zapf Dingbat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16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E672BE-F84F-2F76-CBF1-41C379CCDB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909129"/>
            <a:ext cx="6705600" cy="5039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727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Problems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71450" y="1066800"/>
            <a:ext cx="866775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Zapf Dingbat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17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8EDB4B-887C-2E2F-627B-E8A1B1425D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5212" y="1081177"/>
            <a:ext cx="6220225" cy="4711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252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Problems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71450" y="1066800"/>
            <a:ext cx="866775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Zapf Dingbat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18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E16DAE-9FF4-3710-C9B8-286887E365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544" y="1371600"/>
            <a:ext cx="7354911" cy="4319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840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Problems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71450" y="1066800"/>
            <a:ext cx="866775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Zapf Dingbat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19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812418-DEF5-9C78-C124-2BA7394D08B1}"/>
              </a:ext>
            </a:extLst>
          </p:cNvPr>
          <p:cNvSpPr/>
          <p:nvPr/>
        </p:nvSpPr>
        <p:spPr>
          <a:xfrm>
            <a:off x="3810000" y="990600"/>
            <a:ext cx="3124200" cy="357188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91ECF22-BBD0-314A-5FA7-86E2280D51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481" y="1148052"/>
            <a:ext cx="6849038" cy="5100348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3FB6E977-F7A3-B7D7-69ED-CA2766043A3E}"/>
              </a:ext>
            </a:extLst>
          </p:cNvPr>
          <p:cNvSpPr/>
          <p:nvPr/>
        </p:nvSpPr>
        <p:spPr>
          <a:xfrm>
            <a:off x="6477000" y="4572000"/>
            <a:ext cx="1752600" cy="1752600"/>
          </a:xfrm>
          <a:prstGeom prst="ellipse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B0D403D-ADFD-41F0-CEDF-9A65C7E6A079}"/>
              </a:ext>
            </a:extLst>
          </p:cNvPr>
          <p:cNvSpPr/>
          <p:nvPr/>
        </p:nvSpPr>
        <p:spPr>
          <a:xfrm>
            <a:off x="6400800" y="5867400"/>
            <a:ext cx="685800" cy="381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E7152CE-442C-3FF9-DC66-D925E2AFFE2E}"/>
              </a:ext>
            </a:extLst>
          </p:cNvPr>
          <p:cNvSpPr/>
          <p:nvPr/>
        </p:nvSpPr>
        <p:spPr>
          <a:xfrm>
            <a:off x="7620000" y="5891212"/>
            <a:ext cx="452719" cy="357188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2287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Problems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71450" y="1066800"/>
                <a:ext cx="8667750" cy="51816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457200" indent="-457200" algn="just">
                  <a:lnSpc>
                    <a:spcPct val="150000"/>
                  </a:lnSpc>
                  <a:buAutoNum type="arabicPeriod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Use method of generating function to solve the recurrence relation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𝑛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=3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−1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+1;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≥1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given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=1.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	Hint: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𝐺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1</m:t>
                        </m:r>
                      </m:num>
                      <m:den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Zapf Dingbats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Zapf Dingbats"/>
                              </a:rPr>
                              <m:t>1−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Zapf Dingbats"/>
                              </a:rPr>
                              <m:t>𝑥</m:t>
                            </m:r>
                          </m:e>
                        </m:d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Zapf Dingbats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Zapf Dingbats"/>
                              </a:rPr>
                              <m:t>1−3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Zapf Dingbats"/>
                              </a:rPr>
                              <m:t>𝑥</m:t>
                            </m:r>
                          </m:e>
                        </m:d>
                      </m:den>
                    </m:f>
                  </m:oMath>
                </a14:m>
                <a:endParaRPr lang="en-US" sz="2400" b="0" dirty="0"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2. Use method of generating function to solve the recurrence relation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𝑛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−7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−1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+1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0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−2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=0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;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≥2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given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=1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0,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=41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.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	Hint: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𝐺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1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0−29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𝑥</m:t>
                        </m:r>
                      </m:num>
                      <m:den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Zapf Dingbats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Zapf Dingbats"/>
                              </a:rPr>
                              <m:t>1−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Zapf Dingbats"/>
                              </a:rPr>
                              <m:t>2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Zapf Dingbats"/>
                              </a:rPr>
                              <m:t>𝑥</m:t>
                            </m:r>
                          </m:e>
                        </m:d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Zapf Dingbats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Zapf Dingbats"/>
                              </a:rPr>
                              <m:t>1−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Zapf Dingbats"/>
                              </a:rPr>
                              <m:t>5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Zapf Dingbats"/>
                              </a:rPr>
                              <m:t>𝑥</m:t>
                            </m:r>
                          </m:e>
                        </m:d>
                      </m:den>
                    </m:f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</p:txBody>
          </p:sp>
        </mc:Choice>
        <mc:Fallback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450" y="1066800"/>
                <a:ext cx="8667750" cy="5181600"/>
              </a:xfrm>
              <a:prstGeom prst="rect">
                <a:avLst/>
              </a:prstGeom>
              <a:blipFill>
                <a:blip r:embed="rId3"/>
                <a:stretch>
                  <a:fillRect l="-1336" r="-1336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20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FB6E977-F7A3-B7D7-69ED-CA2766043A3E}"/>
              </a:ext>
            </a:extLst>
          </p:cNvPr>
          <p:cNvSpPr/>
          <p:nvPr/>
        </p:nvSpPr>
        <p:spPr>
          <a:xfrm>
            <a:off x="6477000" y="4572000"/>
            <a:ext cx="1752600" cy="1752600"/>
          </a:xfrm>
          <a:prstGeom prst="ellipse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B0D403D-ADFD-41F0-CEDF-9A65C7E6A079}"/>
              </a:ext>
            </a:extLst>
          </p:cNvPr>
          <p:cNvSpPr/>
          <p:nvPr/>
        </p:nvSpPr>
        <p:spPr>
          <a:xfrm>
            <a:off x="6400800" y="5867400"/>
            <a:ext cx="685800" cy="381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E7152CE-442C-3FF9-DC66-D925E2AFFE2E}"/>
              </a:ext>
            </a:extLst>
          </p:cNvPr>
          <p:cNvSpPr/>
          <p:nvPr/>
        </p:nvSpPr>
        <p:spPr>
          <a:xfrm>
            <a:off x="7620000" y="5891212"/>
            <a:ext cx="452719" cy="357188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446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Problems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71450" y="1066800"/>
                <a:ext cx="8667750" cy="51816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3. Use method of generating function to solve the recurrence relation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𝑆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+1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−2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𝑆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𝑛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4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𝑛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𝑆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0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=1,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≥0.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	Hint: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a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n</m:t>
                        </m:r>
                        <m:r>
                          <a:rPr lang="en-US" sz="24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+1</m:t>
                        </m:r>
                      </m:sub>
                    </m:sSub>
                    <m:r>
                      <a:rPr lang="en-US" sz="24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−2</m:t>
                    </m:r>
                    <m:sSub>
                      <m:sSubPr>
                        <m:ctrlPr>
                          <a:rPr lang="en-US" sz="24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a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n</m:t>
                        </m:r>
                      </m:sub>
                    </m:sSub>
                    <m:r>
                      <a:rPr lang="en-US" sz="24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=</m:t>
                    </m:r>
                    <m:sSup>
                      <m:sSupPr>
                        <m:ctrlPr>
                          <a:rPr lang="en-US" sz="24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24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4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n</m:t>
                        </m:r>
                      </m:sup>
                    </m:sSup>
                    <m:r>
                      <a:rPr lang="en-US" sz="24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;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𝐺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1−3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𝑥</m:t>
                        </m:r>
                      </m:num>
                      <m:den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Zapf Dingbats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Zapf Dingbats"/>
                              </a:rPr>
                              <m:t>1−2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Zapf Dingbats"/>
                              </a:rPr>
                              <m:t>𝑥</m:t>
                            </m:r>
                          </m:e>
                        </m:d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Zapf Dingbats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Zapf Dingbats"/>
                              </a:rPr>
                              <m:t>1−4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Zapf Dingbats"/>
                              </a:rPr>
                              <m:t>𝑥</m:t>
                            </m:r>
                          </m:e>
                        </m:d>
                      </m:den>
                    </m:f>
                  </m:oMath>
                </a14:m>
                <a:endParaRPr lang="en-US" sz="2400" b="0" dirty="0"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4.  Use method of generating function to solve the recurrence relation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+2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−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+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−6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𝑛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=0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;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given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2,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=1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.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	Hint: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𝐺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2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𝑥</m:t>
                        </m:r>
                      </m:num>
                      <m:den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Zapf Dingbats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Zapf Dingbats"/>
                              </a:rPr>
                              <m:t>1−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Zapf Dingbats"/>
                              </a:rPr>
                              <m:t>3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Zapf Dingbats"/>
                              </a:rPr>
                              <m:t>𝑥</m:t>
                            </m:r>
                          </m:e>
                        </m:d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Zapf Dingbats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Zapf Dingbats"/>
                              </a:rPr>
                              <m:t>1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Zapf Dingbats"/>
                              </a:rPr>
                              <m:t>+2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Zapf Dingbats"/>
                              </a:rPr>
                              <m:t>𝑥</m:t>
                            </m:r>
                          </m:e>
                        </m:d>
                      </m:den>
                    </m:f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</p:txBody>
          </p:sp>
        </mc:Choice>
        <mc:Fallback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450" y="1066800"/>
                <a:ext cx="8667750" cy="5181600"/>
              </a:xfrm>
              <a:prstGeom prst="rect">
                <a:avLst/>
              </a:prstGeom>
              <a:blipFill>
                <a:blip r:embed="rId3"/>
                <a:stretch>
                  <a:fillRect l="-1336" r="-1336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21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FB6E977-F7A3-B7D7-69ED-CA2766043A3E}"/>
              </a:ext>
            </a:extLst>
          </p:cNvPr>
          <p:cNvSpPr/>
          <p:nvPr/>
        </p:nvSpPr>
        <p:spPr>
          <a:xfrm>
            <a:off x="6477000" y="4572000"/>
            <a:ext cx="1752600" cy="1752600"/>
          </a:xfrm>
          <a:prstGeom prst="ellipse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B0D403D-ADFD-41F0-CEDF-9A65C7E6A079}"/>
              </a:ext>
            </a:extLst>
          </p:cNvPr>
          <p:cNvSpPr/>
          <p:nvPr/>
        </p:nvSpPr>
        <p:spPr>
          <a:xfrm>
            <a:off x="6400800" y="5867400"/>
            <a:ext cx="685800" cy="381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E7152CE-442C-3FF9-DC66-D925E2AFFE2E}"/>
              </a:ext>
            </a:extLst>
          </p:cNvPr>
          <p:cNvSpPr/>
          <p:nvPr/>
        </p:nvSpPr>
        <p:spPr>
          <a:xfrm>
            <a:off x="7620000" y="5891212"/>
            <a:ext cx="452719" cy="357188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6358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1_Default Design">
  <a:themeElements>
    <a:clrScheme name="1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20878</TotalTime>
  <Words>345</Words>
  <Application>Microsoft Office PowerPoint</Application>
  <PresentationFormat>On-screen Show (4:3)</PresentationFormat>
  <Paragraphs>86</Paragraphs>
  <Slides>21</Slides>
  <Notes>21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Bookman Old Style</vt:lpstr>
      <vt:lpstr>Cambria Math</vt:lpstr>
      <vt:lpstr>Times New Roman</vt:lpstr>
      <vt:lpstr>Verdana</vt:lpstr>
      <vt:lpstr>1_Default Design</vt:lpstr>
      <vt:lpstr>CorelDRAW</vt:lpstr>
      <vt:lpstr>Generating Functions</vt:lpstr>
      <vt:lpstr>Definition</vt:lpstr>
      <vt:lpstr>Problems</vt:lpstr>
      <vt:lpstr>Problems</vt:lpstr>
      <vt:lpstr>Problems</vt:lpstr>
      <vt:lpstr>Problems</vt:lpstr>
      <vt:lpstr>Problems</vt:lpstr>
      <vt:lpstr>Problems</vt:lpstr>
      <vt:lpstr>Problems</vt:lpstr>
      <vt:lpstr>Problems</vt:lpstr>
      <vt:lpstr>Problems</vt:lpstr>
      <vt:lpstr>Problems</vt:lpstr>
      <vt:lpstr>Problems</vt:lpstr>
      <vt:lpstr>Problems</vt:lpstr>
      <vt:lpstr>Problems</vt:lpstr>
      <vt:lpstr>Problems</vt:lpstr>
      <vt:lpstr>Problems</vt:lpstr>
      <vt:lpstr>Problems</vt:lpstr>
      <vt:lpstr>Problems</vt:lpstr>
      <vt:lpstr>Problems</vt:lpstr>
      <vt:lpstr>Problems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SENTHIL KUMAR</dc:creator>
  <cp:lastModifiedBy>Rajalaxmi Tm</cp:lastModifiedBy>
  <cp:revision>3648</cp:revision>
  <cp:lastPrinted>2025-07-09T11:40:31Z</cp:lastPrinted>
  <dcterms:created xsi:type="dcterms:W3CDTF">2006-09-22T10:59:01Z</dcterms:created>
  <dcterms:modified xsi:type="dcterms:W3CDTF">2025-10-08T04:28:03Z</dcterms:modified>
</cp:coreProperties>
</file>