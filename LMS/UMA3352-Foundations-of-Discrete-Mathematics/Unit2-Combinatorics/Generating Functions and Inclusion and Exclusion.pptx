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1"/>
  </p:sldMasterIdLst>
  <p:notesMasterIdLst>
    <p:notesMasterId r:id="rId51"/>
  </p:notesMasterIdLst>
  <p:handoutMasterIdLst>
    <p:handoutMasterId r:id="rId52"/>
  </p:handoutMasterIdLst>
  <p:sldIdLst>
    <p:sldId id="631" r:id="rId2"/>
    <p:sldId id="688" r:id="rId3"/>
    <p:sldId id="689" r:id="rId4"/>
    <p:sldId id="690" r:id="rId5"/>
    <p:sldId id="691" r:id="rId6"/>
    <p:sldId id="692" r:id="rId7"/>
    <p:sldId id="693" r:id="rId8"/>
    <p:sldId id="694" r:id="rId9"/>
    <p:sldId id="695" r:id="rId10"/>
    <p:sldId id="696" r:id="rId11"/>
    <p:sldId id="697" r:id="rId12"/>
    <p:sldId id="698" r:id="rId13"/>
    <p:sldId id="699" r:id="rId14"/>
    <p:sldId id="700" r:id="rId15"/>
    <p:sldId id="701" r:id="rId16"/>
    <p:sldId id="702" r:id="rId17"/>
    <p:sldId id="703" r:id="rId18"/>
    <p:sldId id="704" r:id="rId19"/>
    <p:sldId id="705" r:id="rId20"/>
    <p:sldId id="706" r:id="rId21"/>
    <p:sldId id="707" r:id="rId22"/>
    <p:sldId id="708" r:id="rId23"/>
    <p:sldId id="709" r:id="rId24"/>
    <p:sldId id="710" r:id="rId25"/>
    <p:sldId id="711" r:id="rId26"/>
    <p:sldId id="712" r:id="rId27"/>
    <p:sldId id="713" r:id="rId28"/>
    <p:sldId id="714" r:id="rId29"/>
    <p:sldId id="715" r:id="rId30"/>
    <p:sldId id="716" r:id="rId31"/>
    <p:sldId id="717" r:id="rId32"/>
    <p:sldId id="718" r:id="rId33"/>
    <p:sldId id="719" r:id="rId34"/>
    <p:sldId id="720" r:id="rId35"/>
    <p:sldId id="721" r:id="rId36"/>
    <p:sldId id="722" r:id="rId37"/>
    <p:sldId id="724" r:id="rId38"/>
    <p:sldId id="723" r:id="rId39"/>
    <p:sldId id="725" r:id="rId40"/>
    <p:sldId id="726" r:id="rId41"/>
    <p:sldId id="727" r:id="rId42"/>
    <p:sldId id="728" r:id="rId43"/>
    <p:sldId id="729" r:id="rId44"/>
    <p:sldId id="730" r:id="rId45"/>
    <p:sldId id="731" r:id="rId46"/>
    <p:sldId id="732" r:id="rId47"/>
    <p:sldId id="733" r:id="rId48"/>
    <p:sldId id="734" r:id="rId49"/>
    <p:sldId id="735" r:id="rId50"/>
  </p:sldIdLst>
  <p:sldSz cx="9144000" cy="6858000" type="screen4x3"/>
  <p:notesSz cx="7315200" cy="9601200"/>
  <p:defaultTextStyle>
    <a:defPPr>
      <a:defRPr lang="en-US"/>
    </a:defPPr>
    <a:lvl1pPr algn="l" rtl="0" fontAlgn="base">
      <a:spcBef>
        <a:spcPct val="0"/>
      </a:spcBef>
      <a:spcAft>
        <a:spcPct val="0"/>
      </a:spcAft>
      <a:defRPr sz="2000" kern="1200">
        <a:solidFill>
          <a:schemeClr val="tx1"/>
        </a:solidFill>
        <a:latin typeface="Arial" pitchFamily="34" charset="0"/>
        <a:ea typeface="+mn-ea"/>
        <a:cs typeface="+mn-cs"/>
      </a:defRPr>
    </a:lvl1pPr>
    <a:lvl2pPr marL="457200" algn="l" rtl="0" fontAlgn="base">
      <a:spcBef>
        <a:spcPct val="0"/>
      </a:spcBef>
      <a:spcAft>
        <a:spcPct val="0"/>
      </a:spcAft>
      <a:defRPr sz="2000" kern="1200">
        <a:solidFill>
          <a:schemeClr val="tx1"/>
        </a:solidFill>
        <a:latin typeface="Arial" pitchFamily="34" charset="0"/>
        <a:ea typeface="+mn-ea"/>
        <a:cs typeface="+mn-cs"/>
      </a:defRPr>
    </a:lvl2pPr>
    <a:lvl3pPr marL="914400" algn="l" rtl="0" fontAlgn="base">
      <a:spcBef>
        <a:spcPct val="0"/>
      </a:spcBef>
      <a:spcAft>
        <a:spcPct val="0"/>
      </a:spcAft>
      <a:defRPr sz="2000" kern="1200">
        <a:solidFill>
          <a:schemeClr val="tx1"/>
        </a:solidFill>
        <a:latin typeface="Arial" pitchFamily="34" charset="0"/>
        <a:ea typeface="+mn-ea"/>
        <a:cs typeface="+mn-cs"/>
      </a:defRPr>
    </a:lvl3pPr>
    <a:lvl4pPr marL="1371600" algn="l" rtl="0" fontAlgn="base">
      <a:spcBef>
        <a:spcPct val="0"/>
      </a:spcBef>
      <a:spcAft>
        <a:spcPct val="0"/>
      </a:spcAft>
      <a:defRPr sz="2000" kern="1200">
        <a:solidFill>
          <a:schemeClr val="tx1"/>
        </a:solidFill>
        <a:latin typeface="Arial" pitchFamily="34" charset="0"/>
        <a:ea typeface="+mn-ea"/>
        <a:cs typeface="+mn-cs"/>
      </a:defRPr>
    </a:lvl4pPr>
    <a:lvl5pPr marL="1828800" algn="l" rtl="0" fontAlgn="base">
      <a:spcBef>
        <a:spcPct val="0"/>
      </a:spcBef>
      <a:spcAft>
        <a:spcPct val="0"/>
      </a:spcAft>
      <a:defRPr sz="2000" kern="1200">
        <a:solidFill>
          <a:schemeClr val="tx1"/>
        </a:solidFill>
        <a:latin typeface="Arial" pitchFamily="34" charset="0"/>
        <a:ea typeface="+mn-ea"/>
        <a:cs typeface="+mn-cs"/>
      </a:defRPr>
    </a:lvl5pPr>
    <a:lvl6pPr marL="2286000" algn="l" defTabSz="914400" rtl="0" eaLnBrk="1" latinLnBrk="0" hangingPunct="1">
      <a:defRPr sz="2000" kern="1200">
        <a:solidFill>
          <a:schemeClr val="tx1"/>
        </a:solidFill>
        <a:latin typeface="Arial" pitchFamily="34" charset="0"/>
        <a:ea typeface="+mn-ea"/>
        <a:cs typeface="+mn-cs"/>
      </a:defRPr>
    </a:lvl6pPr>
    <a:lvl7pPr marL="2743200" algn="l" defTabSz="914400" rtl="0" eaLnBrk="1" latinLnBrk="0" hangingPunct="1">
      <a:defRPr sz="2000" kern="1200">
        <a:solidFill>
          <a:schemeClr val="tx1"/>
        </a:solidFill>
        <a:latin typeface="Arial" pitchFamily="34" charset="0"/>
        <a:ea typeface="+mn-ea"/>
        <a:cs typeface="+mn-cs"/>
      </a:defRPr>
    </a:lvl7pPr>
    <a:lvl8pPr marL="3200400" algn="l" defTabSz="914400" rtl="0" eaLnBrk="1" latinLnBrk="0" hangingPunct="1">
      <a:defRPr sz="2000" kern="1200">
        <a:solidFill>
          <a:schemeClr val="tx1"/>
        </a:solidFill>
        <a:latin typeface="Arial" pitchFamily="34" charset="0"/>
        <a:ea typeface="+mn-ea"/>
        <a:cs typeface="+mn-cs"/>
      </a:defRPr>
    </a:lvl8pPr>
    <a:lvl9pPr marL="3657600" algn="l" defTabSz="914400" rtl="0" eaLnBrk="1" latinLnBrk="0" hangingPunct="1">
      <a:defRPr sz="20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309A"/>
    <a:srgbClr val="66CCFF"/>
    <a:srgbClr val="90B0D4"/>
    <a:srgbClr val="B4593C"/>
    <a:srgbClr val="0066CC"/>
    <a:srgbClr val="547B9C"/>
    <a:srgbClr val="0079BC"/>
    <a:srgbClr val="3E708E"/>
    <a:srgbClr val="3399FF"/>
    <a:srgbClr val="A54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FDFC52-9F1E-4482-8A43-4ECCEAF48F84}" v="2327" dt="2025-07-07T07:08:37.6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5332" autoAdjust="0"/>
  </p:normalViewPr>
  <p:slideViewPr>
    <p:cSldViewPr>
      <p:cViewPr varScale="1">
        <p:scale>
          <a:sx n="74" d="100"/>
          <a:sy n="74" d="100"/>
        </p:scale>
        <p:origin x="103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0"/>
    </p:cViewPr>
  </p:sorterViewPr>
  <p:notesViewPr>
    <p:cSldViewPr>
      <p:cViewPr varScale="1">
        <p:scale>
          <a:sx n="55" d="100"/>
          <a:sy n="55" d="100"/>
        </p:scale>
        <p:origin x="-28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laxmi Tm" userId="07d615e3-8cfe-4aec-8adf-6f27dc561784" providerId="ADAL" clId="{F5FDFC52-9F1E-4482-8A43-4ECCEAF48F84}"/>
    <pc:docChg chg="custSel addSld modSld modMainMaster modNotesMaster">
      <pc:chgData name="Rajalaxmi Tm" userId="07d615e3-8cfe-4aec-8adf-6f27dc561784" providerId="ADAL" clId="{F5FDFC52-9F1E-4482-8A43-4ECCEAF48F84}" dt="2025-07-07T07:08:37.635" v="2999" actId="113"/>
      <pc:docMkLst>
        <pc:docMk/>
      </pc:docMkLst>
      <pc:sldChg chg="modSp mod modNotes">
        <pc:chgData name="Rajalaxmi Tm" userId="07d615e3-8cfe-4aec-8adf-6f27dc561784" providerId="ADAL" clId="{F5FDFC52-9F1E-4482-8A43-4ECCEAF48F84}" dt="2025-07-07T04:25:27.291" v="35" actId="20577"/>
        <pc:sldMkLst>
          <pc:docMk/>
          <pc:sldMk cId="1053448063" sldId="631"/>
        </pc:sldMkLst>
        <pc:spChg chg="mod">
          <ac:chgData name="Rajalaxmi Tm" userId="07d615e3-8cfe-4aec-8adf-6f27dc561784" providerId="ADAL" clId="{F5FDFC52-9F1E-4482-8A43-4ECCEAF48F84}" dt="2025-07-07T04:25:27.291" v="35" actId="20577"/>
          <ac:spMkLst>
            <pc:docMk/>
            <pc:sldMk cId="1053448063" sldId="631"/>
            <ac:spMk id="8" creationId="{00000000-0000-0000-0000-000000000000}"/>
          </ac:spMkLst>
        </pc:spChg>
        <pc:spChg chg="mod">
          <ac:chgData name="Rajalaxmi Tm" userId="07d615e3-8cfe-4aec-8adf-6f27dc561784" providerId="ADAL" clId="{F5FDFC52-9F1E-4482-8A43-4ECCEAF48F84}" dt="2025-07-07T04:25:02.735" v="3"/>
          <ac:spMkLst>
            <pc:docMk/>
            <pc:sldMk cId="1053448063" sldId="631"/>
            <ac:spMk id="278530" creationId="{00000000-0000-0000-0000-000000000000}"/>
          </ac:spMkLst>
        </pc:spChg>
      </pc:sldChg>
      <pc:sldChg chg="delSp modSp mod modNotes">
        <pc:chgData name="Rajalaxmi Tm" userId="07d615e3-8cfe-4aec-8adf-6f27dc561784" providerId="ADAL" clId="{F5FDFC52-9F1E-4482-8A43-4ECCEAF48F84}" dt="2025-07-07T05:01:40.523" v="971" actId="113"/>
        <pc:sldMkLst>
          <pc:docMk/>
          <pc:sldMk cId="733264316" sldId="632"/>
        </pc:sldMkLst>
        <pc:spChg chg="mod">
          <ac:chgData name="Rajalaxmi Tm" userId="07d615e3-8cfe-4aec-8adf-6f27dc561784" providerId="ADAL" clId="{F5FDFC52-9F1E-4482-8A43-4ECCEAF48F84}" dt="2025-07-07T05:01:40.523" v="971" actId="113"/>
          <ac:spMkLst>
            <pc:docMk/>
            <pc:sldMk cId="733264316" sldId="632"/>
            <ac:spMk id="2" creationId="{7B6EA86C-E085-A00A-9709-3840D71DE022}"/>
          </ac:spMkLst>
        </pc:spChg>
        <pc:spChg chg="mod">
          <ac:chgData name="Rajalaxmi Tm" userId="07d615e3-8cfe-4aec-8adf-6f27dc561784" providerId="ADAL" clId="{F5FDFC52-9F1E-4482-8A43-4ECCEAF48F84}" dt="2025-07-07T04:55:16.003" v="625" actId="113"/>
          <ac:spMkLst>
            <pc:docMk/>
            <pc:sldMk cId="733264316" sldId="632"/>
            <ac:spMk id="7" creationId="{00000000-0000-0000-0000-000000000000}"/>
          </ac:spMkLst>
        </pc:spChg>
        <pc:spChg chg="del mod">
          <ac:chgData name="Rajalaxmi Tm" userId="07d615e3-8cfe-4aec-8adf-6f27dc561784" providerId="ADAL" clId="{F5FDFC52-9F1E-4482-8A43-4ECCEAF48F84}" dt="2025-07-07T04:26:04.744" v="60" actId="478"/>
          <ac:spMkLst>
            <pc:docMk/>
            <pc:sldMk cId="733264316" sldId="632"/>
            <ac:spMk id="8" creationId="{00000000-0000-0000-0000-000000000000}"/>
          </ac:spMkLst>
        </pc:spChg>
        <pc:spChg chg="mod">
          <ac:chgData name="Rajalaxmi Tm" userId="07d615e3-8cfe-4aec-8adf-6f27dc561784" providerId="ADAL" clId="{F5FDFC52-9F1E-4482-8A43-4ECCEAF48F84}" dt="2025-07-07T04:25:56.928" v="59" actId="20577"/>
          <ac:spMkLst>
            <pc:docMk/>
            <pc:sldMk cId="733264316" sldId="632"/>
            <ac:spMk id="278530" creationId="{00000000-0000-0000-0000-000000000000}"/>
          </ac:spMkLst>
        </pc:spChg>
      </pc:sldChg>
      <pc:sldChg chg="modSp mod">
        <pc:chgData name="Rajalaxmi Tm" userId="07d615e3-8cfe-4aec-8adf-6f27dc561784" providerId="ADAL" clId="{F5FDFC52-9F1E-4482-8A43-4ECCEAF48F84}" dt="2025-07-07T05:31:05.150" v="1912" actId="207"/>
        <pc:sldMkLst>
          <pc:docMk/>
          <pc:sldMk cId="1592017103" sldId="640"/>
        </pc:sldMkLst>
        <pc:spChg chg="mod">
          <ac:chgData name="Rajalaxmi Tm" userId="07d615e3-8cfe-4aec-8adf-6f27dc561784" providerId="ADAL" clId="{F5FDFC52-9F1E-4482-8A43-4ECCEAF48F84}" dt="2025-07-07T05:31:05.150" v="1912" actId="207"/>
          <ac:spMkLst>
            <pc:docMk/>
            <pc:sldMk cId="1592017103" sldId="640"/>
            <ac:spMk id="2" creationId="{C2911B4B-43F1-4A79-97B5-ACD47DFBF948}"/>
          </ac:spMkLst>
        </pc:spChg>
      </pc:sldChg>
      <pc:sldChg chg="modSp add mod">
        <pc:chgData name="Rajalaxmi Tm" userId="07d615e3-8cfe-4aec-8adf-6f27dc561784" providerId="ADAL" clId="{F5FDFC52-9F1E-4482-8A43-4ECCEAF48F84}" dt="2025-07-07T05:01:46.878" v="973" actId="113"/>
        <pc:sldMkLst>
          <pc:docMk/>
          <pc:sldMk cId="3243231708" sldId="641"/>
        </pc:sldMkLst>
        <pc:spChg chg="mod">
          <ac:chgData name="Rajalaxmi Tm" userId="07d615e3-8cfe-4aec-8adf-6f27dc561784" providerId="ADAL" clId="{F5FDFC52-9F1E-4482-8A43-4ECCEAF48F84}" dt="2025-07-07T05:01:46.878" v="973" actId="113"/>
          <ac:spMkLst>
            <pc:docMk/>
            <pc:sldMk cId="3243231708" sldId="641"/>
            <ac:spMk id="2" creationId="{06F5E048-A8EC-75B9-CEB4-34E8FDDBA7ED}"/>
          </ac:spMkLst>
        </pc:spChg>
        <pc:spChg chg="mod">
          <ac:chgData name="Rajalaxmi Tm" userId="07d615e3-8cfe-4aec-8adf-6f27dc561784" providerId="ADAL" clId="{F5FDFC52-9F1E-4482-8A43-4ECCEAF48F84}" dt="2025-07-07T04:57:04.234" v="739" actId="6549"/>
          <ac:spMkLst>
            <pc:docMk/>
            <pc:sldMk cId="3243231708" sldId="641"/>
            <ac:spMk id="7" creationId="{00000000-0000-0000-0000-000000000000}"/>
          </ac:spMkLst>
        </pc:spChg>
      </pc:sldChg>
      <pc:sldChg chg="modSp add mod modAnim">
        <pc:chgData name="Rajalaxmi Tm" userId="07d615e3-8cfe-4aec-8adf-6f27dc561784" providerId="ADAL" clId="{F5FDFC52-9F1E-4482-8A43-4ECCEAF48F84}" dt="2025-07-07T05:01:53.194" v="975" actId="113"/>
        <pc:sldMkLst>
          <pc:docMk/>
          <pc:sldMk cId="37369295" sldId="642"/>
        </pc:sldMkLst>
        <pc:spChg chg="mod">
          <ac:chgData name="Rajalaxmi Tm" userId="07d615e3-8cfe-4aec-8adf-6f27dc561784" providerId="ADAL" clId="{F5FDFC52-9F1E-4482-8A43-4ECCEAF48F84}" dt="2025-07-07T05:01:53.194" v="975" actId="113"/>
          <ac:spMkLst>
            <pc:docMk/>
            <pc:sldMk cId="37369295" sldId="642"/>
            <ac:spMk id="2" creationId="{C0790F49-8A6F-BEE7-72E7-B3901747ECEA}"/>
          </ac:spMkLst>
        </pc:spChg>
        <pc:spChg chg="mod">
          <ac:chgData name="Rajalaxmi Tm" userId="07d615e3-8cfe-4aec-8adf-6f27dc561784" providerId="ADAL" clId="{F5FDFC52-9F1E-4482-8A43-4ECCEAF48F84}" dt="2025-07-07T05:00:12.699" v="962" actId="33524"/>
          <ac:spMkLst>
            <pc:docMk/>
            <pc:sldMk cId="37369295" sldId="642"/>
            <ac:spMk id="7" creationId="{00000000-0000-0000-0000-000000000000}"/>
          </ac:spMkLst>
        </pc:spChg>
      </pc:sldChg>
      <pc:sldChg chg="modSp add modAnim">
        <pc:chgData name="Rajalaxmi Tm" userId="07d615e3-8cfe-4aec-8adf-6f27dc561784" providerId="ADAL" clId="{F5FDFC52-9F1E-4482-8A43-4ECCEAF48F84}" dt="2025-07-07T05:23:13.419" v="1701" actId="20577"/>
        <pc:sldMkLst>
          <pc:docMk/>
          <pc:sldMk cId="1062091573" sldId="643"/>
        </pc:sldMkLst>
        <pc:spChg chg="mod">
          <ac:chgData name="Rajalaxmi Tm" userId="07d615e3-8cfe-4aec-8adf-6f27dc561784" providerId="ADAL" clId="{F5FDFC52-9F1E-4482-8A43-4ECCEAF48F84}" dt="2025-07-07T05:23:13.419" v="1701" actId="20577"/>
          <ac:spMkLst>
            <pc:docMk/>
            <pc:sldMk cId="1062091573" sldId="643"/>
            <ac:spMk id="7" creationId="{00000000-0000-0000-0000-000000000000}"/>
          </ac:spMkLst>
        </pc:spChg>
      </pc:sldChg>
      <pc:sldChg chg="addSp modSp add mod modAnim">
        <pc:chgData name="Rajalaxmi Tm" userId="07d615e3-8cfe-4aec-8adf-6f27dc561784" providerId="ADAL" clId="{F5FDFC52-9F1E-4482-8A43-4ECCEAF48F84}" dt="2025-07-07T05:30:29.199" v="1905"/>
        <pc:sldMkLst>
          <pc:docMk/>
          <pc:sldMk cId="3506678138" sldId="644"/>
        </pc:sldMkLst>
        <pc:spChg chg="mod">
          <ac:chgData name="Rajalaxmi Tm" userId="07d615e3-8cfe-4aec-8adf-6f27dc561784" providerId="ADAL" clId="{F5FDFC52-9F1E-4482-8A43-4ECCEAF48F84}" dt="2025-07-07T05:29:49.303" v="1898" actId="20577"/>
          <ac:spMkLst>
            <pc:docMk/>
            <pc:sldMk cId="3506678138" sldId="644"/>
            <ac:spMk id="7" creationId="{00000000-0000-0000-0000-000000000000}"/>
          </ac:spMkLst>
        </pc:spChg>
        <pc:graphicFrameChg chg="add mod modGraphic">
          <ac:chgData name="Rajalaxmi Tm" userId="07d615e3-8cfe-4aec-8adf-6f27dc561784" providerId="ADAL" clId="{F5FDFC52-9F1E-4482-8A43-4ECCEAF48F84}" dt="2025-07-07T05:24:32.290" v="1725" actId="20577"/>
          <ac:graphicFrameMkLst>
            <pc:docMk/>
            <pc:sldMk cId="3506678138" sldId="644"/>
            <ac:graphicFrameMk id="3" creationId="{481CFE5A-F4EF-E185-3216-7131D3607D39}"/>
          </ac:graphicFrameMkLst>
        </pc:graphicFrameChg>
      </pc:sldChg>
      <pc:sldChg chg="delSp modSp add mod modAnim">
        <pc:chgData name="Rajalaxmi Tm" userId="07d615e3-8cfe-4aec-8adf-6f27dc561784" providerId="ADAL" clId="{F5FDFC52-9F1E-4482-8A43-4ECCEAF48F84}" dt="2025-07-07T06:54:01.629" v="2200"/>
        <pc:sldMkLst>
          <pc:docMk/>
          <pc:sldMk cId="2456599368" sldId="645"/>
        </pc:sldMkLst>
        <pc:spChg chg="mod">
          <ac:chgData name="Rajalaxmi Tm" userId="07d615e3-8cfe-4aec-8adf-6f27dc561784" providerId="ADAL" clId="{F5FDFC52-9F1E-4482-8A43-4ECCEAF48F84}" dt="2025-07-07T06:53:50.767" v="2198" actId="20577"/>
          <ac:spMkLst>
            <pc:docMk/>
            <pc:sldMk cId="2456599368" sldId="645"/>
            <ac:spMk id="7" creationId="{00000000-0000-0000-0000-000000000000}"/>
          </ac:spMkLst>
        </pc:spChg>
        <pc:graphicFrameChg chg="del">
          <ac:chgData name="Rajalaxmi Tm" userId="07d615e3-8cfe-4aec-8adf-6f27dc561784" providerId="ADAL" clId="{F5FDFC52-9F1E-4482-8A43-4ECCEAF48F84}" dt="2025-07-07T06:50:06.303" v="1914" actId="478"/>
          <ac:graphicFrameMkLst>
            <pc:docMk/>
            <pc:sldMk cId="2456599368" sldId="645"/>
            <ac:graphicFrameMk id="3" creationId="{481CFE5A-F4EF-E185-3216-7131D3607D39}"/>
          </ac:graphicFrameMkLst>
        </pc:graphicFrameChg>
      </pc:sldChg>
      <pc:sldChg chg="modSp add modAnim">
        <pc:chgData name="Rajalaxmi Tm" userId="07d615e3-8cfe-4aec-8adf-6f27dc561784" providerId="ADAL" clId="{F5FDFC52-9F1E-4482-8A43-4ECCEAF48F84}" dt="2025-07-07T07:00:37.209" v="2631" actId="113"/>
        <pc:sldMkLst>
          <pc:docMk/>
          <pc:sldMk cId="669036708" sldId="646"/>
        </pc:sldMkLst>
        <pc:spChg chg="mod">
          <ac:chgData name="Rajalaxmi Tm" userId="07d615e3-8cfe-4aec-8adf-6f27dc561784" providerId="ADAL" clId="{F5FDFC52-9F1E-4482-8A43-4ECCEAF48F84}" dt="2025-07-07T07:00:37.209" v="2631" actId="113"/>
          <ac:spMkLst>
            <pc:docMk/>
            <pc:sldMk cId="669036708" sldId="646"/>
            <ac:spMk id="7" creationId="{00000000-0000-0000-0000-000000000000}"/>
          </ac:spMkLst>
        </pc:spChg>
        <pc:spChg chg="mod">
          <ac:chgData name="Rajalaxmi Tm" userId="07d615e3-8cfe-4aec-8adf-6f27dc561784" providerId="ADAL" clId="{F5FDFC52-9F1E-4482-8A43-4ECCEAF48F84}" dt="2025-07-07T06:55:31.584" v="2234" actId="20577"/>
          <ac:spMkLst>
            <pc:docMk/>
            <pc:sldMk cId="669036708" sldId="646"/>
            <ac:spMk id="278530" creationId="{00000000-0000-0000-0000-000000000000}"/>
          </ac:spMkLst>
        </pc:spChg>
      </pc:sldChg>
      <pc:sldChg chg="addSp modSp add mod modAnim">
        <pc:chgData name="Rajalaxmi Tm" userId="07d615e3-8cfe-4aec-8adf-6f27dc561784" providerId="ADAL" clId="{F5FDFC52-9F1E-4482-8A43-4ECCEAF48F84}" dt="2025-07-07T07:08:37.635" v="2999" actId="113"/>
        <pc:sldMkLst>
          <pc:docMk/>
          <pc:sldMk cId="2124179861" sldId="647"/>
        </pc:sldMkLst>
        <pc:spChg chg="add mod">
          <ac:chgData name="Rajalaxmi Tm" userId="07d615e3-8cfe-4aec-8adf-6f27dc561784" providerId="ADAL" clId="{F5FDFC52-9F1E-4482-8A43-4ECCEAF48F84}" dt="2025-07-07T07:05:31.974" v="2811" actId="13822"/>
          <ac:spMkLst>
            <pc:docMk/>
            <pc:sldMk cId="2124179861" sldId="647"/>
            <ac:spMk id="3" creationId="{5628DFB5-176A-2380-8443-C28BE827C8B1}"/>
          </ac:spMkLst>
        </pc:spChg>
        <pc:spChg chg="add mod">
          <ac:chgData name="Rajalaxmi Tm" userId="07d615e3-8cfe-4aec-8adf-6f27dc561784" providerId="ADAL" clId="{F5FDFC52-9F1E-4482-8A43-4ECCEAF48F84}" dt="2025-07-07T07:05:52.485" v="2817" actId="1076"/>
          <ac:spMkLst>
            <pc:docMk/>
            <pc:sldMk cId="2124179861" sldId="647"/>
            <ac:spMk id="4" creationId="{D00CAEC3-9601-EBE9-B5FC-5858FD5A361B}"/>
          </ac:spMkLst>
        </pc:spChg>
        <pc:spChg chg="mod">
          <ac:chgData name="Rajalaxmi Tm" userId="07d615e3-8cfe-4aec-8adf-6f27dc561784" providerId="ADAL" clId="{F5FDFC52-9F1E-4482-8A43-4ECCEAF48F84}" dt="2025-07-07T07:08:37.635" v="2999" actId="113"/>
          <ac:spMkLst>
            <pc:docMk/>
            <pc:sldMk cId="2124179861" sldId="647"/>
            <ac:spMk id="7" creationId="{00000000-0000-0000-0000-000000000000}"/>
          </ac:spMkLst>
        </pc:spChg>
      </pc:sldChg>
      <pc:sldMasterChg chg="modSp modSldLayout">
        <pc:chgData name="Rajalaxmi Tm" userId="07d615e3-8cfe-4aec-8adf-6f27dc561784" providerId="ADAL" clId="{F5FDFC52-9F1E-4482-8A43-4ECCEAF48F84}" dt="2025-07-07T04:25:02.735" v="3"/>
        <pc:sldMasterMkLst>
          <pc:docMk/>
          <pc:sldMasterMk cId="0" sldId="2147483650"/>
        </pc:sldMasterMkLst>
        <pc:spChg chg="mod">
          <ac:chgData name="Rajalaxmi Tm" userId="07d615e3-8cfe-4aec-8adf-6f27dc561784" providerId="ADAL" clId="{F5FDFC52-9F1E-4482-8A43-4ECCEAF48F84}" dt="2025-07-07T04:25:02.735" v="3"/>
          <ac:spMkLst>
            <pc:docMk/>
            <pc:sldMasterMk cId="0" sldId="2147483650"/>
            <ac:spMk id="10242" creationId="{00000000-0000-0000-0000-000000000000}"/>
          </ac:spMkLst>
        </pc:spChg>
        <pc:spChg chg="mod">
          <ac:chgData name="Rajalaxmi Tm" userId="07d615e3-8cfe-4aec-8adf-6f27dc561784" providerId="ADAL" clId="{F5FDFC52-9F1E-4482-8A43-4ECCEAF48F84}" dt="2025-07-07T04:25:02.735" v="3"/>
          <ac:spMkLst>
            <pc:docMk/>
            <pc:sldMasterMk cId="0" sldId="2147483650"/>
            <ac:spMk id="10243" creationId="{00000000-0000-0000-0000-000000000000}"/>
          </ac:spMkLst>
        </pc:spChg>
        <pc:spChg chg="mod">
          <ac:chgData name="Rajalaxmi Tm" userId="07d615e3-8cfe-4aec-8adf-6f27dc561784" providerId="ADAL" clId="{F5FDFC52-9F1E-4482-8A43-4ECCEAF48F84}" dt="2025-07-07T04:25:02.735" v="3"/>
          <ac:spMkLst>
            <pc:docMk/>
            <pc:sldMasterMk cId="0" sldId="2147483650"/>
            <ac:spMk id="10245" creationId="{00000000-0000-0000-0000-000000000000}"/>
          </ac:spMkLst>
        </pc:spChg>
        <pc:graphicFrameChg chg="mod">
          <ac:chgData name="Rajalaxmi Tm" userId="07d615e3-8cfe-4aec-8adf-6f27dc561784" providerId="ADAL" clId="{F5FDFC52-9F1E-4482-8A43-4ECCEAF48F84}" dt="2025-07-07T04:25:02.735" v="3"/>
          <ac:graphicFrameMkLst>
            <pc:docMk/>
            <pc:sldMasterMk cId="0" sldId="2147483650"/>
            <ac:graphicFrameMk id="10244" creationId="{00000000-0000-0000-0000-000000000000}"/>
          </ac:graphicFrameMkLst>
        </pc:graphicFrameChg>
        <pc:sldLayoutChg chg="modSp">
          <pc:chgData name="Rajalaxmi Tm" userId="07d615e3-8cfe-4aec-8adf-6f27dc561784" providerId="ADAL" clId="{F5FDFC52-9F1E-4482-8A43-4ECCEAF48F84}" dt="2025-07-07T04:25:02.735" v="3"/>
          <pc:sldLayoutMkLst>
            <pc:docMk/>
            <pc:sldMasterMk cId="0" sldId="2147483650"/>
            <pc:sldLayoutMk cId="0" sldId="2147483651"/>
          </pc:sldLayoutMkLst>
          <pc:spChg chg="mod">
            <ac:chgData name="Rajalaxmi Tm" userId="07d615e3-8cfe-4aec-8adf-6f27dc561784" providerId="ADAL" clId="{F5FDFC52-9F1E-4482-8A43-4ECCEAF48F84}" dt="2025-07-07T04:25:02.735" v="3"/>
            <ac:spMkLst>
              <pc:docMk/>
              <pc:sldMasterMk cId="0" sldId="2147483650"/>
              <pc:sldLayoutMk cId="0" sldId="2147483651"/>
              <ac:spMk id="11267"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1"/>
              <ac:spMk id="11268" creationId="{00000000-0000-0000-0000-000000000000}"/>
            </ac:spMkLst>
          </pc:spChg>
          <pc:picChg chg="mod">
            <ac:chgData name="Rajalaxmi Tm" userId="07d615e3-8cfe-4aec-8adf-6f27dc561784" providerId="ADAL" clId="{F5FDFC52-9F1E-4482-8A43-4ECCEAF48F84}" dt="2025-07-07T04:25:02.735" v="3"/>
            <ac:picMkLst>
              <pc:docMk/>
              <pc:sldMasterMk cId="0" sldId="2147483650"/>
              <pc:sldLayoutMk cId="0" sldId="2147483651"/>
              <ac:picMk id="11266" creationId="{00000000-0000-0000-0000-000000000000}"/>
            </ac:picMkLst>
          </pc:picChg>
        </pc:sldLayoutChg>
        <pc:sldLayoutChg chg="modSp">
          <pc:chgData name="Rajalaxmi Tm" userId="07d615e3-8cfe-4aec-8adf-6f27dc561784" providerId="ADAL" clId="{F5FDFC52-9F1E-4482-8A43-4ECCEAF48F84}" dt="2025-07-07T04:25:02.735" v="3"/>
          <pc:sldLayoutMkLst>
            <pc:docMk/>
            <pc:sldMasterMk cId="0" sldId="2147483650"/>
            <pc:sldLayoutMk cId="0" sldId="2147483653"/>
          </pc:sldLayoutMkLst>
          <pc:spChg chg="mod">
            <ac:chgData name="Rajalaxmi Tm" userId="07d615e3-8cfe-4aec-8adf-6f27dc561784" providerId="ADAL" clId="{F5FDFC52-9F1E-4482-8A43-4ECCEAF48F84}" dt="2025-07-07T04:25:02.735" v="3"/>
            <ac:spMkLst>
              <pc:docMk/>
              <pc:sldMasterMk cId="0" sldId="2147483650"/>
              <pc:sldLayoutMk cId="0" sldId="2147483653"/>
              <ac:spMk id="2"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3"/>
              <ac:spMk id="3"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54"/>
          </pc:sldLayoutMkLst>
          <pc:spChg chg="mod">
            <ac:chgData name="Rajalaxmi Tm" userId="07d615e3-8cfe-4aec-8adf-6f27dc561784" providerId="ADAL" clId="{F5FDFC52-9F1E-4482-8A43-4ECCEAF48F84}" dt="2025-07-07T04:25:02.735" v="3"/>
            <ac:spMkLst>
              <pc:docMk/>
              <pc:sldMasterMk cId="0" sldId="2147483650"/>
              <pc:sldLayoutMk cId="0" sldId="2147483654"/>
              <ac:spMk id="3"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4"/>
              <ac:spMk id="4"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55"/>
          </pc:sldLayoutMkLst>
          <pc:spChg chg="mod">
            <ac:chgData name="Rajalaxmi Tm" userId="07d615e3-8cfe-4aec-8adf-6f27dc561784" providerId="ADAL" clId="{F5FDFC52-9F1E-4482-8A43-4ECCEAF48F84}" dt="2025-07-07T04:25:02.735" v="3"/>
            <ac:spMkLst>
              <pc:docMk/>
              <pc:sldMasterMk cId="0" sldId="2147483650"/>
              <pc:sldLayoutMk cId="0" sldId="2147483655"/>
              <ac:spMk id="3"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5"/>
              <ac:spMk id="4"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5"/>
              <ac:spMk id="5"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5"/>
              <ac:spMk id="6"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58"/>
          </pc:sldLayoutMkLst>
          <pc:spChg chg="mod">
            <ac:chgData name="Rajalaxmi Tm" userId="07d615e3-8cfe-4aec-8adf-6f27dc561784" providerId="ADAL" clId="{F5FDFC52-9F1E-4482-8A43-4ECCEAF48F84}" dt="2025-07-07T04:25:02.735" v="3"/>
            <ac:spMkLst>
              <pc:docMk/>
              <pc:sldMasterMk cId="0" sldId="2147483650"/>
              <pc:sldLayoutMk cId="0" sldId="2147483658"/>
              <ac:spMk id="2"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8"/>
              <ac:spMk id="3"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8"/>
              <ac:spMk id="4"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59"/>
          </pc:sldLayoutMkLst>
          <pc:spChg chg="mod">
            <ac:chgData name="Rajalaxmi Tm" userId="07d615e3-8cfe-4aec-8adf-6f27dc561784" providerId="ADAL" clId="{F5FDFC52-9F1E-4482-8A43-4ECCEAF48F84}" dt="2025-07-07T04:25:02.735" v="3"/>
            <ac:spMkLst>
              <pc:docMk/>
              <pc:sldMasterMk cId="0" sldId="2147483650"/>
              <pc:sldLayoutMk cId="0" sldId="2147483659"/>
              <ac:spMk id="2"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9"/>
              <ac:spMk id="3"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59"/>
              <ac:spMk id="4"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61"/>
          </pc:sldLayoutMkLst>
          <pc:spChg chg="mod">
            <ac:chgData name="Rajalaxmi Tm" userId="07d615e3-8cfe-4aec-8adf-6f27dc561784" providerId="ADAL" clId="{F5FDFC52-9F1E-4482-8A43-4ECCEAF48F84}" dt="2025-07-07T04:25:02.735" v="3"/>
            <ac:spMkLst>
              <pc:docMk/>
              <pc:sldMasterMk cId="0" sldId="2147483650"/>
              <pc:sldLayoutMk cId="0" sldId="2147483661"/>
              <ac:spMk id="2"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61"/>
              <ac:spMk id="3"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62"/>
          </pc:sldLayoutMkLst>
          <pc:spChg chg="mod">
            <ac:chgData name="Rajalaxmi Tm" userId="07d615e3-8cfe-4aec-8adf-6f27dc561784" providerId="ADAL" clId="{F5FDFC52-9F1E-4482-8A43-4ECCEAF48F84}" dt="2025-07-07T04:25:02.735" v="3"/>
            <ac:spMkLst>
              <pc:docMk/>
              <pc:sldMasterMk cId="0" sldId="2147483650"/>
              <pc:sldLayoutMk cId="0" sldId="2147483662"/>
              <ac:spMk id="2"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62"/>
              <ac:spMk id="3"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62"/>
              <ac:spMk id="4"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63"/>
          </pc:sldLayoutMkLst>
          <pc:spChg chg="mod">
            <ac:chgData name="Rajalaxmi Tm" userId="07d615e3-8cfe-4aec-8adf-6f27dc561784" providerId="ADAL" clId="{F5FDFC52-9F1E-4482-8A43-4ECCEAF48F84}" dt="2025-07-07T04:25:02.735" v="3"/>
            <ac:spMkLst>
              <pc:docMk/>
              <pc:sldMasterMk cId="0" sldId="2147483650"/>
              <pc:sldLayoutMk cId="0" sldId="2147483663"/>
              <ac:spMk id="2"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63"/>
              <ac:spMk id="3" creationId="{00000000-0000-0000-0000-000000000000}"/>
            </ac:spMkLst>
          </pc:spChg>
        </pc:sldLayoutChg>
        <pc:sldLayoutChg chg="modSp">
          <pc:chgData name="Rajalaxmi Tm" userId="07d615e3-8cfe-4aec-8adf-6f27dc561784" providerId="ADAL" clId="{F5FDFC52-9F1E-4482-8A43-4ECCEAF48F84}" dt="2025-07-07T04:25:02.735" v="3"/>
          <pc:sldLayoutMkLst>
            <pc:docMk/>
            <pc:sldMasterMk cId="0" sldId="2147483650"/>
            <pc:sldLayoutMk cId="0" sldId="2147483664"/>
          </pc:sldLayoutMkLst>
          <pc:spChg chg="mod">
            <ac:chgData name="Rajalaxmi Tm" userId="07d615e3-8cfe-4aec-8adf-6f27dc561784" providerId="ADAL" clId="{F5FDFC52-9F1E-4482-8A43-4ECCEAF48F84}" dt="2025-07-07T04:25:02.735" v="3"/>
            <ac:spMkLst>
              <pc:docMk/>
              <pc:sldMasterMk cId="0" sldId="2147483650"/>
              <pc:sldLayoutMk cId="0" sldId="2147483664"/>
              <ac:spMk id="2"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64"/>
              <ac:spMk id="3" creationId="{00000000-0000-0000-0000-000000000000}"/>
            </ac:spMkLst>
          </pc:spChg>
          <pc:spChg chg="mod">
            <ac:chgData name="Rajalaxmi Tm" userId="07d615e3-8cfe-4aec-8adf-6f27dc561784" providerId="ADAL" clId="{F5FDFC52-9F1E-4482-8A43-4ECCEAF48F84}" dt="2025-07-07T04:25:02.735" v="3"/>
            <ac:spMkLst>
              <pc:docMk/>
              <pc:sldMasterMk cId="0" sldId="2147483650"/>
              <pc:sldLayoutMk cId="0" sldId="2147483664"/>
              <ac:spMk id="4"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169699" cy="480226"/>
          </a:xfrm>
          <a:prstGeom prst="rect">
            <a:avLst/>
          </a:prstGeom>
        </p:spPr>
        <p:txBody>
          <a:bodyPr vert="horz" lIns="95590" tIns="47796" rIns="95590" bIns="47796" rtlCol="0"/>
          <a:lstStyle>
            <a:lvl1pPr algn="l">
              <a:defRPr sz="1200"/>
            </a:lvl1pPr>
          </a:lstStyle>
          <a:p>
            <a:endParaRPr lang="en-US"/>
          </a:p>
        </p:txBody>
      </p:sp>
      <p:sp>
        <p:nvSpPr>
          <p:cNvPr id="3" name="Date Placeholder 2"/>
          <p:cNvSpPr>
            <a:spLocks noGrp="1"/>
          </p:cNvSpPr>
          <p:nvPr>
            <p:ph type="dt" sz="quarter" idx="1"/>
          </p:nvPr>
        </p:nvSpPr>
        <p:spPr>
          <a:xfrm>
            <a:off x="4143833" y="2"/>
            <a:ext cx="3169699" cy="480226"/>
          </a:xfrm>
          <a:prstGeom prst="rect">
            <a:avLst/>
          </a:prstGeom>
        </p:spPr>
        <p:txBody>
          <a:bodyPr vert="horz" lIns="95590" tIns="47796" rIns="95590" bIns="47796" rtlCol="0"/>
          <a:lstStyle>
            <a:lvl1pPr algn="r">
              <a:defRPr sz="1200"/>
            </a:lvl1pPr>
          </a:lstStyle>
          <a:p>
            <a:fld id="{006C233A-9D74-4117-ACA8-060D36B7D83A}" type="datetimeFigureOut">
              <a:rPr lang="en-US" smtClean="0"/>
              <a:pPr/>
              <a:t>10/14/2025</a:t>
            </a:fld>
            <a:endParaRPr lang="en-US"/>
          </a:p>
        </p:txBody>
      </p:sp>
      <p:sp>
        <p:nvSpPr>
          <p:cNvPr id="4" name="Footer Placeholder 3"/>
          <p:cNvSpPr>
            <a:spLocks noGrp="1"/>
          </p:cNvSpPr>
          <p:nvPr>
            <p:ph type="ftr" sz="quarter" idx="2"/>
          </p:nvPr>
        </p:nvSpPr>
        <p:spPr>
          <a:xfrm>
            <a:off x="0" y="9119327"/>
            <a:ext cx="3169699" cy="480226"/>
          </a:xfrm>
          <a:prstGeom prst="rect">
            <a:avLst/>
          </a:prstGeom>
        </p:spPr>
        <p:txBody>
          <a:bodyPr vert="horz" lIns="95590" tIns="47796" rIns="95590" bIns="47796" rtlCol="0" anchor="b"/>
          <a:lstStyle>
            <a:lvl1pPr algn="l">
              <a:defRPr sz="1200"/>
            </a:lvl1pPr>
          </a:lstStyle>
          <a:p>
            <a:endParaRPr lang="en-US"/>
          </a:p>
        </p:txBody>
      </p:sp>
      <p:sp>
        <p:nvSpPr>
          <p:cNvPr id="5" name="Slide Number Placeholder 4"/>
          <p:cNvSpPr>
            <a:spLocks noGrp="1"/>
          </p:cNvSpPr>
          <p:nvPr>
            <p:ph type="sldNum" sz="quarter" idx="3"/>
          </p:nvPr>
        </p:nvSpPr>
        <p:spPr>
          <a:xfrm>
            <a:off x="4143833" y="9119327"/>
            <a:ext cx="3169699" cy="480226"/>
          </a:xfrm>
          <a:prstGeom prst="rect">
            <a:avLst/>
          </a:prstGeom>
        </p:spPr>
        <p:txBody>
          <a:bodyPr vert="horz" lIns="95590" tIns="47796" rIns="95590" bIns="47796" rtlCol="0" anchor="b"/>
          <a:lstStyle>
            <a:lvl1pPr algn="r">
              <a:defRPr sz="1200"/>
            </a:lvl1pPr>
          </a:lstStyle>
          <a:p>
            <a:fld id="{A28E399E-F7B0-4ADD-938A-755F22AEF967}" type="slidenum">
              <a:rPr lang="en-US" smtClean="0"/>
              <a:pPr/>
              <a:t>‹#›</a:t>
            </a:fld>
            <a:endParaRPr lang="en-US"/>
          </a:p>
        </p:txBody>
      </p:sp>
    </p:spTree>
    <p:extLst>
      <p:ext uri="{BB962C8B-B14F-4D97-AF65-F5344CB8AC3E}">
        <p14:creationId xmlns:p14="http://schemas.microsoft.com/office/powerpoint/2010/main" val="1309574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1"/>
            <a:ext cx="3169920" cy="480061"/>
          </a:xfrm>
          <a:prstGeom prst="rect">
            <a:avLst/>
          </a:prstGeom>
          <a:noFill/>
          <a:ln w="9525">
            <a:noFill/>
            <a:miter lim="800000"/>
            <a:headEnd/>
            <a:tailEnd/>
          </a:ln>
          <a:effectLst/>
        </p:spPr>
        <p:txBody>
          <a:bodyPr vert="horz" wrap="square" lIns="96682" tIns="48341" rIns="96682" bIns="48341" numCol="1" anchor="t" anchorCtr="0" compatLnSpc="1">
            <a:prstTxWarp prst="textNoShape">
              <a:avLst/>
            </a:prstTxWarp>
          </a:bodyPr>
          <a:lstStyle>
            <a:lvl1pPr>
              <a:defRPr sz="1200"/>
            </a:lvl1pPr>
          </a:lstStyle>
          <a:p>
            <a:endParaRPr lang="en-US"/>
          </a:p>
        </p:txBody>
      </p:sp>
      <p:sp>
        <p:nvSpPr>
          <p:cNvPr id="4099" name="Rectangle 3"/>
          <p:cNvSpPr>
            <a:spLocks noGrp="1" noChangeArrowheads="1"/>
          </p:cNvSpPr>
          <p:nvPr>
            <p:ph type="dt" idx="1"/>
          </p:nvPr>
        </p:nvSpPr>
        <p:spPr bwMode="auto">
          <a:xfrm>
            <a:off x="4145283" y="1"/>
            <a:ext cx="3169920" cy="480061"/>
          </a:xfrm>
          <a:prstGeom prst="rect">
            <a:avLst/>
          </a:prstGeom>
          <a:noFill/>
          <a:ln w="9525">
            <a:noFill/>
            <a:miter lim="800000"/>
            <a:headEnd/>
            <a:tailEnd/>
          </a:ln>
          <a:effectLst/>
        </p:spPr>
        <p:txBody>
          <a:bodyPr vert="horz" wrap="square" lIns="96682" tIns="48341" rIns="96682" bIns="48341" numCol="1" anchor="t" anchorCtr="0" compatLnSpc="1">
            <a:prstTxWarp prst="textNoShape">
              <a:avLst/>
            </a:prstTxWarp>
          </a:bodyPr>
          <a:lstStyle>
            <a:lvl1pPr algn="r">
              <a:defRPr sz="1200"/>
            </a:lvl1pPr>
          </a:lstStyle>
          <a:p>
            <a:endParaRPr lang="en-US"/>
          </a:p>
        </p:txBody>
      </p:sp>
      <p:sp>
        <p:nvSpPr>
          <p:cNvPr id="41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975361" y="4560572"/>
            <a:ext cx="5364480" cy="4320540"/>
          </a:xfrm>
          <a:prstGeom prst="rect">
            <a:avLst/>
          </a:prstGeom>
          <a:noFill/>
          <a:ln w="9525">
            <a:noFill/>
            <a:miter lim="800000"/>
            <a:headEnd/>
            <a:tailEnd/>
          </a:ln>
          <a:effectLst/>
        </p:spPr>
        <p:txBody>
          <a:bodyPr vert="horz" wrap="square" lIns="96682" tIns="48341" rIns="96682" bIns="4834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1" y="9121142"/>
            <a:ext cx="3169920" cy="480061"/>
          </a:xfrm>
          <a:prstGeom prst="rect">
            <a:avLst/>
          </a:prstGeom>
          <a:noFill/>
          <a:ln w="9525">
            <a:noFill/>
            <a:miter lim="800000"/>
            <a:headEnd/>
            <a:tailEnd/>
          </a:ln>
          <a:effectLst/>
        </p:spPr>
        <p:txBody>
          <a:bodyPr vert="horz" wrap="square" lIns="96682" tIns="48341" rIns="96682" bIns="48341" numCol="1" anchor="b" anchorCtr="0" compatLnSpc="1">
            <a:prstTxWarp prst="textNoShape">
              <a:avLst/>
            </a:prstTxWarp>
          </a:bodyPr>
          <a:lstStyle>
            <a:lvl1pPr>
              <a:defRPr sz="1200"/>
            </a:lvl1pPr>
          </a:lstStyle>
          <a:p>
            <a:endParaRPr lang="en-US"/>
          </a:p>
        </p:txBody>
      </p:sp>
      <p:sp>
        <p:nvSpPr>
          <p:cNvPr id="4103" name="Rectangle 7"/>
          <p:cNvSpPr>
            <a:spLocks noGrp="1" noChangeArrowheads="1"/>
          </p:cNvSpPr>
          <p:nvPr>
            <p:ph type="sldNum" sz="quarter" idx="5"/>
          </p:nvPr>
        </p:nvSpPr>
        <p:spPr bwMode="auto">
          <a:xfrm>
            <a:off x="4145283" y="9121142"/>
            <a:ext cx="3169920" cy="480061"/>
          </a:xfrm>
          <a:prstGeom prst="rect">
            <a:avLst/>
          </a:prstGeom>
          <a:noFill/>
          <a:ln w="9525">
            <a:noFill/>
            <a:miter lim="800000"/>
            <a:headEnd/>
            <a:tailEnd/>
          </a:ln>
          <a:effectLst/>
        </p:spPr>
        <p:txBody>
          <a:bodyPr vert="horz" wrap="square" lIns="96682" tIns="48341" rIns="96682" bIns="48341" numCol="1" anchor="b" anchorCtr="0" compatLnSpc="1">
            <a:prstTxWarp prst="textNoShape">
              <a:avLst/>
            </a:prstTxWarp>
          </a:bodyPr>
          <a:lstStyle>
            <a:lvl1pPr algn="r">
              <a:defRPr sz="1200"/>
            </a:lvl1pPr>
          </a:lstStyle>
          <a:p>
            <a:fld id="{848BB432-97C3-4B7D-8D6F-1BA494990EB4}" type="slidenum">
              <a:rPr lang="en-US"/>
              <a:pPr/>
              <a:t>‹#›</a:t>
            </a:fld>
            <a:endParaRPr lang="en-US"/>
          </a:p>
        </p:txBody>
      </p:sp>
    </p:spTree>
    <p:extLst>
      <p:ext uri="{BB962C8B-B14F-4D97-AF65-F5344CB8AC3E}">
        <p14:creationId xmlns:p14="http://schemas.microsoft.com/office/powerpoint/2010/main" val="425485377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479241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438418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2110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3057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5</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193406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6</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64548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7</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645715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8</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016741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9</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339936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10</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19419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11</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280780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12</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479571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13</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55034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14</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86893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15</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504566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16</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587007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17</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934118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18</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70205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19</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531402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20</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26975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21</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152788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22</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231431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23</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28964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24</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173398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25</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2401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26</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564527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27</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467880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28</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837367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29</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6990007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30</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679892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31</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9559982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32</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937097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33</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935197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34</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2043934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35</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312315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36</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973571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37</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5132831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38</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867759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39</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553498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40</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4922221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41</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4416599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42</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601882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43</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57020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44</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039130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45</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4170607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46</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9475414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47</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014877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48</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728999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36D09-445F-4409-95BE-72AAD8FC2949}" type="slidenum">
              <a:rPr lang="en-US"/>
              <a:pPr/>
              <a:t>49</a:t>
            </a:fld>
            <a:endParaRPr lang="en-US"/>
          </a:p>
        </p:txBody>
      </p:sp>
      <p:sp>
        <p:nvSpPr>
          <p:cNvPr id="279554" name="Rectangle 2"/>
          <p:cNvSpPr>
            <a:spLocks noGrp="1" noRot="1" noChangeAspect="1" noChangeArrowheads="1" noTextEdit="1"/>
          </p:cNvSpPr>
          <p:nvPr>
            <p:ph type="sldImg"/>
          </p:nvPr>
        </p:nvSpPr>
        <p:spPr>
          <a:xfrm>
            <a:off x="1257300" y="720725"/>
            <a:ext cx="4800600" cy="3600450"/>
          </a:xfrm>
          <a:ln/>
        </p:spPr>
      </p:sp>
      <p:sp>
        <p:nvSpPr>
          <p:cNvPr id="279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5532300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cstate="print"/>
          <a:srcRect/>
          <a:stretch>
            <a:fillRect/>
          </a:stretch>
        </p:blipFill>
        <p:spPr bwMode="auto">
          <a:xfrm>
            <a:off x="0" y="5589588"/>
            <a:ext cx="8991600" cy="1268412"/>
          </a:xfrm>
          <a:prstGeom prst="rect">
            <a:avLst/>
          </a:prstGeom>
          <a:noFill/>
        </p:spPr>
      </p:pic>
      <p:sp>
        <p:nvSpPr>
          <p:cNvPr id="11267" name="Rectangle 3"/>
          <p:cNvSpPr>
            <a:spLocks noGrp="1" noChangeArrowheads="1"/>
          </p:cNvSpPr>
          <p:nvPr>
            <p:ph type="ctrTitle"/>
          </p:nvPr>
        </p:nvSpPr>
        <p:spPr>
          <a:xfrm>
            <a:off x="685800" y="2286000"/>
            <a:ext cx="7772400" cy="1143000"/>
          </a:xfrm>
        </p:spPr>
        <p:txBody>
          <a:bodyPr/>
          <a:lstStyle>
            <a:lvl1pPr>
              <a:defRPr>
                <a:solidFill>
                  <a:srgbClr val="1B57B5"/>
                </a:solidFill>
              </a:defRPr>
            </a:lvl1pPr>
          </a:lstStyle>
          <a:p>
            <a:r>
              <a:rPr lang="en-US"/>
              <a:t>Click to edit Master title style</a:t>
            </a:r>
          </a:p>
        </p:txBody>
      </p:sp>
      <p:sp>
        <p:nvSpPr>
          <p:cNvPr id="11268" name="Rectangle 4"/>
          <p:cNvSpPr>
            <a:spLocks noGrp="1" noChangeArrowheads="1"/>
          </p:cNvSpPr>
          <p:nvPr>
            <p:ph type="subTitle" idx="1"/>
          </p:nvPr>
        </p:nvSpPr>
        <p:spPr>
          <a:xfrm>
            <a:off x="1371600" y="3810000"/>
            <a:ext cx="6400800" cy="1752600"/>
          </a:xfrm>
        </p:spPr>
        <p:txBody>
          <a:bodyPr/>
          <a:lstStyle>
            <a:lvl1pPr marL="0" indent="0" algn="ctr">
              <a:buFontTx/>
              <a:buNone/>
              <a:defRPr>
                <a:solidFill>
                  <a:schemeClr val="bg2"/>
                </a:solidFill>
              </a:defRPr>
            </a:lvl1pPr>
          </a:lstStyle>
          <a:p>
            <a:r>
              <a:rPr lang="en-US"/>
              <a:t>Click to edit Master subtitle style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921F4039-2622-4E0D-BA5F-DF613486EC3F}" type="slidenum">
              <a:rPr lang="en-US"/>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892" indent="0">
              <a:buNone/>
              <a:defRPr sz="1350"/>
            </a:lvl2pPr>
            <a:lvl3pPr marL="685783" indent="0">
              <a:buNone/>
              <a:defRPr sz="1200"/>
            </a:lvl3pPr>
            <a:lvl4pPr marL="1028675" indent="0">
              <a:buNone/>
              <a:defRPr sz="1050"/>
            </a:lvl4pPr>
            <a:lvl5pPr marL="1371566" indent="0">
              <a:buNone/>
              <a:defRPr sz="1050"/>
            </a:lvl5pPr>
            <a:lvl6pPr marL="1714457" indent="0">
              <a:buNone/>
              <a:defRPr sz="1050"/>
            </a:lvl6pPr>
            <a:lvl7pPr marL="2057348" indent="0">
              <a:buNone/>
              <a:defRPr sz="1050"/>
            </a:lvl7pPr>
            <a:lvl8pPr marL="2400240" indent="0">
              <a:buNone/>
              <a:defRPr sz="1050"/>
            </a:lvl8pPr>
            <a:lvl9pPr marL="2743132" indent="0">
              <a:buNone/>
              <a:defRPr sz="105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9A93D3DE-0D14-436D-A6F8-99F9FCD4509C}" type="slidenum">
              <a:rPr lang="en-US"/>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fld id="{DEF9CD4C-826D-4353-97CC-FD6B600239AB}" type="slidenum">
              <a:rPr lang="en-US"/>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fld id="{E7A862DA-0300-4660-A6BD-320860488EFE}" type="slidenum">
              <a:rPr lang="en-US"/>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fld id="{A715D3E4-362F-49DE-85B9-977E4CF2496F}" type="slidenum">
              <a:rPr lang="en-US"/>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A4670509-8842-45C7-8721-9FA549B616AB}" type="slidenum">
              <a:rPr lang="en-US"/>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15FF190B-BFCC-43ED-94C1-8545E3613419}" type="slidenum">
              <a:rPr lang="en-US"/>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A31E2E50-6244-4F8C-BC21-0143E7B1D612}" type="slidenum">
              <a:rPr lang="en-US"/>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04B17A84-1EF1-46E0-86F0-87EE23199E92}" type="slidenum">
              <a:rPr lang="en-US"/>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5EA6033A-ADCD-4E5D-B795-05F53A6B4939}" type="slidenum">
              <a:rPr lang="en-US"/>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6"/>
            <a:ext cx="8229600" cy="4525963"/>
          </a:xfrm>
        </p:spPr>
        <p:txBody>
          <a:bodyPr/>
          <a:lstStyle/>
          <a:p>
            <a:endParaRPr lang="en-US"/>
          </a:p>
        </p:txBody>
      </p:sp>
      <p:sp>
        <p:nvSpPr>
          <p:cNvPr id="4" name="Slide Number Placeholder 3"/>
          <p:cNvSpPr>
            <a:spLocks noGrp="1"/>
          </p:cNvSpPr>
          <p:nvPr>
            <p:ph type="sldNum" sz="quarter" idx="10"/>
          </p:nvPr>
        </p:nvSpPr>
        <p:spPr>
          <a:xfrm>
            <a:off x="0" y="6321425"/>
            <a:ext cx="9144000" cy="476250"/>
          </a:xfrm>
        </p:spPr>
        <p:txBody>
          <a:bodyPr/>
          <a:lstStyle>
            <a:lvl1pPr>
              <a:defRPr/>
            </a:lvl1pPr>
          </a:lstStyle>
          <a:p>
            <a:fld id="{E765331A-FB16-4349-BB1E-9292E7905A34}" type="slidenum">
              <a:rPr lang="en-US"/>
              <a:pPr/>
              <a:t>‹#›</a:t>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44"/>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p:cNvSpPr>
            <a:spLocks noGrp="1"/>
          </p:cNvSpPr>
          <p:nvPr>
            <p:ph type="sldNum" sz="quarter" idx="10"/>
          </p:nvPr>
        </p:nvSpPr>
        <p:spPr>
          <a:xfrm>
            <a:off x="0" y="6321425"/>
            <a:ext cx="9144000" cy="476250"/>
          </a:xfrm>
        </p:spPr>
        <p:txBody>
          <a:bodyPr/>
          <a:lstStyle>
            <a:lvl1pPr>
              <a:defRPr/>
            </a:lvl1pPr>
          </a:lstStyle>
          <a:p>
            <a:fld id="{CA127EDD-5AE7-4F7E-A3D2-120782799796}" type="slidenum">
              <a:rPr lang="en-US"/>
              <a:pPr/>
              <a:t>‹#›</a:t>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hart Placeholder 2"/>
          <p:cNvSpPr>
            <a:spLocks noGrp="1"/>
          </p:cNvSpPr>
          <p:nvPr>
            <p:ph type="chart" idx="1"/>
          </p:nvPr>
        </p:nvSpPr>
        <p:spPr>
          <a:xfrm>
            <a:off x="457200" y="1600206"/>
            <a:ext cx="8229600" cy="4525963"/>
          </a:xfrm>
        </p:spPr>
        <p:txBody>
          <a:bodyPr/>
          <a:lstStyle/>
          <a:p>
            <a:endParaRPr lang="en-US"/>
          </a:p>
        </p:txBody>
      </p:sp>
      <p:sp>
        <p:nvSpPr>
          <p:cNvPr id="4" name="Slide Number Placeholder 3"/>
          <p:cNvSpPr>
            <a:spLocks noGrp="1"/>
          </p:cNvSpPr>
          <p:nvPr>
            <p:ph type="sldNum" sz="quarter" idx="10"/>
          </p:nvPr>
        </p:nvSpPr>
        <p:spPr>
          <a:xfrm>
            <a:off x="0" y="6321425"/>
            <a:ext cx="9144000" cy="476250"/>
          </a:xfrm>
        </p:spPr>
        <p:txBody>
          <a:bodyPr/>
          <a:lstStyle>
            <a:lvl1pPr>
              <a:defRPr/>
            </a:lvl1pPr>
          </a:lstStyle>
          <a:p>
            <a:fld id="{50D1D595-6F66-4A04-B04D-68C711B5071F}" type="slidenum">
              <a:rPr lang="en-US"/>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43" name="Rectangle 3"/>
          <p:cNvSpPr>
            <a:spLocks noGrp="1" noChangeArrowheads="1"/>
          </p:cNvSpPr>
          <p:nvPr>
            <p:ph type="body" idx="1"/>
          </p:nvPr>
        </p:nvSpPr>
        <p:spPr bwMode="auto">
          <a:xfrm>
            <a:off x="457200" y="1600206"/>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aphicFrame>
        <p:nvGraphicFramePr>
          <p:cNvPr id="10244" name="Object 4"/>
          <p:cNvGraphicFramePr>
            <a:graphicFrameLocks noChangeAspect="1"/>
          </p:cNvGraphicFramePr>
          <p:nvPr>
            <p:extLst>
              <p:ext uri="{D42A27DB-BD31-4B8C-83A1-F6EECF244321}">
                <p14:modId xmlns:p14="http://schemas.microsoft.com/office/powerpoint/2010/main" val="2091961710"/>
              </p:ext>
            </p:extLst>
          </p:nvPr>
        </p:nvGraphicFramePr>
        <p:xfrm>
          <a:off x="3" y="6117460"/>
          <a:ext cx="9143999" cy="788671"/>
        </p:xfrm>
        <a:graphic>
          <a:graphicData uri="http://schemas.openxmlformats.org/presentationml/2006/ole">
            <mc:AlternateContent xmlns:mc="http://schemas.openxmlformats.org/markup-compatibility/2006">
              <mc:Choice xmlns:v="urn:schemas-microsoft-com:vml" Requires="v">
                <p:oleObj name="CorelDRAW" r:id="rId16" imgW="9570600" imgH="657720" progId="">
                  <p:embed/>
                </p:oleObj>
              </mc:Choice>
              <mc:Fallback>
                <p:oleObj name="CorelDRAW" r:id="rId16" imgW="9570600" imgH="657720" progId="">
                  <p:embed/>
                  <p:pic>
                    <p:nvPicPr>
                      <p:cNvPr id="10244"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 y="6117460"/>
                        <a:ext cx="9143999" cy="788671"/>
                      </a:xfrm>
                      <a:prstGeom prst="rect">
                        <a:avLst/>
                      </a:prstGeom>
                      <a:noFill/>
                      <a:ln>
                        <a:noFill/>
                      </a:ln>
                    </p:spPr>
                  </p:pic>
                </p:oleObj>
              </mc:Fallback>
            </mc:AlternateContent>
          </a:graphicData>
        </a:graphic>
      </p:graphicFrame>
      <p:sp>
        <p:nvSpPr>
          <p:cNvPr id="10245" name="Rectangle 5"/>
          <p:cNvSpPr>
            <a:spLocks noGrp="1" noChangeArrowheads="1"/>
          </p:cNvSpPr>
          <p:nvPr>
            <p:ph type="sldNum" sz="quarter" idx="4"/>
          </p:nvPr>
        </p:nvSpPr>
        <p:spPr bwMode="auto">
          <a:xfrm>
            <a:off x="0" y="6126164"/>
            <a:ext cx="91440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vl1pPr>
          </a:lstStyle>
          <a:p>
            <a:fld id="{8AFEF79D-0508-431A-9382-43A6F8BABA35}" type="slidenum">
              <a:rPr lang="en-US"/>
              <a:pPr/>
              <a:t>‹#›</a:t>
            </a:fld>
            <a:endParaRPr lang="en-US" dirty="0"/>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transition>
    <p:fade/>
  </p:transition>
  <p:hf hdr="0" ftr="0" dt="0"/>
  <p:txStyles>
    <p:titleStyle>
      <a:lvl1pPr algn="ctr" rtl="0" fontAlgn="base">
        <a:spcBef>
          <a:spcPct val="0"/>
        </a:spcBef>
        <a:spcAft>
          <a:spcPct val="0"/>
        </a:spcAft>
        <a:defRPr sz="3000">
          <a:solidFill>
            <a:schemeClr val="tx2"/>
          </a:solidFill>
          <a:latin typeface="+mj-lt"/>
          <a:ea typeface="+mj-ea"/>
          <a:cs typeface="+mj-cs"/>
        </a:defRPr>
      </a:lvl1pPr>
      <a:lvl2pPr algn="ctr" rtl="0" fontAlgn="base">
        <a:spcBef>
          <a:spcPct val="0"/>
        </a:spcBef>
        <a:spcAft>
          <a:spcPct val="0"/>
        </a:spcAft>
        <a:defRPr sz="3000">
          <a:solidFill>
            <a:schemeClr val="tx2"/>
          </a:solidFill>
          <a:latin typeface="Verdana" pitchFamily="34" charset="0"/>
        </a:defRPr>
      </a:lvl2pPr>
      <a:lvl3pPr algn="ctr" rtl="0" fontAlgn="base">
        <a:spcBef>
          <a:spcPct val="0"/>
        </a:spcBef>
        <a:spcAft>
          <a:spcPct val="0"/>
        </a:spcAft>
        <a:defRPr sz="3000">
          <a:solidFill>
            <a:schemeClr val="tx2"/>
          </a:solidFill>
          <a:latin typeface="Verdana" pitchFamily="34" charset="0"/>
        </a:defRPr>
      </a:lvl3pPr>
      <a:lvl4pPr algn="ctr" rtl="0" fontAlgn="base">
        <a:spcBef>
          <a:spcPct val="0"/>
        </a:spcBef>
        <a:spcAft>
          <a:spcPct val="0"/>
        </a:spcAft>
        <a:defRPr sz="3000">
          <a:solidFill>
            <a:schemeClr val="tx2"/>
          </a:solidFill>
          <a:latin typeface="Verdana" pitchFamily="34" charset="0"/>
        </a:defRPr>
      </a:lvl4pPr>
      <a:lvl5pPr algn="ctr" rtl="0" fontAlgn="base">
        <a:spcBef>
          <a:spcPct val="0"/>
        </a:spcBef>
        <a:spcAft>
          <a:spcPct val="0"/>
        </a:spcAft>
        <a:defRPr sz="3000">
          <a:solidFill>
            <a:schemeClr val="tx2"/>
          </a:solidFill>
          <a:latin typeface="Verdana" pitchFamily="34" charset="0"/>
        </a:defRPr>
      </a:lvl5pPr>
      <a:lvl6pPr marL="342892" algn="ctr" rtl="0" fontAlgn="base">
        <a:spcBef>
          <a:spcPct val="0"/>
        </a:spcBef>
        <a:spcAft>
          <a:spcPct val="0"/>
        </a:spcAft>
        <a:defRPr sz="3000">
          <a:solidFill>
            <a:schemeClr val="tx2"/>
          </a:solidFill>
          <a:latin typeface="Verdana" pitchFamily="34" charset="0"/>
        </a:defRPr>
      </a:lvl6pPr>
      <a:lvl7pPr marL="685783" algn="ctr" rtl="0" fontAlgn="base">
        <a:spcBef>
          <a:spcPct val="0"/>
        </a:spcBef>
        <a:spcAft>
          <a:spcPct val="0"/>
        </a:spcAft>
        <a:defRPr sz="3000">
          <a:solidFill>
            <a:schemeClr val="tx2"/>
          </a:solidFill>
          <a:latin typeface="Verdana" pitchFamily="34" charset="0"/>
        </a:defRPr>
      </a:lvl7pPr>
      <a:lvl8pPr marL="1028675" algn="ctr" rtl="0" fontAlgn="base">
        <a:spcBef>
          <a:spcPct val="0"/>
        </a:spcBef>
        <a:spcAft>
          <a:spcPct val="0"/>
        </a:spcAft>
        <a:defRPr sz="3000">
          <a:solidFill>
            <a:schemeClr val="tx2"/>
          </a:solidFill>
          <a:latin typeface="Verdana" pitchFamily="34" charset="0"/>
        </a:defRPr>
      </a:lvl8pPr>
      <a:lvl9pPr marL="1371566" algn="ctr" rtl="0" fontAlgn="base">
        <a:spcBef>
          <a:spcPct val="0"/>
        </a:spcBef>
        <a:spcAft>
          <a:spcPct val="0"/>
        </a:spcAft>
        <a:defRPr sz="3000">
          <a:solidFill>
            <a:schemeClr val="tx2"/>
          </a:solidFill>
          <a:latin typeface="Verdana" pitchFamily="34" charset="0"/>
        </a:defRPr>
      </a:lvl9pPr>
    </p:titleStyle>
    <p:bodyStyle>
      <a:lvl1pPr marL="257168" indent="-257168" algn="l" rtl="0" fontAlgn="base">
        <a:spcBef>
          <a:spcPct val="20000"/>
        </a:spcBef>
        <a:spcAft>
          <a:spcPct val="0"/>
        </a:spcAft>
        <a:buChar char="•"/>
        <a:defRPr sz="2400">
          <a:solidFill>
            <a:schemeClr val="tx1"/>
          </a:solidFill>
          <a:latin typeface="+mn-lt"/>
          <a:ea typeface="+mn-ea"/>
          <a:cs typeface="+mn-cs"/>
        </a:defRPr>
      </a:lvl1pPr>
      <a:lvl2pPr marL="557199" indent="-214308" algn="l" rtl="0" fontAlgn="base">
        <a:spcBef>
          <a:spcPct val="20000"/>
        </a:spcBef>
        <a:spcAft>
          <a:spcPct val="0"/>
        </a:spcAft>
        <a:buChar char="–"/>
        <a:defRPr sz="2100">
          <a:solidFill>
            <a:schemeClr val="tx1"/>
          </a:solidFill>
          <a:latin typeface="+mn-lt"/>
        </a:defRPr>
      </a:lvl2pPr>
      <a:lvl3pPr marL="857228" indent="-171446" algn="l" rtl="0" fontAlgn="base">
        <a:spcBef>
          <a:spcPct val="20000"/>
        </a:spcBef>
        <a:spcAft>
          <a:spcPct val="0"/>
        </a:spcAft>
        <a:buChar char="•"/>
        <a:defRPr sz="1800">
          <a:solidFill>
            <a:schemeClr val="tx1"/>
          </a:solidFill>
          <a:latin typeface="+mn-lt"/>
        </a:defRPr>
      </a:lvl3pPr>
      <a:lvl4pPr marL="1200120" indent="-171446" algn="l" rtl="0" fontAlgn="base">
        <a:spcBef>
          <a:spcPct val="20000"/>
        </a:spcBef>
        <a:spcAft>
          <a:spcPct val="0"/>
        </a:spcAft>
        <a:buChar char="–"/>
        <a:defRPr sz="1500">
          <a:solidFill>
            <a:schemeClr val="tx1"/>
          </a:solidFill>
          <a:latin typeface="+mn-lt"/>
        </a:defRPr>
      </a:lvl4pPr>
      <a:lvl5pPr marL="1543012" indent="-171446" algn="l" rtl="0" fontAlgn="base">
        <a:spcBef>
          <a:spcPct val="20000"/>
        </a:spcBef>
        <a:spcAft>
          <a:spcPct val="0"/>
        </a:spcAft>
        <a:buChar char="»"/>
        <a:defRPr sz="1500">
          <a:solidFill>
            <a:schemeClr val="tx1"/>
          </a:solidFill>
          <a:latin typeface="+mn-lt"/>
        </a:defRPr>
      </a:lvl5pPr>
      <a:lvl6pPr marL="1885903" indent="-171446" algn="l" rtl="0" fontAlgn="base">
        <a:spcBef>
          <a:spcPct val="20000"/>
        </a:spcBef>
        <a:spcAft>
          <a:spcPct val="0"/>
        </a:spcAft>
        <a:buChar char="»"/>
        <a:defRPr sz="1500">
          <a:solidFill>
            <a:schemeClr val="tx1"/>
          </a:solidFill>
          <a:latin typeface="+mn-lt"/>
        </a:defRPr>
      </a:lvl6pPr>
      <a:lvl7pPr marL="2228795" indent="-171446" algn="l" rtl="0" fontAlgn="base">
        <a:spcBef>
          <a:spcPct val="20000"/>
        </a:spcBef>
        <a:spcAft>
          <a:spcPct val="0"/>
        </a:spcAft>
        <a:buChar char="»"/>
        <a:defRPr sz="1500">
          <a:solidFill>
            <a:schemeClr val="tx1"/>
          </a:solidFill>
          <a:latin typeface="+mn-lt"/>
        </a:defRPr>
      </a:lvl7pPr>
      <a:lvl8pPr marL="2571686" indent="-171446" algn="l" rtl="0" fontAlgn="base">
        <a:spcBef>
          <a:spcPct val="20000"/>
        </a:spcBef>
        <a:spcAft>
          <a:spcPct val="0"/>
        </a:spcAft>
        <a:buChar char="»"/>
        <a:defRPr sz="1500">
          <a:solidFill>
            <a:schemeClr val="tx1"/>
          </a:solidFill>
          <a:latin typeface="+mn-lt"/>
        </a:defRPr>
      </a:lvl8pPr>
      <a:lvl9pPr marL="2914577" indent="-171446"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10060"/>
            <a:ext cx="9144000" cy="1485900"/>
          </a:xfrm>
          <a:solidFill>
            <a:srgbClr val="0079BC"/>
          </a:solidFill>
          <a:ln/>
        </p:spPr>
        <p:txBody>
          <a:bodyPr/>
          <a:lstStyle/>
          <a:p>
            <a:r>
              <a:rPr lang="en-US" sz="3200" b="1" dirty="0">
                <a:solidFill>
                  <a:schemeClr val="bg1"/>
                </a:solidFill>
                <a:latin typeface="Arial" pitchFamily="34" charset="0"/>
                <a:cs typeface="Arial" pitchFamily="34" charset="0"/>
              </a:rPr>
              <a:t>Generating Functions, Inclusion &amp; Exclusion Principles, Mathematical Induction</a:t>
            </a:r>
          </a:p>
        </p:txBody>
      </p:sp>
      <p:sp>
        <p:nvSpPr>
          <p:cNvPr id="8" name="TextBox 7"/>
          <p:cNvSpPr txBox="1"/>
          <p:nvPr/>
        </p:nvSpPr>
        <p:spPr>
          <a:xfrm>
            <a:off x="1143000" y="4419600"/>
            <a:ext cx="6858000" cy="1477328"/>
          </a:xfrm>
          <a:prstGeom prst="rect">
            <a:avLst/>
          </a:prstGeom>
          <a:noFill/>
        </p:spPr>
        <p:txBody>
          <a:bodyPr wrap="square" rtlCol="0">
            <a:spAutoFit/>
          </a:bodyPr>
          <a:lstStyle/>
          <a:p>
            <a:pPr algn="ctr"/>
            <a:r>
              <a:rPr lang="en-US" sz="1800" b="1" i="1" dirty="0">
                <a:solidFill>
                  <a:srgbClr val="0066CC"/>
                </a:solidFill>
              </a:rPr>
              <a:t>by</a:t>
            </a:r>
          </a:p>
          <a:p>
            <a:pPr algn="ctr"/>
            <a:endParaRPr lang="en-US" sz="1800" b="1" dirty="0">
              <a:solidFill>
                <a:srgbClr val="0066CC"/>
              </a:solidFill>
            </a:endParaRPr>
          </a:p>
          <a:p>
            <a:pPr algn="ctr"/>
            <a:r>
              <a:rPr lang="en-US" sz="1800" b="1" dirty="0">
                <a:solidFill>
                  <a:srgbClr val="0066CC"/>
                </a:solidFill>
              </a:rPr>
              <a:t>Dr. T. M. Rajalaxmi</a:t>
            </a:r>
          </a:p>
          <a:p>
            <a:pPr algn="ctr"/>
            <a:r>
              <a:rPr lang="en-US" sz="1800" b="1" dirty="0">
                <a:solidFill>
                  <a:srgbClr val="0066CC"/>
                </a:solidFill>
              </a:rPr>
              <a:t>Assistant Professor</a:t>
            </a:r>
          </a:p>
          <a:p>
            <a:pPr algn="ctr"/>
            <a:r>
              <a:rPr lang="en-US" sz="1800" b="1" dirty="0">
                <a:solidFill>
                  <a:srgbClr val="0066CC"/>
                </a:solidFill>
              </a:rPr>
              <a:t>Department of Mathematics</a:t>
            </a:r>
            <a:endParaRPr lang="en-US" sz="1200" b="1" dirty="0">
              <a:solidFill>
                <a:srgbClr val="0066CC"/>
              </a:solidFill>
            </a:endParaRPr>
          </a:p>
        </p:txBody>
      </p:sp>
      <p:sp>
        <p:nvSpPr>
          <p:cNvPr id="2" name="Slide Number Placeholder 1">
            <a:extLst>
              <a:ext uri="{FF2B5EF4-FFF2-40B4-BE49-F238E27FC236}">
                <a16:creationId xmlns:a16="http://schemas.microsoft.com/office/drawing/2014/main" id="{130D81AE-9945-6436-86F2-E6639788E040}"/>
              </a:ext>
            </a:extLst>
          </p:cNvPr>
          <p:cNvSpPr>
            <a:spLocks noGrp="1"/>
          </p:cNvSpPr>
          <p:nvPr>
            <p:ph type="sldNum" sz="quarter" idx="10"/>
          </p:nvPr>
        </p:nvSpPr>
        <p:spPr>
          <a:xfrm>
            <a:off x="0" y="6248400"/>
            <a:ext cx="9144000" cy="476250"/>
          </a:xfrm>
        </p:spPr>
        <p:txBody>
          <a:bodyPr/>
          <a:lstStyle/>
          <a:p>
            <a:fld id="{E765331A-FB16-4349-BB1E-9292E7905A34}" type="slidenum">
              <a:rPr lang="en-US" sz="1600" b="1" smtClean="0">
                <a:latin typeface="Bookman Old Style" panose="02050604050505020204" pitchFamily="18" charset="0"/>
              </a:rPr>
              <a:pPr/>
              <a:t>1</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053448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Definition</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The generating function for the sequence </a:t>
                </a:r>
                <a14:m>
                  <m:oMath xmlns:m="http://schemas.openxmlformats.org/officeDocument/2006/math">
                    <m:sSub>
                      <m:sSubPr>
                        <m:ctrlPr>
                          <a:rPr lang="en-US" sz="2400" b="0" i="1" smtClean="0">
                            <a:latin typeface="Cambria Math" panose="02040503050406030204" pitchFamily="18" charset="0"/>
                            <a:cs typeface="Arial" panose="020B0604020202020204" pitchFamily="34" charset="0"/>
                            <a:sym typeface="Zapf Dingbats"/>
                          </a:rPr>
                        </m:ctrlPr>
                      </m:sSubPr>
                      <m:e>
                        <m:r>
                          <a:rPr lang="en-US" sz="2400" b="0" i="1" smtClean="0">
                            <a:latin typeface="Cambria Math" panose="02040503050406030204" pitchFamily="18" charset="0"/>
                            <a:cs typeface="Arial" panose="020B0604020202020204" pitchFamily="34" charset="0"/>
                            <a:sym typeface="Zapf Dingbats"/>
                          </a:rPr>
                          <m:t>𝑎</m:t>
                        </m:r>
                      </m:e>
                      <m:sub>
                        <m:r>
                          <a:rPr lang="en-US" sz="2400" b="0" i="1" smtClean="0">
                            <a:latin typeface="Cambria Math" panose="02040503050406030204" pitchFamily="18" charset="0"/>
                            <a:cs typeface="Arial" panose="020B0604020202020204" pitchFamily="34" charset="0"/>
                            <a:sym typeface="Zapf Dingbats"/>
                          </a:rPr>
                          <m:t>0</m:t>
                        </m:r>
                      </m:sub>
                    </m:sSub>
                    <m:r>
                      <a:rPr lang="en-US" sz="2400" b="0" i="1" smtClean="0">
                        <a:latin typeface="Cambria Math" panose="02040503050406030204" pitchFamily="18" charset="0"/>
                        <a:cs typeface="Arial" panose="020B0604020202020204" pitchFamily="34" charset="0"/>
                        <a:sym typeface="Zapf Dingbats"/>
                      </a:rPr>
                      <m:t>,</m:t>
                    </m:r>
                    <m:sSub>
                      <m:sSubPr>
                        <m:ctrlPr>
                          <a:rPr lang="en-US" sz="2400" b="0" i="1" smtClean="0">
                            <a:latin typeface="Cambria Math" panose="02040503050406030204" pitchFamily="18" charset="0"/>
                            <a:cs typeface="Arial" panose="020B0604020202020204" pitchFamily="34" charset="0"/>
                            <a:sym typeface="Zapf Dingbats"/>
                          </a:rPr>
                        </m:ctrlPr>
                      </m:sSubPr>
                      <m:e>
                        <m:r>
                          <a:rPr lang="en-US" sz="2400" b="0" i="1" smtClean="0">
                            <a:latin typeface="Cambria Math" panose="02040503050406030204" pitchFamily="18" charset="0"/>
                            <a:cs typeface="Arial" panose="020B0604020202020204" pitchFamily="34" charset="0"/>
                            <a:sym typeface="Zapf Dingbats"/>
                          </a:rPr>
                          <m:t>𝑎</m:t>
                        </m:r>
                      </m:e>
                      <m:sub>
                        <m:r>
                          <a:rPr lang="en-US" sz="2400" b="0" i="1" smtClean="0">
                            <a:latin typeface="Cambria Math" panose="02040503050406030204" pitchFamily="18" charset="0"/>
                            <a:cs typeface="Arial" panose="020B0604020202020204" pitchFamily="34" charset="0"/>
                            <a:sym typeface="Zapf Dingbats"/>
                          </a:rPr>
                          <m:t>1</m:t>
                        </m:r>
                      </m:sub>
                    </m:sSub>
                    <m:r>
                      <a:rPr lang="en-US" sz="2400" b="0" i="1" smtClean="0">
                        <a:latin typeface="Cambria Math" panose="02040503050406030204" pitchFamily="18" charset="0"/>
                        <a:cs typeface="Arial" panose="020B0604020202020204" pitchFamily="34" charset="0"/>
                        <a:sym typeface="Zapf Dingbats"/>
                      </a:rPr>
                      <m:t>,…,</m:t>
                    </m:r>
                    <m:sSub>
                      <m:sSubPr>
                        <m:ctrlPr>
                          <a:rPr lang="en-US" sz="2400" b="0" i="1" smtClean="0">
                            <a:latin typeface="Cambria Math" panose="02040503050406030204" pitchFamily="18" charset="0"/>
                            <a:cs typeface="Arial" panose="020B0604020202020204" pitchFamily="34" charset="0"/>
                            <a:sym typeface="Zapf Dingbats"/>
                          </a:rPr>
                        </m:ctrlPr>
                      </m:sSubPr>
                      <m:e>
                        <m:r>
                          <a:rPr lang="en-US" sz="2400" b="0" i="1" smtClean="0">
                            <a:latin typeface="Cambria Math" panose="02040503050406030204" pitchFamily="18" charset="0"/>
                            <a:cs typeface="Arial" panose="020B0604020202020204" pitchFamily="34" charset="0"/>
                            <a:sym typeface="Zapf Dingbats"/>
                          </a:rPr>
                          <m:t>𝑎</m:t>
                        </m:r>
                      </m:e>
                      <m:sub>
                        <m:r>
                          <a:rPr lang="en-US" sz="2400" b="0" i="1" smtClean="0">
                            <a:latin typeface="Cambria Math" panose="02040503050406030204" pitchFamily="18" charset="0"/>
                            <a:cs typeface="Arial" panose="020B0604020202020204" pitchFamily="34" charset="0"/>
                            <a:sym typeface="Zapf Dingbats"/>
                          </a:rPr>
                          <m:t>𝑛</m:t>
                        </m:r>
                      </m:sub>
                    </m:sSub>
                    <m:r>
                      <a:rPr lang="en-US" sz="2400" b="0" i="1" smtClean="0">
                        <a:latin typeface="Cambria Math" panose="02040503050406030204" pitchFamily="18" charset="0"/>
                        <a:cs typeface="Arial" panose="020B0604020202020204" pitchFamily="34" charset="0"/>
                        <a:sym typeface="Zapf Dingbats"/>
                      </a:rPr>
                      <m:t>,..</m:t>
                    </m:r>
                  </m:oMath>
                </a14:m>
                <a:r>
                  <a:rPr lang="en-US" sz="2400" dirty="0">
                    <a:latin typeface="Times New Roman" panose="02020603050405020304" pitchFamily="18" charset="0"/>
                    <a:cs typeface="Times New Roman" panose="02020603050405020304" pitchFamily="18" charset="0"/>
                    <a:sym typeface="Zapf Dingbats"/>
                  </a:rPr>
                  <a:t> of real numbers is the infinite series</a:t>
                </a:r>
              </a:p>
              <a:p>
                <a:pPr marL="0" indent="0" algn="just">
                  <a:lnSpc>
                    <a:spcPct val="150000"/>
                  </a:lnSpc>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Arial" panose="020B0604020202020204" pitchFamily="34" charset="0"/>
                          <a:sym typeface="Zapf Dingbats"/>
                        </a:rPr>
                        <m:t>𝐺</m:t>
                      </m:r>
                      <m:d>
                        <m:dPr>
                          <m:ctrlPr>
                            <a:rPr lang="en-US" sz="2400" b="0" i="1" smtClean="0">
                              <a:latin typeface="Cambria Math" panose="02040503050406030204" pitchFamily="18" charset="0"/>
                              <a:cs typeface="Arial" panose="020B0604020202020204" pitchFamily="34" charset="0"/>
                              <a:sym typeface="Zapf Dingbats"/>
                            </a:rPr>
                          </m:ctrlPr>
                        </m:dPr>
                        <m:e>
                          <m:r>
                            <a:rPr lang="en-US" sz="2400" b="0" i="1" smtClean="0">
                              <a:latin typeface="Cambria Math" panose="02040503050406030204" pitchFamily="18" charset="0"/>
                              <a:cs typeface="Arial" panose="020B0604020202020204" pitchFamily="34" charset="0"/>
                              <a:sym typeface="Zapf Dingbats"/>
                            </a:rPr>
                            <m:t>𝑥</m:t>
                          </m:r>
                        </m:e>
                      </m:d>
                      <m:r>
                        <a:rPr lang="en-US" sz="2400" b="0" i="1" smtClean="0">
                          <a:latin typeface="Cambria Math" panose="02040503050406030204" pitchFamily="18" charset="0"/>
                          <a:cs typeface="Arial" panose="020B0604020202020204" pitchFamily="34" charset="0"/>
                          <a:sym typeface="Zapf Dingbats"/>
                        </a:rPr>
                        <m:t>=</m:t>
                      </m:r>
                      <m:sSub>
                        <m:sSubPr>
                          <m:ctrlPr>
                            <a:rPr lang="en-US" sz="2400" b="0" i="1" smtClean="0">
                              <a:latin typeface="Cambria Math" panose="02040503050406030204" pitchFamily="18" charset="0"/>
                              <a:cs typeface="Arial" panose="020B0604020202020204" pitchFamily="34" charset="0"/>
                              <a:sym typeface="Zapf Dingbats"/>
                            </a:rPr>
                          </m:ctrlPr>
                        </m:sSubPr>
                        <m:e>
                          <m:r>
                            <a:rPr lang="en-US" sz="2400" b="0" i="1" smtClean="0">
                              <a:latin typeface="Cambria Math" panose="02040503050406030204" pitchFamily="18" charset="0"/>
                              <a:cs typeface="Arial" panose="020B0604020202020204" pitchFamily="34" charset="0"/>
                              <a:sym typeface="Zapf Dingbats"/>
                            </a:rPr>
                            <m:t>𝑎</m:t>
                          </m:r>
                        </m:e>
                        <m:sub>
                          <m:r>
                            <a:rPr lang="en-US" sz="2400" b="0" i="1" smtClean="0">
                              <a:latin typeface="Cambria Math" panose="02040503050406030204" pitchFamily="18" charset="0"/>
                              <a:cs typeface="Arial" panose="020B0604020202020204" pitchFamily="34" charset="0"/>
                              <a:sym typeface="Zapf Dingbats"/>
                            </a:rPr>
                            <m:t>0</m:t>
                          </m:r>
                        </m:sub>
                      </m:sSub>
                      <m:r>
                        <a:rPr lang="en-US" sz="2400" b="0" i="1" smtClean="0">
                          <a:latin typeface="Cambria Math" panose="02040503050406030204" pitchFamily="18" charset="0"/>
                          <a:cs typeface="Arial" panose="020B0604020202020204" pitchFamily="34" charset="0"/>
                          <a:sym typeface="Zapf Dingbats"/>
                        </a:rPr>
                        <m:t>+</m:t>
                      </m:r>
                      <m:sSub>
                        <m:sSubPr>
                          <m:ctrlPr>
                            <a:rPr lang="en-US" sz="2400" b="0" i="1" smtClean="0">
                              <a:latin typeface="Cambria Math" panose="02040503050406030204" pitchFamily="18" charset="0"/>
                              <a:cs typeface="Arial" panose="020B0604020202020204" pitchFamily="34" charset="0"/>
                              <a:sym typeface="Zapf Dingbats"/>
                            </a:rPr>
                          </m:ctrlPr>
                        </m:sSubPr>
                        <m:e>
                          <m:r>
                            <a:rPr lang="en-US" sz="2400" b="0" i="1" smtClean="0">
                              <a:latin typeface="Cambria Math" panose="02040503050406030204" pitchFamily="18" charset="0"/>
                              <a:cs typeface="Arial" panose="020B0604020202020204" pitchFamily="34" charset="0"/>
                              <a:sym typeface="Zapf Dingbats"/>
                            </a:rPr>
                            <m:t>𝑎</m:t>
                          </m:r>
                        </m:e>
                        <m:sub>
                          <m:r>
                            <a:rPr lang="en-US" sz="2400" b="0" i="1" smtClean="0">
                              <a:latin typeface="Cambria Math" panose="02040503050406030204" pitchFamily="18" charset="0"/>
                              <a:cs typeface="Arial" panose="020B0604020202020204" pitchFamily="34" charset="0"/>
                              <a:sym typeface="Zapf Dingbats"/>
                            </a:rPr>
                            <m:t>1</m:t>
                          </m:r>
                        </m:sub>
                      </m:sSub>
                      <m:r>
                        <a:rPr lang="en-US" sz="2400" b="0" i="1" smtClean="0">
                          <a:latin typeface="Cambria Math" panose="02040503050406030204" pitchFamily="18" charset="0"/>
                          <a:cs typeface="Arial" panose="020B0604020202020204" pitchFamily="34" charset="0"/>
                          <a:sym typeface="Zapf Dingbats"/>
                        </a:rPr>
                        <m:t>𝑥</m:t>
                      </m:r>
                      <m:r>
                        <a:rPr lang="en-US" sz="2400" b="0" i="1" smtClean="0">
                          <a:latin typeface="Cambria Math" panose="02040503050406030204" pitchFamily="18" charset="0"/>
                          <a:cs typeface="Arial" panose="020B0604020202020204" pitchFamily="34" charset="0"/>
                          <a:sym typeface="Zapf Dingbats"/>
                        </a:rPr>
                        <m:t>+⋯⋯+</m:t>
                      </m:r>
                      <m:sSub>
                        <m:sSubPr>
                          <m:ctrlPr>
                            <a:rPr lang="en-US" sz="2400" b="0" i="1" smtClean="0">
                              <a:latin typeface="Cambria Math" panose="02040503050406030204" pitchFamily="18" charset="0"/>
                              <a:cs typeface="Arial" panose="020B0604020202020204" pitchFamily="34" charset="0"/>
                              <a:sym typeface="Zapf Dingbats"/>
                            </a:rPr>
                          </m:ctrlPr>
                        </m:sSubPr>
                        <m:e>
                          <m:r>
                            <a:rPr lang="en-US" sz="2400" b="0" i="1" smtClean="0">
                              <a:latin typeface="Cambria Math" panose="02040503050406030204" pitchFamily="18" charset="0"/>
                              <a:cs typeface="Arial" panose="020B0604020202020204" pitchFamily="34" charset="0"/>
                              <a:sym typeface="Zapf Dingbats"/>
                            </a:rPr>
                            <m:t>𝑎</m:t>
                          </m:r>
                        </m:e>
                        <m:sub>
                          <m:r>
                            <a:rPr lang="en-US" sz="2400" b="0" i="1" smtClean="0">
                              <a:latin typeface="Cambria Math" panose="02040503050406030204" pitchFamily="18" charset="0"/>
                              <a:cs typeface="Arial" panose="020B0604020202020204" pitchFamily="34" charset="0"/>
                              <a:sym typeface="Zapf Dingbats"/>
                            </a:rPr>
                            <m:t>𝑛</m:t>
                          </m:r>
                        </m:sub>
                      </m:sSub>
                      <m:sSup>
                        <m:sSupPr>
                          <m:ctrlPr>
                            <a:rPr lang="en-US" sz="2400" b="0" i="1" smtClean="0">
                              <a:latin typeface="Cambria Math" panose="02040503050406030204" pitchFamily="18" charset="0"/>
                              <a:cs typeface="Arial" panose="020B0604020202020204" pitchFamily="34" charset="0"/>
                              <a:sym typeface="Zapf Dingbats"/>
                            </a:rPr>
                          </m:ctrlPr>
                        </m:sSupPr>
                        <m:e>
                          <m:r>
                            <a:rPr lang="en-US" sz="2400" b="0" i="1" smtClean="0">
                              <a:latin typeface="Cambria Math" panose="02040503050406030204" pitchFamily="18" charset="0"/>
                              <a:cs typeface="Arial" panose="020B0604020202020204" pitchFamily="34" charset="0"/>
                              <a:sym typeface="Zapf Dingbats"/>
                            </a:rPr>
                            <m:t>𝑥</m:t>
                          </m:r>
                        </m:e>
                        <m:sup>
                          <m:r>
                            <a:rPr lang="en-US" sz="2400" b="0" i="1" smtClean="0">
                              <a:latin typeface="Cambria Math" panose="02040503050406030204" pitchFamily="18" charset="0"/>
                              <a:cs typeface="Arial" panose="020B0604020202020204" pitchFamily="34" charset="0"/>
                              <a:sym typeface="Zapf Dingbats"/>
                            </a:rPr>
                            <m:t>𝑛</m:t>
                          </m:r>
                        </m:sup>
                      </m:sSup>
                      <m:r>
                        <a:rPr lang="en-US" sz="2400" b="0" i="1" smtClean="0">
                          <a:latin typeface="Cambria Math" panose="02040503050406030204" pitchFamily="18" charset="0"/>
                          <a:cs typeface="Arial" panose="020B0604020202020204" pitchFamily="34" charset="0"/>
                          <a:sym typeface="Zapf Dingbats"/>
                        </a:rPr>
                        <m:t>+⋯⋯=</m:t>
                      </m:r>
                      <m:nary>
                        <m:naryPr>
                          <m:chr m:val="∑"/>
                          <m:ctrlPr>
                            <a:rPr lang="en-US" sz="2400" b="0" i="1" smtClean="0">
                              <a:latin typeface="Cambria Math" panose="02040503050406030204" pitchFamily="18" charset="0"/>
                              <a:cs typeface="Arial" panose="020B0604020202020204" pitchFamily="34" charset="0"/>
                              <a:sym typeface="Zapf Dingbats"/>
                            </a:rPr>
                          </m:ctrlPr>
                        </m:naryPr>
                        <m:sub>
                          <m:r>
                            <m:rPr>
                              <m:brk m:alnAt="23"/>
                            </m:rPr>
                            <a:rPr lang="en-US" sz="2400" b="0" i="1" smtClean="0">
                              <a:latin typeface="Cambria Math" panose="02040503050406030204" pitchFamily="18" charset="0"/>
                              <a:cs typeface="Arial" panose="020B0604020202020204" pitchFamily="34" charset="0"/>
                              <a:sym typeface="Zapf Dingbats"/>
                            </a:rPr>
                            <m:t>𝑛</m:t>
                          </m:r>
                          <m:r>
                            <a:rPr lang="en-US" sz="2400" b="0" i="1" smtClean="0">
                              <a:latin typeface="Cambria Math" panose="02040503050406030204" pitchFamily="18" charset="0"/>
                              <a:cs typeface="Arial" panose="020B0604020202020204" pitchFamily="34" charset="0"/>
                              <a:sym typeface="Zapf Dingbats"/>
                            </a:rPr>
                            <m:t>=0</m:t>
                          </m:r>
                        </m:sub>
                        <m:sup>
                          <m:r>
                            <a:rPr lang="en-US" sz="2400" b="0" i="1" smtClean="0">
                              <a:latin typeface="Cambria Math" panose="02040503050406030204" pitchFamily="18" charset="0"/>
                              <a:cs typeface="Arial" panose="020B0604020202020204" pitchFamily="34" charset="0"/>
                              <a:sym typeface="Zapf Dingbats"/>
                            </a:rPr>
                            <m:t>∞</m:t>
                          </m:r>
                        </m:sup>
                        <m:e>
                          <m:sSub>
                            <m:sSubPr>
                              <m:ctrlPr>
                                <a:rPr lang="en-US" sz="2400" b="0" i="1" smtClean="0">
                                  <a:latin typeface="Cambria Math" panose="02040503050406030204" pitchFamily="18" charset="0"/>
                                  <a:cs typeface="Arial" panose="020B0604020202020204" pitchFamily="34" charset="0"/>
                                  <a:sym typeface="Zapf Dingbats"/>
                                </a:rPr>
                              </m:ctrlPr>
                            </m:sSubPr>
                            <m:e>
                              <m:r>
                                <a:rPr lang="en-US" sz="2400" b="0" i="1" smtClean="0">
                                  <a:latin typeface="Cambria Math" panose="02040503050406030204" pitchFamily="18" charset="0"/>
                                  <a:cs typeface="Arial" panose="020B0604020202020204" pitchFamily="34" charset="0"/>
                                  <a:sym typeface="Zapf Dingbats"/>
                                </a:rPr>
                                <m:t>𝑎</m:t>
                              </m:r>
                            </m:e>
                            <m:sub>
                              <m:r>
                                <a:rPr lang="en-US" sz="2400" b="0" i="1" smtClean="0">
                                  <a:latin typeface="Cambria Math" panose="02040503050406030204" pitchFamily="18" charset="0"/>
                                  <a:cs typeface="Arial" panose="020B0604020202020204" pitchFamily="34" charset="0"/>
                                  <a:sym typeface="Zapf Dingbats"/>
                                </a:rPr>
                                <m:t>𝑛</m:t>
                              </m:r>
                            </m:sub>
                          </m:sSub>
                          <m:sSup>
                            <m:sSupPr>
                              <m:ctrlPr>
                                <a:rPr lang="en-US" sz="2400" b="0" i="1" smtClean="0">
                                  <a:latin typeface="Cambria Math" panose="02040503050406030204" pitchFamily="18" charset="0"/>
                                  <a:cs typeface="Arial" panose="020B0604020202020204" pitchFamily="34" charset="0"/>
                                  <a:sym typeface="Zapf Dingbats"/>
                                </a:rPr>
                              </m:ctrlPr>
                            </m:sSupPr>
                            <m:e>
                              <m:r>
                                <a:rPr lang="en-US" sz="2400" b="0" i="1" smtClean="0">
                                  <a:latin typeface="Cambria Math" panose="02040503050406030204" pitchFamily="18" charset="0"/>
                                  <a:cs typeface="Arial" panose="020B0604020202020204" pitchFamily="34" charset="0"/>
                                  <a:sym typeface="Zapf Dingbats"/>
                                </a:rPr>
                                <m:t>𝑥</m:t>
                              </m:r>
                            </m:e>
                            <m:sup>
                              <m:r>
                                <a:rPr lang="en-US" sz="2400" b="0" i="1" smtClean="0">
                                  <a:latin typeface="Cambria Math" panose="02040503050406030204" pitchFamily="18" charset="0"/>
                                  <a:cs typeface="Arial" panose="020B0604020202020204" pitchFamily="34" charset="0"/>
                                  <a:sym typeface="Zapf Dingbats"/>
                                </a:rPr>
                                <m:t>𝑛</m:t>
                              </m:r>
                            </m:sup>
                          </m:sSup>
                        </m:e>
                      </m:nary>
                    </m:oMath>
                  </m:oMathPara>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E.g. The generating function for the sequence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1,1,1,1,……</m:t>
                    </m:r>
                  </m:oMath>
                </a14:m>
                <a:r>
                  <a:rPr lang="en-US" sz="2400" dirty="0">
                    <a:latin typeface="Times New Roman" panose="02020603050405020304" pitchFamily="18" charset="0"/>
                    <a:cs typeface="Times New Roman" panose="02020603050405020304" pitchFamily="18" charset="0"/>
                    <a:sym typeface="Zapf Dingbats"/>
                  </a:rPr>
                  <a:t> is given by</a:t>
                </a:r>
              </a:p>
              <a:p>
                <a:pPr marL="0" indent="0" algn="just">
                  <a:lnSpc>
                    <a:spcPct val="150000"/>
                  </a:lnSpc>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Arial" panose="020B0604020202020204" pitchFamily="34" charset="0"/>
                          <a:sym typeface="Zapf Dingbats"/>
                        </a:rPr>
                        <m:t>𝐺</m:t>
                      </m:r>
                      <m:d>
                        <m:dPr>
                          <m:ctrlPr>
                            <a:rPr lang="en-US" sz="2400" i="1">
                              <a:latin typeface="Cambria Math" panose="02040503050406030204" pitchFamily="18" charset="0"/>
                              <a:cs typeface="Arial" panose="020B0604020202020204" pitchFamily="34" charset="0"/>
                              <a:sym typeface="Zapf Dingbats"/>
                            </a:rPr>
                          </m:ctrlPr>
                        </m:dPr>
                        <m:e>
                          <m:r>
                            <a:rPr lang="en-US" sz="2400" i="1">
                              <a:latin typeface="Cambria Math" panose="02040503050406030204" pitchFamily="18" charset="0"/>
                              <a:cs typeface="Arial" panose="020B0604020202020204" pitchFamily="34" charset="0"/>
                              <a:sym typeface="Zapf Dingbats"/>
                            </a:rPr>
                            <m:t>𝑥</m:t>
                          </m:r>
                        </m:e>
                      </m:d>
                      <m:r>
                        <a:rPr lang="en-US" sz="2400" i="1">
                          <a:latin typeface="Cambria Math" panose="02040503050406030204" pitchFamily="18" charset="0"/>
                          <a:cs typeface="Arial" panose="020B0604020202020204" pitchFamily="34" charset="0"/>
                          <a:sym typeface="Zapf Dingbats"/>
                        </a:rPr>
                        <m:t>=</m:t>
                      </m:r>
                      <m:nary>
                        <m:naryPr>
                          <m:chr m:val="∑"/>
                          <m:ctrlPr>
                            <a:rPr lang="en-US" sz="2400" i="1">
                              <a:latin typeface="Cambria Math" panose="02040503050406030204" pitchFamily="18" charset="0"/>
                              <a:cs typeface="Arial" panose="020B0604020202020204" pitchFamily="34" charset="0"/>
                              <a:sym typeface="Zapf Dingbats"/>
                            </a:rPr>
                          </m:ctrlPr>
                        </m:naryPr>
                        <m:sub>
                          <m:r>
                            <m:rPr>
                              <m:brk m:alnAt="23"/>
                            </m:rPr>
                            <a:rPr lang="en-US" sz="2400" i="1">
                              <a:latin typeface="Cambria Math" panose="02040503050406030204" pitchFamily="18" charset="0"/>
                              <a:cs typeface="Arial" panose="020B0604020202020204" pitchFamily="34" charset="0"/>
                              <a:sym typeface="Zapf Dingbats"/>
                            </a:rPr>
                            <m:t>𝑛</m:t>
                          </m:r>
                          <m:r>
                            <a:rPr lang="en-US" sz="2400" i="1">
                              <a:latin typeface="Cambria Math" panose="02040503050406030204" pitchFamily="18" charset="0"/>
                              <a:cs typeface="Arial" panose="020B0604020202020204" pitchFamily="34" charset="0"/>
                              <a:sym typeface="Zapf Dingbats"/>
                            </a:rPr>
                            <m:t>=0</m:t>
                          </m:r>
                        </m:sub>
                        <m:sup>
                          <m:r>
                            <a:rPr lang="en-US" sz="2400" i="1">
                              <a:latin typeface="Cambria Math" panose="02040503050406030204" pitchFamily="18" charset="0"/>
                              <a:cs typeface="Arial" panose="020B0604020202020204" pitchFamily="34" charset="0"/>
                              <a:sym typeface="Zapf Dingbats"/>
                            </a:rPr>
                            <m:t>∞</m:t>
                          </m:r>
                        </m:sup>
                        <m:e>
                          <m:sSup>
                            <m:sSupPr>
                              <m:ctrlPr>
                                <a:rPr lang="en-US" sz="2400" i="1">
                                  <a:latin typeface="Cambria Math" panose="02040503050406030204" pitchFamily="18" charset="0"/>
                                  <a:cs typeface="Arial" panose="020B0604020202020204" pitchFamily="34" charset="0"/>
                                  <a:sym typeface="Zapf Dingbats"/>
                                </a:rPr>
                              </m:ctrlPr>
                            </m:sSupPr>
                            <m:e>
                              <m:r>
                                <a:rPr lang="en-US" sz="2400" i="1">
                                  <a:latin typeface="Cambria Math" panose="02040503050406030204" pitchFamily="18" charset="0"/>
                                  <a:cs typeface="Arial" panose="020B0604020202020204" pitchFamily="34" charset="0"/>
                                  <a:sym typeface="Zapf Dingbats"/>
                                </a:rPr>
                                <m:t>𝑥</m:t>
                              </m:r>
                            </m:e>
                            <m:sup>
                              <m:r>
                                <a:rPr lang="en-US" sz="2400" i="1">
                                  <a:latin typeface="Cambria Math" panose="02040503050406030204" pitchFamily="18" charset="0"/>
                                  <a:cs typeface="Arial" panose="020B0604020202020204" pitchFamily="34" charset="0"/>
                                  <a:sym typeface="Zapf Dingbats"/>
                                </a:rPr>
                                <m:t>𝑛</m:t>
                              </m:r>
                            </m:sup>
                          </m:sSup>
                        </m:e>
                      </m:nary>
                      <m:r>
                        <a:rPr lang="en-US" sz="2400" b="0" i="1" smtClean="0">
                          <a:latin typeface="Cambria Math" panose="02040503050406030204" pitchFamily="18" charset="0"/>
                          <a:cs typeface="Arial" panose="020B0604020202020204" pitchFamily="34" charset="0"/>
                          <a:sym typeface="Zapf Dingbats"/>
                        </a:rPr>
                        <m:t>=</m:t>
                      </m:r>
                      <m:f>
                        <m:fPr>
                          <m:ctrlPr>
                            <a:rPr lang="en-US" sz="2400" b="0" i="1" smtClean="0">
                              <a:latin typeface="Cambria Math" panose="02040503050406030204" pitchFamily="18" charset="0"/>
                              <a:cs typeface="Arial" panose="020B0604020202020204" pitchFamily="34" charset="0"/>
                              <a:sym typeface="Zapf Dingbats"/>
                            </a:rPr>
                          </m:ctrlPr>
                        </m:fPr>
                        <m:num>
                          <m:r>
                            <a:rPr lang="en-US" sz="2400" b="0" i="1" smtClean="0">
                              <a:latin typeface="Cambria Math" panose="02040503050406030204" pitchFamily="18" charset="0"/>
                              <a:cs typeface="Arial" panose="020B0604020202020204" pitchFamily="34" charset="0"/>
                              <a:sym typeface="Zapf Dingbats"/>
                            </a:rPr>
                            <m:t>1</m:t>
                          </m:r>
                        </m:num>
                        <m:den>
                          <m:r>
                            <a:rPr lang="en-US" sz="2400" b="0" i="1" smtClean="0">
                              <a:latin typeface="Cambria Math" panose="02040503050406030204" pitchFamily="18" charset="0"/>
                              <a:cs typeface="Arial" panose="020B0604020202020204" pitchFamily="34" charset="0"/>
                              <a:sym typeface="Zapf Dingbats"/>
                            </a:rPr>
                            <m:t>1−</m:t>
                          </m:r>
                          <m:r>
                            <a:rPr lang="en-US" sz="2400" b="0" i="1" smtClean="0">
                              <a:latin typeface="Cambria Math" panose="02040503050406030204" pitchFamily="18" charset="0"/>
                              <a:cs typeface="Arial" panose="020B0604020202020204" pitchFamily="34" charset="0"/>
                              <a:sym typeface="Zapf Dingbats"/>
                            </a:rPr>
                            <m:t>𝑥</m:t>
                          </m:r>
                        </m:den>
                      </m:f>
                    </m:oMath>
                  </m:oMathPara>
                </a14:m>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2636650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Problem</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Using generating function, solve the recurrence relation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+2</m:t>
                        </m:r>
                      </m:sub>
                    </m:sSub>
                    <m:r>
                      <a:rPr lang="en-US" sz="2400" b="0" i="1" smtClean="0">
                        <a:latin typeface="Cambria Math" panose="02040503050406030204" pitchFamily="18" charset="0"/>
                        <a:cs typeface="Times New Roman" panose="02020603050405020304" pitchFamily="18" charset="0"/>
                        <a:sym typeface="Zapf Dingbats"/>
                      </a:rPr>
                      <m:t>−</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+1</m:t>
                        </m:r>
                      </m:sub>
                    </m:sSub>
                    <m:r>
                      <a:rPr lang="en-US" sz="2400" b="0" i="1" smtClean="0">
                        <a:latin typeface="Cambria Math" panose="02040503050406030204" pitchFamily="18" charset="0"/>
                        <a:cs typeface="Times New Roman" panose="02020603050405020304" pitchFamily="18" charset="0"/>
                        <a:sym typeface="Zapf Dingbats"/>
                      </a:rPr>
                      <m:t>−6</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sub>
                    </m:sSub>
                    <m:r>
                      <a:rPr lang="en-US" sz="2400" b="0" i="1" smtClean="0">
                        <a:latin typeface="Cambria Math" panose="02040503050406030204" pitchFamily="18" charset="0"/>
                        <a:cs typeface="Times New Roman" panose="02020603050405020304" pitchFamily="18" charset="0"/>
                        <a:sym typeface="Zapf Dingbats"/>
                      </a:rPr>
                      <m:t>=0, </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1</m:t>
                        </m:r>
                      </m:sub>
                    </m:sSub>
                    <m:r>
                      <a:rPr lang="en-US" sz="2400" b="0" i="1" smtClean="0">
                        <a:latin typeface="Cambria Math" panose="02040503050406030204" pitchFamily="18" charset="0"/>
                        <a:cs typeface="Times New Roman" panose="02020603050405020304" pitchFamily="18" charset="0"/>
                        <a:sym typeface="Zapf Dingbats"/>
                      </a:rPr>
                      <m:t>=1,</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0</m:t>
                        </m:r>
                      </m:sub>
                    </m:sSub>
                    <m:r>
                      <a:rPr lang="en-US" sz="2400" b="0" i="1" smtClean="0">
                        <a:latin typeface="Cambria Math" panose="02040503050406030204" pitchFamily="18" charset="0"/>
                        <a:cs typeface="Times New Roman" panose="02020603050405020304" pitchFamily="18" charset="0"/>
                        <a:sym typeface="Zapf Dingbats"/>
                      </a:rPr>
                      <m:t>=2.</m:t>
                    </m:r>
                  </m:oMath>
                </a14:m>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2848733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Problem</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Using generating function, solve the recurrence relation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+2</m:t>
                        </m:r>
                      </m:sub>
                    </m:sSub>
                    <m:r>
                      <a:rPr lang="en-US" sz="2400" b="0" i="1" smtClean="0">
                        <a:latin typeface="Cambria Math" panose="02040503050406030204" pitchFamily="18" charset="0"/>
                        <a:cs typeface="Times New Roman" panose="02020603050405020304" pitchFamily="18" charset="0"/>
                        <a:sym typeface="Zapf Dingbats"/>
                      </a:rPr>
                      <m:t>−</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+1</m:t>
                        </m:r>
                      </m:sub>
                    </m:sSub>
                    <m:r>
                      <a:rPr lang="en-US" sz="2400" b="0" i="1" smtClean="0">
                        <a:latin typeface="Cambria Math" panose="02040503050406030204" pitchFamily="18" charset="0"/>
                        <a:cs typeface="Times New Roman" panose="02020603050405020304" pitchFamily="18" charset="0"/>
                        <a:sym typeface="Zapf Dingbats"/>
                      </a:rPr>
                      <m:t>−6</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sub>
                    </m:sSub>
                    <m:r>
                      <a:rPr lang="en-US" sz="2400" b="0" i="1" smtClean="0">
                        <a:latin typeface="Cambria Math" panose="02040503050406030204" pitchFamily="18" charset="0"/>
                        <a:cs typeface="Times New Roman" panose="02020603050405020304" pitchFamily="18" charset="0"/>
                        <a:sym typeface="Zapf Dingbats"/>
                      </a:rPr>
                      <m:t>=0, </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1</m:t>
                        </m:r>
                      </m:sub>
                    </m:sSub>
                    <m:r>
                      <a:rPr lang="en-US" sz="2400" b="0" i="1" smtClean="0">
                        <a:latin typeface="Cambria Math" panose="02040503050406030204" pitchFamily="18" charset="0"/>
                        <a:cs typeface="Times New Roman" panose="02020603050405020304" pitchFamily="18" charset="0"/>
                        <a:sym typeface="Zapf Dingbats"/>
                      </a:rPr>
                      <m:t>=1,</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0</m:t>
                        </m:r>
                      </m:sub>
                    </m:sSub>
                    <m:r>
                      <a:rPr lang="en-US" sz="2400" b="0" i="1" smtClean="0">
                        <a:latin typeface="Cambria Math" panose="02040503050406030204" pitchFamily="18" charset="0"/>
                        <a:cs typeface="Times New Roman" panose="02020603050405020304" pitchFamily="18" charset="0"/>
                        <a:sym typeface="Zapf Dingbats"/>
                      </a:rPr>
                      <m:t>=2.</m:t>
                    </m:r>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Solution: Let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𝐺</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𝑥</m:t>
                        </m:r>
                      </m:e>
                    </m:d>
                  </m:oMath>
                </a14:m>
                <a:r>
                  <a:rPr lang="en-US" sz="2400" dirty="0">
                    <a:latin typeface="Times New Roman" panose="02020603050405020304" pitchFamily="18" charset="0"/>
                    <a:cs typeface="Times New Roman" panose="02020603050405020304" pitchFamily="18" charset="0"/>
                    <a:sym typeface="Zapf Dingbats"/>
                  </a:rPr>
                  <a:t> be the generating function for the sequence </a:t>
                </a:r>
                <a14:m>
                  <m:oMath xmlns:m="http://schemas.openxmlformats.org/officeDocument/2006/math">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sub>
                        </m:sSub>
                      </m:e>
                    </m:d>
                    <m:r>
                      <a:rPr lang="en-US" sz="2400" b="0" i="1" smtClean="0">
                        <a:latin typeface="Cambria Math" panose="02040503050406030204" pitchFamily="18" charset="0"/>
                        <a:cs typeface="Times New Roman" panose="02020603050405020304" pitchFamily="18" charset="0"/>
                        <a:sym typeface="Zapf Dingbats"/>
                      </a:rPr>
                      <m:t>, </m:t>
                    </m:r>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≥0.</m:t>
                    </m:r>
                  </m:oMath>
                </a14:m>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478083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Problem</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Using generating function, solve the recurrence relation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+2</m:t>
                        </m:r>
                      </m:sub>
                    </m:sSub>
                    <m:r>
                      <a:rPr lang="en-US" sz="2400" b="0" i="1" smtClean="0">
                        <a:latin typeface="Cambria Math" panose="02040503050406030204" pitchFamily="18" charset="0"/>
                        <a:cs typeface="Times New Roman" panose="02020603050405020304" pitchFamily="18" charset="0"/>
                        <a:sym typeface="Zapf Dingbats"/>
                      </a:rPr>
                      <m:t>−</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+1</m:t>
                        </m:r>
                      </m:sub>
                    </m:sSub>
                    <m:r>
                      <a:rPr lang="en-US" sz="2400" b="0" i="1" smtClean="0">
                        <a:latin typeface="Cambria Math" panose="02040503050406030204" pitchFamily="18" charset="0"/>
                        <a:cs typeface="Times New Roman" panose="02020603050405020304" pitchFamily="18" charset="0"/>
                        <a:sym typeface="Zapf Dingbats"/>
                      </a:rPr>
                      <m:t>−6</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sub>
                    </m:sSub>
                    <m:r>
                      <a:rPr lang="en-US" sz="2400" b="0" i="1" smtClean="0">
                        <a:latin typeface="Cambria Math" panose="02040503050406030204" pitchFamily="18" charset="0"/>
                        <a:cs typeface="Times New Roman" panose="02020603050405020304" pitchFamily="18" charset="0"/>
                        <a:sym typeface="Zapf Dingbats"/>
                      </a:rPr>
                      <m:t>=0, </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1</m:t>
                        </m:r>
                      </m:sub>
                    </m:sSub>
                    <m:r>
                      <a:rPr lang="en-US" sz="2400" b="0" i="1" smtClean="0">
                        <a:latin typeface="Cambria Math" panose="02040503050406030204" pitchFamily="18" charset="0"/>
                        <a:cs typeface="Times New Roman" panose="02020603050405020304" pitchFamily="18" charset="0"/>
                        <a:sym typeface="Zapf Dingbats"/>
                      </a:rPr>
                      <m:t>=1,</m:t>
                    </m:r>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0</m:t>
                        </m:r>
                      </m:sub>
                    </m:sSub>
                    <m:r>
                      <a:rPr lang="en-US" sz="2400" b="0" i="1" smtClean="0">
                        <a:latin typeface="Cambria Math" panose="02040503050406030204" pitchFamily="18" charset="0"/>
                        <a:cs typeface="Times New Roman" panose="02020603050405020304" pitchFamily="18" charset="0"/>
                        <a:sym typeface="Zapf Dingbats"/>
                      </a:rPr>
                      <m:t>=2.</m:t>
                    </m:r>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Solution: Let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𝐺</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𝑥</m:t>
                        </m:r>
                      </m:e>
                    </m:d>
                  </m:oMath>
                </a14:m>
                <a:r>
                  <a:rPr lang="en-US" sz="2400" dirty="0">
                    <a:latin typeface="Times New Roman" panose="02020603050405020304" pitchFamily="18" charset="0"/>
                    <a:cs typeface="Times New Roman" panose="02020603050405020304" pitchFamily="18" charset="0"/>
                    <a:sym typeface="Zapf Dingbats"/>
                  </a:rPr>
                  <a:t> be the generating function for the sequence </a:t>
                </a:r>
                <a14:m>
                  <m:oMath xmlns:m="http://schemas.openxmlformats.org/officeDocument/2006/math">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sub>
                        </m:sSub>
                      </m:e>
                    </m:d>
                    <m:r>
                      <a:rPr lang="en-US" sz="2400" b="0" i="1" smtClean="0">
                        <a:latin typeface="Cambria Math" panose="02040503050406030204" pitchFamily="18" charset="0"/>
                        <a:cs typeface="Times New Roman" panose="02020603050405020304" pitchFamily="18" charset="0"/>
                        <a:sym typeface="Zapf Dingbats"/>
                      </a:rPr>
                      <m:t>, </m:t>
                    </m:r>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≥0.</m:t>
                    </m:r>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nary>
                        <m:naryPr>
                          <m:chr m:val="∑"/>
                          <m:ctrlPr>
                            <a:rPr lang="en-US" sz="2400" i="1" smtClean="0">
                              <a:latin typeface="Cambria Math" panose="02040503050406030204" pitchFamily="18" charset="0"/>
                              <a:cs typeface="Times New Roman" panose="02020603050405020304" pitchFamily="18" charset="0"/>
                              <a:sym typeface="Zapf Dingbats"/>
                            </a:rPr>
                          </m:ctrlPr>
                        </m:naryPr>
                        <m:sub>
                          <m:r>
                            <m:rPr>
                              <m:brk m:alnAt="23"/>
                            </m:rP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=0</m:t>
                          </m:r>
                        </m:sub>
                        <m:sup>
                          <m:r>
                            <a:rPr lang="en-US" sz="2400" b="0" i="1" smtClean="0">
                              <a:latin typeface="Cambria Math" panose="02040503050406030204" pitchFamily="18" charset="0"/>
                              <a:cs typeface="Times New Roman" panose="02020603050405020304" pitchFamily="18" charset="0"/>
                              <a:sym typeface="Zapf Dingbats"/>
                            </a:rPr>
                            <m:t>∞</m:t>
                          </m:r>
                        </m:sup>
                        <m:e>
                          <m:sSub>
                            <m:sSubPr>
                              <m:ctrlPr>
                                <a:rPr lang="en-US" sz="2400" b="0" i="1" smtClean="0">
                                  <a:latin typeface="Cambria Math" panose="02040503050406030204" pitchFamily="18" charset="0"/>
                                  <a:cs typeface="Times New Roman" panose="02020603050405020304" pitchFamily="18" charset="0"/>
                                  <a:sym typeface="Zapf Dingbats"/>
                                </a:rPr>
                              </m:ctrlPr>
                            </m:sSubPr>
                            <m:e>
                              <m:r>
                                <a:rPr lang="en-US" sz="2400" b="0" i="1" smtClean="0">
                                  <a:latin typeface="Cambria Math" panose="02040503050406030204" pitchFamily="18" charset="0"/>
                                  <a:cs typeface="Times New Roman" panose="02020603050405020304" pitchFamily="18" charset="0"/>
                                  <a:sym typeface="Zapf Dingbats"/>
                                </a:rPr>
                                <m:t>𝑦</m:t>
                              </m:r>
                            </m:e>
                            <m:sub>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+2 </m:t>
                              </m:r>
                            </m:sub>
                          </m:sSub>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𝑥</m:t>
                              </m:r>
                            </m:e>
                            <m:sup>
                              <m:r>
                                <a:rPr lang="en-US" sz="2400" b="0" i="1" smtClean="0">
                                  <a:latin typeface="Cambria Math" panose="02040503050406030204" pitchFamily="18" charset="0"/>
                                  <a:cs typeface="Times New Roman" panose="02020603050405020304" pitchFamily="18" charset="0"/>
                                  <a:sym typeface="Zapf Dingbats"/>
                                </a:rPr>
                                <m:t>𝑛</m:t>
                              </m:r>
                            </m:sup>
                          </m:sSup>
                        </m:e>
                      </m:nary>
                      <m:r>
                        <a:rPr lang="en-US" sz="2400" b="0" i="1" smtClean="0">
                          <a:latin typeface="Cambria Math" panose="02040503050406030204" pitchFamily="18" charset="0"/>
                          <a:cs typeface="Times New Roman" panose="02020603050405020304" pitchFamily="18" charset="0"/>
                          <a:sym typeface="Zapf Dingbats"/>
                        </a:rPr>
                        <m:t>−</m:t>
                      </m:r>
                      <m:nary>
                        <m:naryPr>
                          <m:chr m:val="∑"/>
                          <m:ctrlPr>
                            <a:rPr lang="en-US" sz="2400" i="1">
                              <a:latin typeface="Cambria Math" panose="02040503050406030204" pitchFamily="18" charset="0"/>
                              <a:cs typeface="Times New Roman" panose="02020603050405020304" pitchFamily="18" charset="0"/>
                              <a:sym typeface="Zapf Dingbats"/>
                            </a:rPr>
                          </m:ctrlPr>
                        </m:naryPr>
                        <m:sub>
                          <m:r>
                            <m:rPr>
                              <m:brk m:alnAt="23"/>
                            </m:rPr>
                            <a:rPr lang="en-US" sz="2400" i="1">
                              <a:latin typeface="Cambria Math" panose="02040503050406030204" pitchFamily="18" charset="0"/>
                              <a:cs typeface="Times New Roman" panose="02020603050405020304" pitchFamily="18" charset="0"/>
                              <a:sym typeface="Zapf Dingbats"/>
                            </a:rPr>
                            <m:t>𝑛</m:t>
                          </m:r>
                          <m:r>
                            <a:rPr lang="en-US" sz="2400" i="1">
                              <a:latin typeface="Cambria Math" panose="02040503050406030204" pitchFamily="18" charset="0"/>
                              <a:cs typeface="Times New Roman" panose="02020603050405020304" pitchFamily="18" charset="0"/>
                              <a:sym typeface="Zapf Dingbats"/>
                            </a:rPr>
                            <m:t>=0</m:t>
                          </m:r>
                        </m:sub>
                        <m:sup>
                          <m:r>
                            <a:rPr lang="en-US" sz="2400" i="1">
                              <a:latin typeface="Cambria Math" panose="02040503050406030204" pitchFamily="18" charset="0"/>
                              <a:cs typeface="Times New Roman" panose="02020603050405020304" pitchFamily="18" charset="0"/>
                              <a:sym typeface="Zapf Dingbats"/>
                            </a:rPr>
                            <m:t>∞</m:t>
                          </m:r>
                        </m:sup>
                        <m:e>
                          <m:sSub>
                            <m:sSubPr>
                              <m:ctrlPr>
                                <a:rPr lang="en-US" sz="2400" i="1">
                                  <a:latin typeface="Cambria Math" panose="02040503050406030204" pitchFamily="18" charset="0"/>
                                  <a:cs typeface="Times New Roman" panose="02020603050405020304" pitchFamily="18" charset="0"/>
                                  <a:sym typeface="Zapf Dingbats"/>
                                </a:rPr>
                              </m:ctrlPr>
                            </m:sSubPr>
                            <m:e>
                              <m:r>
                                <a:rPr lang="en-US" sz="2400" i="1">
                                  <a:latin typeface="Cambria Math" panose="02040503050406030204" pitchFamily="18" charset="0"/>
                                  <a:cs typeface="Times New Roman" panose="02020603050405020304" pitchFamily="18" charset="0"/>
                                  <a:sym typeface="Zapf Dingbats"/>
                                </a:rPr>
                                <m:t>𝑦</m:t>
                              </m:r>
                            </m:e>
                            <m:sub>
                              <m:r>
                                <a:rPr lang="en-US" sz="2400" i="1">
                                  <a:latin typeface="Cambria Math" panose="02040503050406030204" pitchFamily="18" charset="0"/>
                                  <a:cs typeface="Times New Roman" panose="02020603050405020304" pitchFamily="18" charset="0"/>
                                  <a:sym typeface="Zapf Dingbats"/>
                                </a:rPr>
                                <m:t>𝑛</m:t>
                              </m:r>
                              <m:r>
                                <a:rPr lang="en-US" sz="2400" i="1">
                                  <a:latin typeface="Cambria Math" panose="02040503050406030204" pitchFamily="18" charset="0"/>
                                  <a:cs typeface="Times New Roman" panose="02020603050405020304" pitchFamily="18" charset="0"/>
                                  <a:sym typeface="Zapf Dingbats"/>
                                </a:rPr>
                                <m:t>+1 </m:t>
                              </m:r>
                            </m:sub>
                          </m:sSub>
                          <m:sSup>
                            <m:sSupPr>
                              <m:ctrlPr>
                                <a:rPr lang="en-US" sz="2400" i="1">
                                  <a:latin typeface="Cambria Math" panose="02040503050406030204" pitchFamily="18" charset="0"/>
                                  <a:cs typeface="Times New Roman" panose="02020603050405020304" pitchFamily="18" charset="0"/>
                                  <a:sym typeface="Zapf Dingbats"/>
                                </a:rPr>
                              </m:ctrlPr>
                            </m:sSupPr>
                            <m:e>
                              <m:r>
                                <a:rPr lang="en-US" sz="2400" i="1">
                                  <a:latin typeface="Cambria Math" panose="02040503050406030204" pitchFamily="18" charset="0"/>
                                  <a:cs typeface="Times New Roman" panose="02020603050405020304" pitchFamily="18" charset="0"/>
                                  <a:sym typeface="Zapf Dingbats"/>
                                </a:rPr>
                                <m:t>𝑥</m:t>
                              </m:r>
                            </m:e>
                            <m:sup>
                              <m:r>
                                <a:rPr lang="en-US" sz="2400" i="1">
                                  <a:latin typeface="Cambria Math" panose="02040503050406030204" pitchFamily="18" charset="0"/>
                                  <a:cs typeface="Times New Roman" panose="02020603050405020304" pitchFamily="18" charset="0"/>
                                  <a:sym typeface="Zapf Dingbats"/>
                                </a:rPr>
                                <m:t>𝑛</m:t>
                              </m:r>
                            </m:sup>
                          </m:sSup>
                        </m:e>
                      </m:nary>
                      <m:r>
                        <a:rPr lang="en-US" sz="2400" b="0" i="1" smtClean="0">
                          <a:latin typeface="Cambria Math" panose="02040503050406030204" pitchFamily="18" charset="0"/>
                          <a:cs typeface="Times New Roman" panose="02020603050405020304" pitchFamily="18" charset="0"/>
                          <a:sym typeface="Zapf Dingbats"/>
                        </a:rPr>
                        <m:t>−6</m:t>
                      </m:r>
                      <m:nary>
                        <m:naryPr>
                          <m:chr m:val="∑"/>
                          <m:ctrlPr>
                            <a:rPr lang="en-US" sz="2400" i="1">
                              <a:latin typeface="Cambria Math" panose="02040503050406030204" pitchFamily="18" charset="0"/>
                              <a:cs typeface="Times New Roman" panose="02020603050405020304" pitchFamily="18" charset="0"/>
                              <a:sym typeface="Zapf Dingbats"/>
                            </a:rPr>
                          </m:ctrlPr>
                        </m:naryPr>
                        <m:sub>
                          <m:r>
                            <m:rPr>
                              <m:brk m:alnAt="23"/>
                            </m:rPr>
                            <a:rPr lang="en-US" sz="2400" i="1">
                              <a:latin typeface="Cambria Math" panose="02040503050406030204" pitchFamily="18" charset="0"/>
                              <a:cs typeface="Times New Roman" panose="02020603050405020304" pitchFamily="18" charset="0"/>
                              <a:sym typeface="Zapf Dingbats"/>
                            </a:rPr>
                            <m:t>𝑛</m:t>
                          </m:r>
                          <m:r>
                            <a:rPr lang="en-US" sz="2400" i="1">
                              <a:latin typeface="Cambria Math" panose="02040503050406030204" pitchFamily="18" charset="0"/>
                              <a:cs typeface="Times New Roman" panose="02020603050405020304" pitchFamily="18" charset="0"/>
                              <a:sym typeface="Zapf Dingbats"/>
                            </a:rPr>
                            <m:t>=0</m:t>
                          </m:r>
                        </m:sub>
                        <m:sup>
                          <m:r>
                            <a:rPr lang="en-US" sz="2400" i="1">
                              <a:latin typeface="Cambria Math" panose="02040503050406030204" pitchFamily="18" charset="0"/>
                              <a:cs typeface="Times New Roman" panose="02020603050405020304" pitchFamily="18" charset="0"/>
                              <a:sym typeface="Zapf Dingbats"/>
                            </a:rPr>
                            <m:t>∞</m:t>
                          </m:r>
                        </m:sup>
                        <m:e>
                          <m:sSub>
                            <m:sSubPr>
                              <m:ctrlPr>
                                <a:rPr lang="en-US" sz="2400" i="1">
                                  <a:latin typeface="Cambria Math" panose="02040503050406030204" pitchFamily="18" charset="0"/>
                                  <a:cs typeface="Times New Roman" panose="02020603050405020304" pitchFamily="18" charset="0"/>
                                  <a:sym typeface="Zapf Dingbats"/>
                                </a:rPr>
                              </m:ctrlPr>
                            </m:sSubPr>
                            <m:e>
                              <m:r>
                                <a:rPr lang="en-US" sz="2400" i="1">
                                  <a:latin typeface="Cambria Math" panose="02040503050406030204" pitchFamily="18" charset="0"/>
                                  <a:cs typeface="Times New Roman" panose="02020603050405020304" pitchFamily="18" charset="0"/>
                                  <a:sym typeface="Zapf Dingbats"/>
                                </a:rPr>
                                <m:t>𝑦</m:t>
                              </m:r>
                            </m:e>
                            <m:sub>
                              <m:r>
                                <a:rPr lang="en-US" sz="2400" i="1">
                                  <a:latin typeface="Cambria Math" panose="02040503050406030204" pitchFamily="18" charset="0"/>
                                  <a:cs typeface="Times New Roman" panose="02020603050405020304" pitchFamily="18" charset="0"/>
                                  <a:sym typeface="Zapf Dingbats"/>
                                </a:rPr>
                                <m:t>𝑛</m:t>
                              </m:r>
                              <m:r>
                                <a:rPr lang="en-US" sz="2400" i="1">
                                  <a:latin typeface="Cambria Math" panose="02040503050406030204" pitchFamily="18" charset="0"/>
                                  <a:cs typeface="Times New Roman" panose="02020603050405020304" pitchFamily="18" charset="0"/>
                                  <a:sym typeface="Zapf Dingbats"/>
                                </a:rPr>
                                <m:t> </m:t>
                              </m:r>
                            </m:sub>
                          </m:sSub>
                          <m:sSup>
                            <m:sSupPr>
                              <m:ctrlPr>
                                <a:rPr lang="en-US" sz="2400" i="1">
                                  <a:latin typeface="Cambria Math" panose="02040503050406030204" pitchFamily="18" charset="0"/>
                                  <a:cs typeface="Times New Roman" panose="02020603050405020304" pitchFamily="18" charset="0"/>
                                  <a:sym typeface="Zapf Dingbats"/>
                                </a:rPr>
                              </m:ctrlPr>
                            </m:sSupPr>
                            <m:e>
                              <m:r>
                                <a:rPr lang="en-US" sz="2400" i="1">
                                  <a:latin typeface="Cambria Math" panose="02040503050406030204" pitchFamily="18" charset="0"/>
                                  <a:cs typeface="Times New Roman" panose="02020603050405020304" pitchFamily="18" charset="0"/>
                                  <a:sym typeface="Zapf Dingbats"/>
                                </a:rPr>
                                <m:t>𝑥</m:t>
                              </m:r>
                            </m:e>
                            <m:sup>
                              <m:r>
                                <a:rPr lang="en-US" sz="2400" i="1">
                                  <a:latin typeface="Cambria Math" panose="02040503050406030204" pitchFamily="18" charset="0"/>
                                  <a:cs typeface="Times New Roman" panose="02020603050405020304" pitchFamily="18" charset="0"/>
                                  <a:sym typeface="Zapf Dingbats"/>
                                </a:rPr>
                                <m:t>𝑛</m:t>
                              </m:r>
                            </m:sup>
                          </m:sSup>
                        </m:e>
                      </m:nary>
                      <m:r>
                        <a:rPr lang="en-US" sz="2400" b="0" i="1" smtClean="0">
                          <a:latin typeface="Cambria Math" panose="02040503050406030204" pitchFamily="18" charset="0"/>
                          <a:cs typeface="Times New Roman" panose="02020603050405020304" pitchFamily="18" charset="0"/>
                          <a:sym typeface="Zapf Dingbats"/>
                        </a:rPr>
                        <m:t>=0</m:t>
                      </m:r>
                    </m:oMath>
                  </m:oMathPara>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5</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263984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Problem</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14:m>
                  <m:oMathPara xmlns:m="http://schemas.openxmlformats.org/officeDocument/2006/math">
                    <m:oMathParaPr>
                      <m:jc m:val="center"/>
                    </m:oMathParaPr>
                    <m:oMath xmlns:m="http://schemas.openxmlformats.org/officeDocument/2006/math">
                      <m:nary>
                        <m:naryPr>
                          <m:chr m:val="∑"/>
                          <m:ctrlPr>
                            <a:rPr lang="en-US" sz="2000" i="1" smtClean="0">
                              <a:latin typeface="Cambria Math" panose="02040503050406030204" pitchFamily="18" charset="0"/>
                              <a:cs typeface="Times New Roman" panose="02020603050405020304" pitchFamily="18" charset="0"/>
                              <a:sym typeface="Zapf Dingbats"/>
                            </a:rPr>
                          </m:ctrlPr>
                        </m:naryPr>
                        <m:sub>
                          <m:r>
                            <m:rPr>
                              <m:brk m:alnAt="23"/>
                            </m:rP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=0</m:t>
                          </m:r>
                        </m:sub>
                        <m:sup>
                          <m:r>
                            <a:rPr lang="en-US" sz="2000" b="0" i="1" smtClean="0">
                              <a:latin typeface="Cambria Math" panose="02040503050406030204" pitchFamily="18" charset="0"/>
                              <a:cs typeface="Times New Roman" panose="02020603050405020304" pitchFamily="18" charset="0"/>
                              <a:sym typeface="Zapf Dingbats"/>
                            </a:rPr>
                            <m:t>∞</m:t>
                          </m:r>
                        </m:sup>
                        <m:e>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+2 </m:t>
                              </m:r>
                            </m:sub>
                          </m:sSub>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𝑛</m:t>
                              </m:r>
                            </m:sup>
                          </m:sSup>
                        </m:e>
                      </m:nary>
                      <m:r>
                        <a:rPr lang="en-US" sz="2000" b="0" i="1" smtClean="0">
                          <a:latin typeface="Cambria Math" panose="02040503050406030204" pitchFamily="18" charset="0"/>
                          <a:cs typeface="Times New Roman" panose="02020603050405020304" pitchFamily="18" charset="0"/>
                          <a:sym typeface="Zapf Dingbats"/>
                        </a:rPr>
                        <m:t>−</m:t>
                      </m:r>
                      <m:nary>
                        <m:naryPr>
                          <m:chr m:val="∑"/>
                          <m:ctrlPr>
                            <a:rPr lang="en-US" sz="2000" i="1">
                              <a:latin typeface="Cambria Math" panose="02040503050406030204" pitchFamily="18" charset="0"/>
                              <a:cs typeface="Times New Roman" panose="02020603050405020304" pitchFamily="18" charset="0"/>
                              <a:sym typeface="Zapf Dingbats"/>
                            </a:rPr>
                          </m:ctrlPr>
                        </m:naryPr>
                        <m:sub>
                          <m:r>
                            <m:rPr>
                              <m:brk m:alnAt="23"/>
                            </m:rP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=0</m:t>
                          </m:r>
                        </m:sub>
                        <m:sup>
                          <m:r>
                            <a:rPr lang="en-US" sz="2000" i="1">
                              <a:latin typeface="Cambria Math" panose="02040503050406030204" pitchFamily="18" charset="0"/>
                              <a:cs typeface="Times New Roman" panose="02020603050405020304" pitchFamily="18" charset="0"/>
                              <a:sym typeface="Zapf Dingbats"/>
                            </a:rPr>
                            <m:t>∞</m:t>
                          </m:r>
                        </m:sup>
                        <m:e>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+1 </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𝑛</m:t>
                              </m:r>
                            </m:sup>
                          </m:sSup>
                        </m:e>
                      </m:nary>
                      <m:r>
                        <a:rPr lang="en-US" sz="2000" b="0" i="1" smtClean="0">
                          <a:latin typeface="Cambria Math" panose="02040503050406030204" pitchFamily="18" charset="0"/>
                          <a:cs typeface="Times New Roman" panose="02020603050405020304" pitchFamily="18" charset="0"/>
                          <a:sym typeface="Zapf Dingbats"/>
                        </a:rPr>
                        <m:t>−6</m:t>
                      </m:r>
                      <m:nary>
                        <m:naryPr>
                          <m:chr m:val="∑"/>
                          <m:ctrlPr>
                            <a:rPr lang="en-US" sz="2000" i="1">
                              <a:latin typeface="Cambria Math" panose="02040503050406030204" pitchFamily="18" charset="0"/>
                              <a:cs typeface="Times New Roman" panose="02020603050405020304" pitchFamily="18" charset="0"/>
                              <a:sym typeface="Zapf Dingbats"/>
                            </a:rPr>
                          </m:ctrlPr>
                        </m:naryPr>
                        <m:sub>
                          <m:r>
                            <m:rPr>
                              <m:brk m:alnAt="23"/>
                            </m:rP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=0</m:t>
                          </m:r>
                        </m:sub>
                        <m:sup>
                          <m:r>
                            <a:rPr lang="en-US" sz="2000" i="1">
                              <a:latin typeface="Cambria Math" panose="02040503050406030204" pitchFamily="18" charset="0"/>
                              <a:cs typeface="Times New Roman" panose="02020603050405020304" pitchFamily="18" charset="0"/>
                              <a:sym typeface="Zapf Dingbats"/>
                            </a:rPr>
                            <m:t>∞</m:t>
                          </m:r>
                        </m:sup>
                        <m:e>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 </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𝑛</m:t>
                              </m:r>
                            </m:sup>
                          </m:sSup>
                        </m:e>
                      </m:nary>
                      <m:r>
                        <a:rPr lang="en-US" sz="2000" b="0" i="1" smtClean="0">
                          <a:latin typeface="Cambria Math" panose="02040503050406030204" pitchFamily="18" charset="0"/>
                          <a:cs typeface="Times New Roman" panose="02020603050405020304" pitchFamily="18" charset="0"/>
                          <a:sym typeface="Zapf Dingbats"/>
                        </a:rPr>
                        <m:t>=0</m:t>
                      </m:r>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
                    </m:oMathParaPr>
                    <m:oMath xmlns:m="http://schemas.openxmlformats.org/officeDocument/2006/math">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den>
                      </m:f>
                      <m:nary>
                        <m:naryPr>
                          <m:chr m:val="∑"/>
                          <m:ctrlPr>
                            <a:rPr lang="en-US" sz="2000" i="1" smtClean="0">
                              <a:latin typeface="Cambria Math" panose="02040503050406030204" pitchFamily="18" charset="0"/>
                              <a:cs typeface="Times New Roman" panose="02020603050405020304" pitchFamily="18" charset="0"/>
                              <a:sym typeface="Zapf Dingbats"/>
                            </a:rPr>
                          </m:ctrlPr>
                        </m:naryPr>
                        <m:sub>
                          <m:r>
                            <m:rPr>
                              <m:brk m:alnAt="23"/>
                            </m:rP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=0</m:t>
                          </m:r>
                        </m:sub>
                        <m:sup>
                          <m:r>
                            <a:rPr lang="en-US" sz="2000" b="0" i="1" smtClean="0">
                              <a:latin typeface="Cambria Math" panose="02040503050406030204" pitchFamily="18" charset="0"/>
                              <a:cs typeface="Times New Roman" panose="02020603050405020304" pitchFamily="18" charset="0"/>
                              <a:sym typeface="Zapf Dingbats"/>
                            </a:rPr>
                            <m:t>∞</m:t>
                          </m:r>
                        </m:sup>
                        <m:e>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+2 </m:t>
                              </m:r>
                            </m:sub>
                          </m:sSub>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+2 </m:t>
                              </m:r>
                            </m:sup>
                          </m:sSup>
                        </m:e>
                      </m:nary>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r>
                            <a:rPr lang="en-US" sz="2000" b="0" i="1" smtClean="0">
                              <a:latin typeface="Cambria Math" panose="02040503050406030204" pitchFamily="18" charset="0"/>
                              <a:cs typeface="Times New Roman" panose="02020603050405020304" pitchFamily="18" charset="0"/>
                              <a:sym typeface="Zapf Dingbats"/>
                            </a:rPr>
                            <m:t>𝑥</m:t>
                          </m:r>
                        </m:den>
                      </m:f>
                      <m:nary>
                        <m:naryPr>
                          <m:chr m:val="∑"/>
                          <m:ctrlPr>
                            <a:rPr lang="en-US" sz="2000" i="1">
                              <a:latin typeface="Cambria Math" panose="02040503050406030204" pitchFamily="18" charset="0"/>
                              <a:cs typeface="Times New Roman" panose="02020603050405020304" pitchFamily="18" charset="0"/>
                              <a:sym typeface="Zapf Dingbats"/>
                            </a:rPr>
                          </m:ctrlPr>
                        </m:naryPr>
                        <m:sub>
                          <m:r>
                            <m:rPr>
                              <m:brk m:alnAt="23"/>
                            </m:rP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=0</m:t>
                          </m:r>
                        </m:sub>
                        <m:sup>
                          <m:r>
                            <a:rPr lang="en-US" sz="2000" i="1">
                              <a:latin typeface="Cambria Math" panose="02040503050406030204" pitchFamily="18" charset="0"/>
                              <a:cs typeface="Times New Roman" panose="02020603050405020304" pitchFamily="18" charset="0"/>
                              <a:sym typeface="Zapf Dingbats"/>
                            </a:rPr>
                            <m:t>∞</m:t>
                          </m:r>
                        </m:sup>
                        <m:e>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+1 </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+1</m:t>
                              </m:r>
                            </m:sup>
                          </m:sSup>
                        </m:e>
                      </m:nary>
                      <m:r>
                        <a:rPr lang="en-US" sz="2000" b="0" i="1" smtClean="0">
                          <a:latin typeface="Cambria Math" panose="02040503050406030204" pitchFamily="18" charset="0"/>
                          <a:cs typeface="Times New Roman" panose="02020603050405020304" pitchFamily="18" charset="0"/>
                          <a:sym typeface="Zapf Dingbats"/>
                        </a:rPr>
                        <m:t>−6</m:t>
                      </m:r>
                      <m:nary>
                        <m:naryPr>
                          <m:chr m:val="∑"/>
                          <m:ctrlPr>
                            <a:rPr lang="en-US" sz="2000" i="1">
                              <a:latin typeface="Cambria Math" panose="02040503050406030204" pitchFamily="18" charset="0"/>
                              <a:cs typeface="Times New Roman" panose="02020603050405020304" pitchFamily="18" charset="0"/>
                              <a:sym typeface="Zapf Dingbats"/>
                            </a:rPr>
                          </m:ctrlPr>
                        </m:naryPr>
                        <m:sub>
                          <m:r>
                            <m:rPr>
                              <m:brk m:alnAt="23"/>
                            </m:rP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=0</m:t>
                          </m:r>
                        </m:sub>
                        <m:sup>
                          <m:r>
                            <a:rPr lang="en-US" sz="2000" i="1">
                              <a:latin typeface="Cambria Math" panose="02040503050406030204" pitchFamily="18" charset="0"/>
                              <a:cs typeface="Times New Roman" panose="02020603050405020304" pitchFamily="18" charset="0"/>
                              <a:sym typeface="Zapf Dingbats"/>
                            </a:rPr>
                            <m:t>∞</m:t>
                          </m:r>
                        </m:sup>
                        <m:e>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 </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𝑛</m:t>
                              </m:r>
                            </m:sup>
                          </m:sSup>
                        </m:e>
                      </m:nary>
                      <m:r>
                        <a:rPr lang="en-US" sz="2000" b="0" i="1" smtClean="0">
                          <a:latin typeface="Cambria Math" panose="02040503050406030204" pitchFamily="18" charset="0"/>
                          <a:cs typeface="Times New Roman" panose="02020603050405020304" pitchFamily="18" charset="0"/>
                          <a:sym typeface="Zapf Dingbats"/>
                        </a:rPr>
                        <m:t>=0</m:t>
                      </m:r>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6</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4000159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Problem</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14:m>
                  <m:oMathPara xmlns:m="http://schemas.openxmlformats.org/officeDocument/2006/math">
                    <m:oMathParaPr>
                      <m:jc m:val="center"/>
                    </m:oMathParaPr>
                    <m:oMath xmlns:m="http://schemas.openxmlformats.org/officeDocument/2006/math">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den>
                      </m:f>
                      <m:nary>
                        <m:naryPr>
                          <m:chr m:val="∑"/>
                          <m:ctrlPr>
                            <a:rPr lang="en-US" sz="2000" i="1" smtClean="0">
                              <a:latin typeface="Cambria Math" panose="02040503050406030204" pitchFamily="18" charset="0"/>
                              <a:cs typeface="Times New Roman" panose="02020603050405020304" pitchFamily="18" charset="0"/>
                              <a:sym typeface="Zapf Dingbats"/>
                            </a:rPr>
                          </m:ctrlPr>
                        </m:naryPr>
                        <m:sub>
                          <m:r>
                            <m:rPr>
                              <m:brk m:alnAt="23"/>
                            </m:rP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=0</m:t>
                          </m:r>
                        </m:sub>
                        <m:sup>
                          <m:r>
                            <a:rPr lang="en-US" sz="2000" b="0" i="1" smtClean="0">
                              <a:latin typeface="Cambria Math" panose="02040503050406030204" pitchFamily="18" charset="0"/>
                              <a:cs typeface="Times New Roman" panose="02020603050405020304" pitchFamily="18" charset="0"/>
                              <a:sym typeface="Zapf Dingbats"/>
                            </a:rPr>
                            <m:t>∞</m:t>
                          </m:r>
                        </m:sup>
                        <m:e>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+2 </m:t>
                              </m:r>
                            </m:sub>
                          </m:sSub>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+2 </m:t>
                              </m:r>
                            </m:sup>
                          </m:sSup>
                        </m:e>
                      </m:nary>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r>
                            <a:rPr lang="en-US" sz="2000" b="0" i="1" smtClean="0">
                              <a:latin typeface="Cambria Math" panose="02040503050406030204" pitchFamily="18" charset="0"/>
                              <a:cs typeface="Times New Roman" panose="02020603050405020304" pitchFamily="18" charset="0"/>
                              <a:sym typeface="Zapf Dingbats"/>
                            </a:rPr>
                            <m:t>𝑥</m:t>
                          </m:r>
                        </m:den>
                      </m:f>
                      <m:nary>
                        <m:naryPr>
                          <m:chr m:val="∑"/>
                          <m:ctrlPr>
                            <a:rPr lang="en-US" sz="2000" i="1">
                              <a:latin typeface="Cambria Math" panose="02040503050406030204" pitchFamily="18" charset="0"/>
                              <a:cs typeface="Times New Roman" panose="02020603050405020304" pitchFamily="18" charset="0"/>
                              <a:sym typeface="Zapf Dingbats"/>
                            </a:rPr>
                          </m:ctrlPr>
                        </m:naryPr>
                        <m:sub>
                          <m:r>
                            <m:rPr>
                              <m:brk m:alnAt="23"/>
                            </m:rP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=0</m:t>
                          </m:r>
                        </m:sub>
                        <m:sup>
                          <m:r>
                            <a:rPr lang="en-US" sz="2000" i="1">
                              <a:latin typeface="Cambria Math" panose="02040503050406030204" pitchFamily="18" charset="0"/>
                              <a:cs typeface="Times New Roman" panose="02020603050405020304" pitchFamily="18" charset="0"/>
                              <a:sym typeface="Zapf Dingbats"/>
                            </a:rPr>
                            <m:t>∞</m:t>
                          </m:r>
                        </m:sup>
                        <m:e>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+1 </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+1</m:t>
                              </m:r>
                            </m:sup>
                          </m:sSup>
                        </m:e>
                      </m:nary>
                      <m:r>
                        <a:rPr lang="en-US" sz="2000" b="0" i="1" smtClean="0">
                          <a:latin typeface="Cambria Math" panose="02040503050406030204" pitchFamily="18" charset="0"/>
                          <a:cs typeface="Times New Roman" panose="02020603050405020304" pitchFamily="18" charset="0"/>
                          <a:sym typeface="Zapf Dingbats"/>
                        </a:rPr>
                        <m:t>−6</m:t>
                      </m:r>
                      <m:nary>
                        <m:naryPr>
                          <m:chr m:val="∑"/>
                          <m:ctrlPr>
                            <a:rPr lang="en-US" sz="2000" i="1">
                              <a:latin typeface="Cambria Math" panose="02040503050406030204" pitchFamily="18" charset="0"/>
                              <a:cs typeface="Times New Roman" panose="02020603050405020304" pitchFamily="18" charset="0"/>
                              <a:sym typeface="Zapf Dingbats"/>
                            </a:rPr>
                          </m:ctrlPr>
                        </m:naryPr>
                        <m:sub>
                          <m:r>
                            <m:rPr>
                              <m:brk m:alnAt="23"/>
                            </m:rP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=0</m:t>
                          </m:r>
                        </m:sub>
                        <m:sup>
                          <m:r>
                            <a:rPr lang="en-US" sz="2000" i="1">
                              <a:latin typeface="Cambria Math" panose="02040503050406030204" pitchFamily="18" charset="0"/>
                              <a:cs typeface="Times New Roman" panose="02020603050405020304" pitchFamily="18" charset="0"/>
                              <a:sym typeface="Zapf Dingbats"/>
                            </a:rPr>
                            <m:t>∞</m:t>
                          </m:r>
                        </m:sup>
                        <m:e>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𝑛</m:t>
                              </m:r>
                              <m:r>
                                <a:rPr lang="en-US" sz="2000" i="1">
                                  <a:latin typeface="Cambria Math" panose="02040503050406030204" pitchFamily="18" charset="0"/>
                                  <a:cs typeface="Times New Roman" panose="02020603050405020304" pitchFamily="18" charset="0"/>
                                  <a:sym typeface="Zapf Dingbats"/>
                                </a:rPr>
                                <m:t> </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𝑛</m:t>
                              </m:r>
                            </m:sup>
                          </m:sSup>
                        </m:e>
                      </m:nary>
                      <m:r>
                        <a:rPr lang="en-US" sz="2000" b="0" i="1" smtClean="0">
                          <a:latin typeface="Cambria Math" panose="02040503050406030204" pitchFamily="18" charset="0"/>
                          <a:cs typeface="Times New Roman" panose="02020603050405020304" pitchFamily="18" charset="0"/>
                          <a:sym typeface="Zapf Dingbats"/>
                        </a:rPr>
                        <m:t>=0</m:t>
                      </m:r>
                    </m:oMath>
                  </m:oMathPara>
                </a14:m>
                <a:endParaRPr lang="en-US" sz="2000" b="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den>
                      </m:f>
                      <m:d>
                        <m:dPr>
                          <m:ctrlPr>
                            <a:rPr lang="en-US" sz="2000" b="0" i="1" smtClean="0">
                              <a:latin typeface="Cambria Math" panose="02040503050406030204" pitchFamily="18" charset="0"/>
                              <a:cs typeface="Times New Roman" panose="02020603050405020304" pitchFamily="18" charset="0"/>
                              <a:sym typeface="Zapf Dingbats"/>
                            </a:rPr>
                          </m:ctrlPr>
                        </m:dPr>
                        <m:e>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2</m:t>
                              </m:r>
                            </m:sub>
                          </m:sSub>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r>
                            <a:rPr lang="en-US" sz="2000" b="0" i="1" smtClean="0">
                              <a:latin typeface="Cambria Math" panose="02040503050406030204" pitchFamily="18" charset="0"/>
                              <a:cs typeface="Times New Roman" panose="02020603050405020304" pitchFamily="18" charset="0"/>
                              <a:sym typeface="Zapf Dingbats"/>
                            </a:rPr>
                            <m:t>+</m:t>
                          </m:r>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3</m:t>
                              </m:r>
                            </m:sub>
                          </m:sSub>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3</m:t>
                              </m:r>
                            </m:sup>
                          </m:sSup>
                          <m:r>
                            <a:rPr lang="en-US" sz="2000" b="0" i="1" smtClean="0">
                              <a:latin typeface="Cambria Math" panose="02040503050406030204" pitchFamily="18" charset="0"/>
                              <a:cs typeface="Times New Roman" panose="02020603050405020304" pitchFamily="18" charset="0"/>
                              <a:sym typeface="Zapf Dingbats"/>
                            </a:rPr>
                            <m:t>+⋯</m:t>
                          </m:r>
                        </m:e>
                      </m:d>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r>
                            <a:rPr lang="en-US" sz="2000" b="0" i="1" smtClean="0">
                              <a:latin typeface="Cambria Math" panose="02040503050406030204" pitchFamily="18" charset="0"/>
                              <a:cs typeface="Times New Roman" panose="02020603050405020304" pitchFamily="18" charset="0"/>
                              <a:sym typeface="Zapf Dingbats"/>
                            </a:rPr>
                            <m:t>𝑥</m:t>
                          </m:r>
                        </m:den>
                      </m:f>
                      <m:d>
                        <m:dPr>
                          <m:ctrlPr>
                            <a:rPr lang="en-US" sz="2000" b="0" i="1" smtClean="0">
                              <a:latin typeface="Cambria Math" panose="02040503050406030204" pitchFamily="18" charset="0"/>
                              <a:cs typeface="Times New Roman" panose="02020603050405020304" pitchFamily="18" charset="0"/>
                              <a:sym typeface="Zapf Dingbats"/>
                            </a:rPr>
                          </m:ctrlPr>
                        </m:dPr>
                        <m:e>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1</m:t>
                              </m:r>
                            </m:sub>
                          </m:sSub>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m:t>
                          </m:r>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2</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2</m:t>
                              </m:r>
                            </m:sup>
                          </m:sSup>
                          <m:r>
                            <a:rPr lang="en-US" sz="2000" i="1">
                              <a:latin typeface="Cambria Math" panose="02040503050406030204" pitchFamily="18" charset="0"/>
                              <a:cs typeface="Times New Roman" panose="02020603050405020304" pitchFamily="18" charset="0"/>
                              <a:sym typeface="Zapf Dingbats"/>
                            </a:rPr>
                            <m:t>+</m:t>
                          </m:r>
                          <m:r>
                            <a:rPr lang="en-US" sz="2000" b="0" i="1" smtClean="0">
                              <a:latin typeface="Cambria Math" panose="02040503050406030204" pitchFamily="18" charset="0"/>
                              <a:cs typeface="Times New Roman" panose="02020603050405020304" pitchFamily="18" charset="0"/>
                              <a:sym typeface="Zapf Dingbats"/>
                            </a:rPr>
                            <m:t>⋯</m:t>
                          </m:r>
                        </m:e>
                      </m:d>
                      <m:r>
                        <a:rPr lang="en-US" sz="2000" b="0" i="1" smtClean="0">
                          <a:latin typeface="Cambria Math" panose="02040503050406030204" pitchFamily="18" charset="0"/>
                          <a:cs typeface="Times New Roman" panose="02020603050405020304" pitchFamily="18" charset="0"/>
                          <a:sym typeface="Zapf Dingbats"/>
                        </a:rPr>
                        <m:t>−6</m:t>
                      </m:r>
                      <m:d>
                        <m:dPr>
                          <m:ctrlPr>
                            <a:rPr lang="en-US" sz="2000" b="0" i="1" smtClean="0">
                              <a:latin typeface="Cambria Math" panose="02040503050406030204" pitchFamily="18" charset="0"/>
                              <a:cs typeface="Times New Roman" panose="02020603050405020304" pitchFamily="18" charset="0"/>
                              <a:sym typeface="Zapf Dingbats"/>
                            </a:rPr>
                          </m:ctrlPr>
                        </m:dPr>
                        <m:e>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0</m:t>
                              </m:r>
                            </m:sub>
                          </m:sSub>
                          <m:r>
                            <a:rPr lang="en-US" sz="2000" b="0" i="1" smtClean="0">
                              <a:latin typeface="Cambria Math" panose="02040503050406030204" pitchFamily="18" charset="0"/>
                              <a:cs typeface="Times New Roman" panose="02020603050405020304" pitchFamily="18" charset="0"/>
                              <a:sym typeface="Zapf Dingbats"/>
                            </a:rPr>
                            <m:t>+</m:t>
                          </m:r>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1</m:t>
                              </m:r>
                            </m:sub>
                          </m:sSub>
                          <m:r>
                            <a:rPr lang="en-US" sz="2000" i="1">
                              <a:latin typeface="Cambria Math" panose="02040503050406030204" pitchFamily="18" charset="0"/>
                              <a:cs typeface="Times New Roman" panose="02020603050405020304" pitchFamily="18" charset="0"/>
                              <a:sym typeface="Zapf Dingbats"/>
                            </a:rPr>
                            <m:t>𝑥</m:t>
                          </m:r>
                          <m:r>
                            <a:rPr lang="en-US" sz="2000" i="1">
                              <a:latin typeface="Cambria Math" panose="02040503050406030204" pitchFamily="18" charset="0"/>
                              <a:cs typeface="Times New Roman" panose="02020603050405020304" pitchFamily="18" charset="0"/>
                              <a:sym typeface="Zapf Dingbats"/>
                            </a:rPr>
                            <m:t>+</m:t>
                          </m:r>
                          <m:sSub>
                            <m:sSubPr>
                              <m:ctrlPr>
                                <a:rPr lang="en-US" sz="2000" i="1">
                                  <a:latin typeface="Cambria Math" panose="02040503050406030204" pitchFamily="18" charset="0"/>
                                  <a:cs typeface="Times New Roman" panose="02020603050405020304" pitchFamily="18" charset="0"/>
                                  <a:sym typeface="Zapf Dingbats"/>
                                </a:rPr>
                              </m:ctrlPr>
                            </m:sSubPr>
                            <m:e>
                              <m:r>
                                <a:rPr lang="en-US" sz="2000" i="1">
                                  <a:latin typeface="Cambria Math" panose="02040503050406030204" pitchFamily="18" charset="0"/>
                                  <a:cs typeface="Times New Roman" panose="02020603050405020304" pitchFamily="18" charset="0"/>
                                  <a:sym typeface="Zapf Dingbats"/>
                                </a:rPr>
                                <m:t>𝑦</m:t>
                              </m:r>
                            </m:e>
                            <m:sub>
                              <m:r>
                                <a:rPr lang="en-US" sz="2000" i="1">
                                  <a:latin typeface="Cambria Math" panose="02040503050406030204" pitchFamily="18" charset="0"/>
                                  <a:cs typeface="Times New Roman" panose="02020603050405020304" pitchFamily="18" charset="0"/>
                                  <a:sym typeface="Zapf Dingbats"/>
                                </a:rPr>
                                <m:t>2</m:t>
                              </m:r>
                            </m:sub>
                          </m:sSub>
                          <m:sSup>
                            <m:sSupPr>
                              <m:ctrlPr>
                                <a:rPr lang="en-US" sz="2000" i="1">
                                  <a:latin typeface="Cambria Math" panose="02040503050406030204" pitchFamily="18" charset="0"/>
                                  <a:cs typeface="Times New Roman" panose="02020603050405020304" pitchFamily="18" charset="0"/>
                                  <a:sym typeface="Zapf Dingbats"/>
                                </a:rPr>
                              </m:ctrlPr>
                            </m:sSupPr>
                            <m:e>
                              <m:r>
                                <a:rPr lang="en-US" sz="2000" i="1">
                                  <a:latin typeface="Cambria Math" panose="02040503050406030204" pitchFamily="18" charset="0"/>
                                  <a:cs typeface="Times New Roman" panose="02020603050405020304" pitchFamily="18" charset="0"/>
                                  <a:sym typeface="Zapf Dingbats"/>
                                </a:rPr>
                                <m:t>𝑥</m:t>
                              </m:r>
                            </m:e>
                            <m:sup>
                              <m:r>
                                <a:rPr lang="en-US" sz="2000" i="1">
                                  <a:latin typeface="Cambria Math" panose="02040503050406030204" pitchFamily="18" charset="0"/>
                                  <a:cs typeface="Times New Roman" panose="02020603050405020304" pitchFamily="18" charset="0"/>
                                  <a:sym typeface="Zapf Dingbats"/>
                                </a:rPr>
                                <m:t>2</m:t>
                              </m:r>
                            </m:sup>
                          </m:sSup>
                          <m:r>
                            <a:rPr lang="en-US" sz="2000" b="0" i="1" smtClean="0">
                              <a:latin typeface="Cambria Math" panose="02040503050406030204" pitchFamily="18" charset="0"/>
                              <a:cs typeface="Times New Roman" panose="02020603050405020304" pitchFamily="18" charset="0"/>
                              <a:sym typeface="Zapf Dingbats"/>
                            </a:rPr>
                            <m:t>+⋯</m:t>
                          </m:r>
                        </m:e>
                      </m:d>
                      <m:r>
                        <a:rPr lang="en-US" sz="2000" b="0" i="1" smtClean="0">
                          <a:latin typeface="Cambria Math" panose="02040503050406030204" pitchFamily="18" charset="0"/>
                          <a:cs typeface="Times New Roman" panose="02020603050405020304" pitchFamily="18" charset="0"/>
                          <a:sym typeface="Zapf Dingbats"/>
                        </a:rPr>
                        <m:t>=0</m:t>
                      </m:r>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f>
                        <m:fPr>
                          <m:ctrlPr>
                            <a:rPr lang="en-US" sz="1700" b="0" i="1" smtClean="0">
                              <a:latin typeface="Cambria Math" panose="02040503050406030204" pitchFamily="18" charset="0"/>
                              <a:cs typeface="Times New Roman" panose="02020603050405020304" pitchFamily="18" charset="0"/>
                              <a:sym typeface="Zapf Dingbats"/>
                            </a:rPr>
                          </m:ctrlPr>
                        </m:fPr>
                        <m:num>
                          <m:r>
                            <a:rPr lang="en-US" sz="1700" b="0" i="1" smtClean="0">
                              <a:latin typeface="Cambria Math" panose="02040503050406030204" pitchFamily="18" charset="0"/>
                              <a:cs typeface="Times New Roman" panose="02020603050405020304" pitchFamily="18" charset="0"/>
                              <a:sym typeface="Zapf Dingbats"/>
                            </a:rPr>
                            <m:t>1</m:t>
                          </m:r>
                        </m:num>
                        <m:den>
                          <m:sSup>
                            <m:sSupPr>
                              <m:ctrlPr>
                                <a:rPr lang="en-US" sz="1700" b="0" i="1" smtClean="0">
                                  <a:latin typeface="Cambria Math" panose="02040503050406030204" pitchFamily="18" charset="0"/>
                                  <a:cs typeface="Times New Roman" panose="02020603050405020304" pitchFamily="18" charset="0"/>
                                  <a:sym typeface="Zapf Dingbats"/>
                                </a:rPr>
                              </m:ctrlPr>
                            </m:sSupPr>
                            <m:e>
                              <m:r>
                                <a:rPr lang="en-US" sz="1700" b="0" i="1" smtClean="0">
                                  <a:latin typeface="Cambria Math" panose="02040503050406030204" pitchFamily="18" charset="0"/>
                                  <a:cs typeface="Times New Roman" panose="02020603050405020304" pitchFamily="18" charset="0"/>
                                  <a:sym typeface="Zapf Dingbats"/>
                                </a:rPr>
                                <m:t>𝑥</m:t>
                              </m:r>
                            </m:e>
                            <m:sup>
                              <m:r>
                                <a:rPr lang="en-US" sz="1700" b="0" i="1" smtClean="0">
                                  <a:latin typeface="Cambria Math" panose="02040503050406030204" pitchFamily="18" charset="0"/>
                                  <a:cs typeface="Times New Roman" panose="02020603050405020304" pitchFamily="18" charset="0"/>
                                  <a:sym typeface="Zapf Dingbats"/>
                                </a:rPr>
                                <m:t>2</m:t>
                              </m:r>
                            </m:sup>
                          </m:sSup>
                        </m:den>
                      </m:f>
                      <m:d>
                        <m:dPr>
                          <m:ctrlPr>
                            <a:rPr lang="en-US" sz="1700" b="0" i="1" smtClean="0">
                              <a:latin typeface="Cambria Math" panose="02040503050406030204" pitchFamily="18" charset="0"/>
                              <a:cs typeface="Times New Roman" panose="02020603050405020304" pitchFamily="18" charset="0"/>
                              <a:sym typeface="Zapf Dingbats"/>
                            </a:rPr>
                          </m:ctrlPr>
                        </m:dPr>
                        <m:e>
                          <m:sSub>
                            <m:sSubPr>
                              <m:ctrlPr>
                                <a:rPr lang="en-US" sz="1700" b="0" i="1" smtClean="0">
                                  <a:latin typeface="Cambria Math" panose="02040503050406030204" pitchFamily="18" charset="0"/>
                                  <a:cs typeface="Times New Roman" panose="02020603050405020304" pitchFamily="18" charset="0"/>
                                  <a:sym typeface="Zapf Dingbats"/>
                                </a:rPr>
                              </m:ctrlPr>
                            </m:sSubPr>
                            <m:e>
                              <m:r>
                                <a:rPr lang="en-US" sz="1700" b="0" i="1" smtClean="0">
                                  <a:latin typeface="Cambria Math" panose="02040503050406030204" pitchFamily="18" charset="0"/>
                                  <a:cs typeface="Times New Roman" panose="02020603050405020304" pitchFamily="18" charset="0"/>
                                  <a:sym typeface="Zapf Dingbats"/>
                                </a:rPr>
                                <m:t>𝑦</m:t>
                              </m:r>
                            </m:e>
                            <m:sub>
                              <m:r>
                                <a:rPr lang="en-US" sz="1700" b="0" i="1" smtClean="0">
                                  <a:latin typeface="Cambria Math" panose="02040503050406030204" pitchFamily="18" charset="0"/>
                                  <a:cs typeface="Times New Roman" panose="02020603050405020304" pitchFamily="18" charset="0"/>
                                  <a:sym typeface="Zapf Dingbats"/>
                                </a:rPr>
                                <m:t>0</m:t>
                              </m:r>
                            </m:sub>
                          </m:sSub>
                          <m:r>
                            <a:rPr lang="en-US" sz="1700" b="0" i="1" smtClean="0">
                              <a:latin typeface="Cambria Math" panose="02040503050406030204" pitchFamily="18" charset="0"/>
                              <a:cs typeface="Times New Roman" panose="02020603050405020304" pitchFamily="18" charset="0"/>
                              <a:sym typeface="Zapf Dingbats"/>
                            </a:rPr>
                            <m:t>+</m:t>
                          </m:r>
                          <m:sSub>
                            <m:sSubPr>
                              <m:ctrlPr>
                                <a:rPr lang="en-US" sz="1700" b="0" i="1" smtClean="0">
                                  <a:latin typeface="Cambria Math" panose="02040503050406030204" pitchFamily="18" charset="0"/>
                                  <a:cs typeface="Times New Roman" panose="02020603050405020304" pitchFamily="18" charset="0"/>
                                  <a:sym typeface="Zapf Dingbats"/>
                                </a:rPr>
                              </m:ctrlPr>
                            </m:sSubPr>
                            <m:e>
                              <m:r>
                                <a:rPr lang="en-US" sz="1700" b="0" i="1" smtClean="0">
                                  <a:latin typeface="Cambria Math" panose="02040503050406030204" pitchFamily="18" charset="0"/>
                                  <a:cs typeface="Times New Roman" panose="02020603050405020304" pitchFamily="18" charset="0"/>
                                  <a:sym typeface="Zapf Dingbats"/>
                                </a:rPr>
                                <m:t>𝑦</m:t>
                              </m:r>
                            </m:e>
                            <m:sub>
                              <m:r>
                                <a:rPr lang="en-US" sz="1700" b="0" i="1" smtClean="0">
                                  <a:latin typeface="Cambria Math" panose="02040503050406030204" pitchFamily="18" charset="0"/>
                                  <a:cs typeface="Times New Roman" panose="02020603050405020304" pitchFamily="18" charset="0"/>
                                  <a:sym typeface="Zapf Dingbats"/>
                                </a:rPr>
                                <m:t>1</m:t>
                              </m:r>
                            </m:sub>
                          </m:sSub>
                          <m:r>
                            <a:rPr lang="en-US" sz="1700" b="0" i="1" smtClean="0">
                              <a:latin typeface="Cambria Math" panose="02040503050406030204" pitchFamily="18" charset="0"/>
                              <a:cs typeface="Times New Roman" panose="02020603050405020304" pitchFamily="18" charset="0"/>
                              <a:sym typeface="Zapf Dingbats"/>
                            </a:rPr>
                            <m:t>𝑥</m:t>
                          </m:r>
                          <m:r>
                            <a:rPr lang="en-US" sz="1700" b="0" i="1" smtClean="0">
                              <a:latin typeface="Cambria Math" panose="02040503050406030204" pitchFamily="18" charset="0"/>
                              <a:cs typeface="Times New Roman" panose="02020603050405020304" pitchFamily="18" charset="0"/>
                              <a:sym typeface="Zapf Dingbats"/>
                            </a:rPr>
                            <m:t>+</m:t>
                          </m:r>
                          <m:sSub>
                            <m:sSubPr>
                              <m:ctrlPr>
                                <a:rPr lang="en-US" sz="1700" i="1">
                                  <a:latin typeface="Cambria Math" panose="02040503050406030204" pitchFamily="18" charset="0"/>
                                  <a:cs typeface="Times New Roman" panose="02020603050405020304" pitchFamily="18" charset="0"/>
                                  <a:sym typeface="Zapf Dingbats"/>
                                </a:rPr>
                              </m:ctrlPr>
                            </m:sSubPr>
                            <m:e>
                              <m:r>
                                <a:rPr lang="en-US" sz="1700" i="1">
                                  <a:latin typeface="Cambria Math" panose="02040503050406030204" pitchFamily="18" charset="0"/>
                                  <a:cs typeface="Times New Roman" panose="02020603050405020304" pitchFamily="18" charset="0"/>
                                  <a:sym typeface="Zapf Dingbats"/>
                                </a:rPr>
                                <m:t>𝑦</m:t>
                              </m:r>
                            </m:e>
                            <m:sub>
                              <m:r>
                                <a:rPr lang="en-US" sz="1700" i="1">
                                  <a:latin typeface="Cambria Math" panose="02040503050406030204" pitchFamily="18" charset="0"/>
                                  <a:cs typeface="Times New Roman" panose="02020603050405020304" pitchFamily="18" charset="0"/>
                                  <a:sym typeface="Zapf Dingbats"/>
                                </a:rPr>
                                <m:t>2</m:t>
                              </m:r>
                            </m:sub>
                          </m:sSub>
                          <m:sSup>
                            <m:sSupPr>
                              <m:ctrlPr>
                                <a:rPr lang="en-US" sz="1700" i="1">
                                  <a:latin typeface="Cambria Math" panose="02040503050406030204" pitchFamily="18" charset="0"/>
                                  <a:cs typeface="Times New Roman" panose="02020603050405020304" pitchFamily="18" charset="0"/>
                                  <a:sym typeface="Zapf Dingbats"/>
                                </a:rPr>
                              </m:ctrlPr>
                            </m:sSupPr>
                            <m:e>
                              <m:r>
                                <a:rPr lang="en-US" sz="1700" i="1">
                                  <a:latin typeface="Cambria Math" panose="02040503050406030204" pitchFamily="18" charset="0"/>
                                  <a:cs typeface="Times New Roman" panose="02020603050405020304" pitchFamily="18" charset="0"/>
                                  <a:sym typeface="Zapf Dingbats"/>
                                </a:rPr>
                                <m:t>𝑥</m:t>
                              </m:r>
                            </m:e>
                            <m:sup>
                              <m:r>
                                <a:rPr lang="en-US" sz="1700" i="1">
                                  <a:latin typeface="Cambria Math" panose="02040503050406030204" pitchFamily="18" charset="0"/>
                                  <a:cs typeface="Times New Roman" panose="02020603050405020304" pitchFamily="18" charset="0"/>
                                  <a:sym typeface="Zapf Dingbats"/>
                                </a:rPr>
                                <m:t>2</m:t>
                              </m:r>
                            </m:sup>
                          </m:sSup>
                          <m:r>
                            <a:rPr lang="en-US" sz="1700" i="1">
                              <a:latin typeface="Cambria Math" panose="02040503050406030204" pitchFamily="18" charset="0"/>
                              <a:cs typeface="Times New Roman" panose="02020603050405020304" pitchFamily="18" charset="0"/>
                              <a:sym typeface="Zapf Dingbats"/>
                            </a:rPr>
                            <m:t>+</m:t>
                          </m:r>
                          <m:sSub>
                            <m:sSubPr>
                              <m:ctrlPr>
                                <a:rPr lang="en-US" sz="1700" i="1">
                                  <a:latin typeface="Cambria Math" panose="02040503050406030204" pitchFamily="18" charset="0"/>
                                  <a:cs typeface="Times New Roman" panose="02020603050405020304" pitchFamily="18" charset="0"/>
                                  <a:sym typeface="Zapf Dingbats"/>
                                </a:rPr>
                              </m:ctrlPr>
                            </m:sSubPr>
                            <m:e>
                              <m:r>
                                <a:rPr lang="en-US" sz="1700" i="1">
                                  <a:latin typeface="Cambria Math" panose="02040503050406030204" pitchFamily="18" charset="0"/>
                                  <a:cs typeface="Times New Roman" panose="02020603050405020304" pitchFamily="18" charset="0"/>
                                  <a:sym typeface="Zapf Dingbats"/>
                                </a:rPr>
                                <m:t>𝑦</m:t>
                              </m:r>
                            </m:e>
                            <m:sub>
                              <m:r>
                                <a:rPr lang="en-US" sz="1700" i="1">
                                  <a:latin typeface="Cambria Math" panose="02040503050406030204" pitchFamily="18" charset="0"/>
                                  <a:cs typeface="Times New Roman" panose="02020603050405020304" pitchFamily="18" charset="0"/>
                                  <a:sym typeface="Zapf Dingbats"/>
                                </a:rPr>
                                <m:t>3</m:t>
                              </m:r>
                            </m:sub>
                          </m:sSub>
                          <m:sSup>
                            <m:sSupPr>
                              <m:ctrlPr>
                                <a:rPr lang="en-US" sz="1700" i="1">
                                  <a:latin typeface="Cambria Math" panose="02040503050406030204" pitchFamily="18" charset="0"/>
                                  <a:cs typeface="Times New Roman" panose="02020603050405020304" pitchFamily="18" charset="0"/>
                                  <a:sym typeface="Zapf Dingbats"/>
                                </a:rPr>
                              </m:ctrlPr>
                            </m:sSupPr>
                            <m:e>
                              <m:r>
                                <a:rPr lang="en-US" sz="1700" i="1">
                                  <a:latin typeface="Cambria Math" panose="02040503050406030204" pitchFamily="18" charset="0"/>
                                  <a:cs typeface="Times New Roman" panose="02020603050405020304" pitchFamily="18" charset="0"/>
                                  <a:sym typeface="Zapf Dingbats"/>
                                </a:rPr>
                                <m:t>𝑥</m:t>
                              </m:r>
                            </m:e>
                            <m:sup>
                              <m:r>
                                <a:rPr lang="en-US" sz="1700" i="1">
                                  <a:latin typeface="Cambria Math" panose="02040503050406030204" pitchFamily="18" charset="0"/>
                                  <a:cs typeface="Times New Roman" panose="02020603050405020304" pitchFamily="18" charset="0"/>
                                  <a:sym typeface="Zapf Dingbats"/>
                                </a:rPr>
                                <m:t>3</m:t>
                              </m:r>
                            </m:sup>
                          </m:sSup>
                          <m:r>
                            <a:rPr lang="en-US" sz="1700" i="1">
                              <a:latin typeface="Cambria Math" panose="02040503050406030204" pitchFamily="18" charset="0"/>
                              <a:cs typeface="Times New Roman" panose="02020603050405020304" pitchFamily="18" charset="0"/>
                              <a:sym typeface="Zapf Dingbats"/>
                            </a:rPr>
                            <m:t>+</m:t>
                          </m:r>
                          <m:r>
                            <a:rPr lang="en-US" sz="1700" b="0" i="1" smtClean="0">
                              <a:latin typeface="Cambria Math" panose="02040503050406030204" pitchFamily="18" charset="0"/>
                              <a:cs typeface="Times New Roman" panose="02020603050405020304" pitchFamily="18" charset="0"/>
                              <a:sym typeface="Zapf Dingbats"/>
                            </a:rPr>
                            <m:t>⋯−</m:t>
                          </m:r>
                          <m:sSub>
                            <m:sSubPr>
                              <m:ctrlPr>
                                <a:rPr lang="en-US" sz="1700" b="0" i="1" smtClean="0">
                                  <a:latin typeface="Cambria Math" panose="02040503050406030204" pitchFamily="18" charset="0"/>
                                  <a:cs typeface="Times New Roman" panose="02020603050405020304" pitchFamily="18" charset="0"/>
                                  <a:sym typeface="Zapf Dingbats"/>
                                </a:rPr>
                              </m:ctrlPr>
                            </m:sSubPr>
                            <m:e>
                              <m:r>
                                <a:rPr lang="en-US" sz="1700" b="0" i="1" smtClean="0">
                                  <a:latin typeface="Cambria Math" panose="02040503050406030204" pitchFamily="18" charset="0"/>
                                  <a:cs typeface="Times New Roman" panose="02020603050405020304" pitchFamily="18" charset="0"/>
                                  <a:sym typeface="Zapf Dingbats"/>
                                </a:rPr>
                                <m:t>𝑦</m:t>
                              </m:r>
                            </m:e>
                            <m:sub>
                              <m:r>
                                <a:rPr lang="en-US" sz="1700" b="0" i="1" smtClean="0">
                                  <a:latin typeface="Cambria Math" panose="02040503050406030204" pitchFamily="18" charset="0"/>
                                  <a:cs typeface="Times New Roman" panose="02020603050405020304" pitchFamily="18" charset="0"/>
                                  <a:sym typeface="Zapf Dingbats"/>
                                </a:rPr>
                                <m:t>0</m:t>
                              </m:r>
                            </m:sub>
                          </m:sSub>
                          <m:r>
                            <a:rPr lang="en-US" sz="1700" b="0" i="1" smtClean="0">
                              <a:latin typeface="Cambria Math" panose="02040503050406030204" pitchFamily="18" charset="0"/>
                              <a:cs typeface="Times New Roman" panose="02020603050405020304" pitchFamily="18" charset="0"/>
                              <a:sym typeface="Zapf Dingbats"/>
                            </a:rPr>
                            <m:t>−</m:t>
                          </m:r>
                          <m:sSub>
                            <m:sSubPr>
                              <m:ctrlPr>
                                <a:rPr lang="en-US" sz="1700" b="0" i="1" smtClean="0">
                                  <a:latin typeface="Cambria Math" panose="02040503050406030204" pitchFamily="18" charset="0"/>
                                  <a:cs typeface="Times New Roman" panose="02020603050405020304" pitchFamily="18" charset="0"/>
                                  <a:sym typeface="Zapf Dingbats"/>
                                </a:rPr>
                              </m:ctrlPr>
                            </m:sSubPr>
                            <m:e>
                              <m:r>
                                <a:rPr lang="en-US" sz="1700" b="0" i="1" smtClean="0">
                                  <a:latin typeface="Cambria Math" panose="02040503050406030204" pitchFamily="18" charset="0"/>
                                  <a:cs typeface="Times New Roman" panose="02020603050405020304" pitchFamily="18" charset="0"/>
                                  <a:sym typeface="Zapf Dingbats"/>
                                </a:rPr>
                                <m:t>𝑦</m:t>
                              </m:r>
                            </m:e>
                            <m:sub>
                              <m:r>
                                <a:rPr lang="en-US" sz="1700" b="0" i="1" smtClean="0">
                                  <a:latin typeface="Cambria Math" panose="02040503050406030204" pitchFamily="18" charset="0"/>
                                  <a:cs typeface="Times New Roman" panose="02020603050405020304" pitchFamily="18" charset="0"/>
                                  <a:sym typeface="Zapf Dingbats"/>
                                </a:rPr>
                                <m:t>1</m:t>
                              </m:r>
                            </m:sub>
                          </m:sSub>
                          <m:r>
                            <a:rPr lang="en-US" sz="1700" b="0" i="1" smtClean="0">
                              <a:latin typeface="Cambria Math" panose="02040503050406030204" pitchFamily="18" charset="0"/>
                              <a:cs typeface="Times New Roman" panose="02020603050405020304" pitchFamily="18" charset="0"/>
                              <a:sym typeface="Zapf Dingbats"/>
                            </a:rPr>
                            <m:t>𝑥</m:t>
                          </m:r>
                        </m:e>
                      </m:d>
                      <m:r>
                        <a:rPr lang="en-US" sz="1700" b="0" i="1" smtClean="0">
                          <a:latin typeface="Cambria Math" panose="02040503050406030204" pitchFamily="18" charset="0"/>
                          <a:cs typeface="Times New Roman" panose="02020603050405020304" pitchFamily="18" charset="0"/>
                          <a:sym typeface="Zapf Dingbats"/>
                        </a:rPr>
                        <m:t>−</m:t>
                      </m:r>
                      <m:f>
                        <m:fPr>
                          <m:ctrlPr>
                            <a:rPr lang="en-US" sz="1700" b="0" i="1" smtClean="0">
                              <a:latin typeface="Cambria Math" panose="02040503050406030204" pitchFamily="18" charset="0"/>
                              <a:cs typeface="Times New Roman" panose="02020603050405020304" pitchFamily="18" charset="0"/>
                              <a:sym typeface="Zapf Dingbats"/>
                            </a:rPr>
                          </m:ctrlPr>
                        </m:fPr>
                        <m:num>
                          <m:r>
                            <a:rPr lang="en-US" sz="1700" b="0" i="1" smtClean="0">
                              <a:latin typeface="Cambria Math" panose="02040503050406030204" pitchFamily="18" charset="0"/>
                              <a:cs typeface="Times New Roman" panose="02020603050405020304" pitchFamily="18" charset="0"/>
                              <a:sym typeface="Zapf Dingbats"/>
                            </a:rPr>
                            <m:t>1</m:t>
                          </m:r>
                        </m:num>
                        <m:den>
                          <m:r>
                            <a:rPr lang="en-US" sz="1700" b="0" i="1" smtClean="0">
                              <a:latin typeface="Cambria Math" panose="02040503050406030204" pitchFamily="18" charset="0"/>
                              <a:cs typeface="Times New Roman" panose="02020603050405020304" pitchFamily="18" charset="0"/>
                              <a:sym typeface="Zapf Dingbats"/>
                            </a:rPr>
                            <m:t>𝑥</m:t>
                          </m:r>
                        </m:den>
                      </m:f>
                      <m:d>
                        <m:dPr>
                          <m:ctrlPr>
                            <a:rPr lang="en-US" sz="1700" b="0" i="1" smtClean="0">
                              <a:latin typeface="Cambria Math" panose="02040503050406030204" pitchFamily="18" charset="0"/>
                              <a:cs typeface="Times New Roman" panose="02020603050405020304" pitchFamily="18" charset="0"/>
                              <a:sym typeface="Zapf Dingbats"/>
                            </a:rPr>
                          </m:ctrlPr>
                        </m:dPr>
                        <m:e>
                          <m:sSub>
                            <m:sSubPr>
                              <m:ctrlPr>
                                <a:rPr lang="en-US" sz="1700" b="0" i="1" smtClean="0">
                                  <a:latin typeface="Cambria Math" panose="02040503050406030204" pitchFamily="18" charset="0"/>
                                  <a:cs typeface="Times New Roman" panose="02020603050405020304" pitchFamily="18" charset="0"/>
                                  <a:sym typeface="Zapf Dingbats"/>
                                </a:rPr>
                              </m:ctrlPr>
                            </m:sSubPr>
                            <m:e>
                              <m:r>
                                <a:rPr lang="en-US" sz="1700" b="0" i="1" smtClean="0">
                                  <a:latin typeface="Cambria Math" panose="02040503050406030204" pitchFamily="18" charset="0"/>
                                  <a:cs typeface="Times New Roman" panose="02020603050405020304" pitchFamily="18" charset="0"/>
                                  <a:sym typeface="Zapf Dingbats"/>
                                </a:rPr>
                                <m:t>𝑦</m:t>
                              </m:r>
                            </m:e>
                            <m:sub>
                              <m:r>
                                <a:rPr lang="en-US" sz="1700" b="0" i="1" smtClean="0">
                                  <a:latin typeface="Cambria Math" panose="02040503050406030204" pitchFamily="18" charset="0"/>
                                  <a:cs typeface="Times New Roman" panose="02020603050405020304" pitchFamily="18" charset="0"/>
                                  <a:sym typeface="Zapf Dingbats"/>
                                </a:rPr>
                                <m:t>0</m:t>
                              </m:r>
                            </m:sub>
                          </m:sSub>
                          <m:r>
                            <a:rPr lang="en-US" sz="1700" b="0" i="1" smtClean="0">
                              <a:latin typeface="Cambria Math" panose="02040503050406030204" pitchFamily="18" charset="0"/>
                              <a:cs typeface="Times New Roman" panose="02020603050405020304" pitchFamily="18" charset="0"/>
                              <a:sym typeface="Zapf Dingbats"/>
                            </a:rPr>
                            <m:t>+</m:t>
                          </m:r>
                          <m:sSub>
                            <m:sSubPr>
                              <m:ctrlPr>
                                <a:rPr lang="en-US" sz="1700" i="1">
                                  <a:latin typeface="Cambria Math" panose="02040503050406030204" pitchFamily="18" charset="0"/>
                                  <a:cs typeface="Times New Roman" panose="02020603050405020304" pitchFamily="18" charset="0"/>
                                  <a:sym typeface="Zapf Dingbats"/>
                                </a:rPr>
                              </m:ctrlPr>
                            </m:sSubPr>
                            <m:e>
                              <m:r>
                                <a:rPr lang="en-US" sz="1700" i="1">
                                  <a:latin typeface="Cambria Math" panose="02040503050406030204" pitchFamily="18" charset="0"/>
                                  <a:cs typeface="Times New Roman" panose="02020603050405020304" pitchFamily="18" charset="0"/>
                                  <a:sym typeface="Zapf Dingbats"/>
                                </a:rPr>
                                <m:t>𝑦</m:t>
                              </m:r>
                            </m:e>
                            <m:sub>
                              <m:r>
                                <a:rPr lang="en-US" sz="1700" i="1">
                                  <a:latin typeface="Cambria Math" panose="02040503050406030204" pitchFamily="18" charset="0"/>
                                  <a:cs typeface="Times New Roman" panose="02020603050405020304" pitchFamily="18" charset="0"/>
                                  <a:sym typeface="Zapf Dingbats"/>
                                </a:rPr>
                                <m:t>1</m:t>
                              </m:r>
                            </m:sub>
                          </m:sSub>
                          <m:r>
                            <a:rPr lang="en-US" sz="1700" i="1">
                              <a:latin typeface="Cambria Math" panose="02040503050406030204" pitchFamily="18" charset="0"/>
                              <a:cs typeface="Times New Roman" panose="02020603050405020304" pitchFamily="18" charset="0"/>
                              <a:sym typeface="Zapf Dingbats"/>
                            </a:rPr>
                            <m:t>𝑥</m:t>
                          </m:r>
                          <m:r>
                            <a:rPr lang="en-US" sz="1700" i="1">
                              <a:latin typeface="Cambria Math" panose="02040503050406030204" pitchFamily="18" charset="0"/>
                              <a:cs typeface="Times New Roman" panose="02020603050405020304" pitchFamily="18" charset="0"/>
                              <a:sym typeface="Zapf Dingbats"/>
                            </a:rPr>
                            <m:t>+</m:t>
                          </m:r>
                          <m:sSub>
                            <m:sSubPr>
                              <m:ctrlPr>
                                <a:rPr lang="en-US" sz="1700" i="1">
                                  <a:latin typeface="Cambria Math" panose="02040503050406030204" pitchFamily="18" charset="0"/>
                                  <a:cs typeface="Times New Roman" panose="02020603050405020304" pitchFamily="18" charset="0"/>
                                  <a:sym typeface="Zapf Dingbats"/>
                                </a:rPr>
                              </m:ctrlPr>
                            </m:sSubPr>
                            <m:e>
                              <m:r>
                                <a:rPr lang="en-US" sz="1700" i="1">
                                  <a:latin typeface="Cambria Math" panose="02040503050406030204" pitchFamily="18" charset="0"/>
                                  <a:cs typeface="Times New Roman" panose="02020603050405020304" pitchFamily="18" charset="0"/>
                                  <a:sym typeface="Zapf Dingbats"/>
                                </a:rPr>
                                <m:t>𝑦</m:t>
                              </m:r>
                            </m:e>
                            <m:sub>
                              <m:r>
                                <a:rPr lang="en-US" sz="1700" i="1">
                                  <a:latin typeface="Cambria Math" panose="02040503050406030204" pitchFamily="18" charset="0"/>
                                  <a:cs typeface="Times New Roman" panose="02020603050405020304" pitchFamily="18" charset="0"/>
                                  <a:sym typeface="Zapf Dingbats"/>
                                </a:rPr>
                                <m:t>2</m:t>
                              </m:r>
                            </m:sub>
                          </m:sSub>
                          <m:sSup>
                            <m:sSupPr>
                              <m:ctrlPr>
                                <a:rPr lang="en-US" sz="1700" i="1">
                                  <a:latin typeface="Cambria Math" panose="02040503050406030204" pitchFamily="18" charset="0"/>
                                  <a:cs typeface="Times New Roman" panose="02020603050405020304" pitchFamily="18" charset="0"/>
                                  <a:sym typeface="Zapf Dingbats"/>
                                </a:rPr>
                              </m:ctrlPr>
                            </m:sSupPr>
                            <m:e>
                              <m:r>
                                <a:rPr lang="en-US" sz="1700" i="1">
                                  <a:latin typeface="Cambria Math" panose="02040503050406030204" pitchFamily="18" charset="0"/>
                                  <a:cs typeface="Times New Roman" panose="02020603050405020304" pitchFamily="18" charset="0"/>
                                  <a:sym typeface="Zapf Dingbats"/>
                                </a:rPr>
                                <m:t>𝑥</m:t>
                              </m:r>
                            </m:e>
                            <m:sup>
                              <m:r>
                                <a:rPr lang="en-US" sz="1700" i="1">
                                  <a:latin typeface="Cambria Math" panose="02040503050406030204" pitchFamily="18" charset="0"/>
                                  <a:cs typeface="Times New Roman" panose="02020603050405020304" pitchFamily="18" charset="0"/>
                                  <a:sym typeface="Zapf Dingbats"/>
                                </a:rPr>
                                <m:t>2</m:t>
                              </m:r>
                            </m:sup>
                          </m:sSup>
                          <m:r>
                            <a:rPr lang="en-US" sz="1700" b="0" i="1" smtClean="0">
                              <a:latin typeface="Cambria Math" panose="02040503050406030204" pitchFamily="18" charset="0"/>
                              <a:cs typeface="Times New Roman" panose="02020603050405020304" pitchFamily="18" charset="0"/>
                              <a:sym typeface="Zapf Dingbats"/>
                            </a:rPr>
                            <m:t>+⋯−</m:t>
                          </m:r>
                          <m:sSub>
                            <m:sSubPr>
                              <m:ctrlPr>
                                <a:rPr lang="en-US" sz="1700" b="0" i="1" smtClean="0">
                                  <a:latin typeface="Cambria Math" panose="02040503050406030204" pitchFamily="18" charset="0"/>
                                  <a:cs typeface="Times New Roman" panose="02020603050405020304" pitchFamily="18" charset="0"/>
                                  <a:sym typeface="Zapf Dingbats"/>
                                </a:rPr>
                              </m:ctrlPr>
                            </m:sSubPr>
                            <m:e>
                              <m:r>
                                <a:rPr lang="en-US" sz="1700" b="0" i="1" smtClean="0">
                                  <a:latin typeface="Cambria Math" panose="02040503050406030204" pitchFamily="18" charset="0"/>
                                  <a:cs typeface="Times New Roman" panose="02020603050405020304" pitchFamily="18" charset="0"/>
                                  <a:sym typeface="Zapf Dingbats"/>
                                </a:rPr>
                                <m:t>𝑦</m:t>
                              </m:r>
                            </m:e>
                            <m:sub>
                              <m:r>
                                <a:rPr lang="en-US" sz="1700" b="0" i="1" smtClean="0">
                                  <a:latin typeface="Cambria Math" panose="02040503050406030204" pitchFamily="18" charset="0"/>
                                  <a:cs typeface="Times New Roman" panose="02020603050405020304" pitchFamily="18" charset="0"/>
                                  <a:sym typeface="Zapf Dingbats"/>
                                </a:rPr>
                                <m:t>0</m:t>
                              </m:r>
                            </m:sub>
                          </m:sSub>
                        </m:e>
                      </m:d>
                      <m:r>
                        <a:rPr lang="en-US" sz="1700" b="0" i="1" smtClean="0">
                          <a:latin typeface="Cambria Math" panose="02040503050406030204" pitchFamily="18" charset="0"/>
                          <a:cs typeface="Times New Roman" panose="02020603050405020304" pitchFamily="18" charset="0"/>
                          <a:sym typeface="Zapf Dingbats"/>
                        </a:rPr>
                        <m:t>−6</m:t>
                      </m:r>
                      <m:r>
                        <a:rPr lang="en-US" sz="1700" b="0" i="1" smtClean="0">
                          <a:latin typeface="Cambria Math" panose="02040503050406030204" pitchFamily="18" charset="0"/>
                          <a:cs typeface="Times New Roman" panose="02020603050405020304" pitchFamily="18" charset="0"/>
                          <a:sym typeface="Zapf Dingbats"/>
                        </a:rPr>
                        <m:t>𝐺</m:t>
                      </m:r>
                      <m:d>
                        <m:dPr>
                          <m:ctrlPr>
                            <a:rPr lang="en-US" sz="1700" b="0" i="1" smtClean="0">
                              <a:latin typeface="Cambria Math" panose="02040503050406030204" pitchFamily="18" charset="0"/>
                              <a:cs typeface="Times New Roman" panose="02020603050405020304" pitchFamily="18" charset="0"/>
                              <a:sym typeface="Zapf Dingbats"/>
                            </a:rPr>
                          </m:ctrlPr>
                        </m:dPr>
                        <m:e>
                          <m:r>
                            <a:rPr lang="en-US" sz="1700" b="0" i="1" smtClean="0">
                              <a:latin typeface="Cambria Math" panose="02040503050406030204" pitchFamily="18" charset="0"/>
                              <a:cs typeface="Times New Roman" panose="02020603050405020304" pitchFamily="18" charset="0"/>
                              <a:sym typeface="Zapf Dingbats"/>
                            </a:rPr>
                            <m:t>𝑥</m:t>
                          </m:r>
                        </m:e>
                      </m:d>
                      <m:r>
                        <a:rPr lang="en-US" sz="1700" b="0" i="1" smtClean="0">
                          <a:latin typeface="Cambria Math" panose="02040503050406030204" pitchFamily="18" charset="0"/>
                          <a:cs typeface="Times New Roman" panose="02020603050405020304" pitchFamily="18" charset="0"/>
                          <a:sym typeface="Zapf Dingbats"/>
                        </a:rPr>
                        <m:t>=0</m:t>
                      </m:r>
                    </m:oMath>
                  </m:oMathPara>
                </a14:m>
                <a:endParaRPr lang="en-US" sz="17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cs typeface="Times New Roman" panose="02020603050405020304" pitchFamily="18" charset="0"/>
                              <a:sym typeface="Zapf Dingbats"/>
                            </a:rPr>
                          </m:ctrlPr>
                        </m:fPr>
                        <m:num>
                          <m:r>
                            <a:rPr lang="en-US" sz="2400" b="0" i="1" smtClean="0">
                              <a:latin typeface="Cambria Math" panose="02040503050406030204" pitchFamily="18" charset="0"/>
                              <a:cs typeface="Times New Roman" panose="02020603050405020304" pitchFamily="18" charset="0"/>
                              <a:sym typeface="Zapf Dingbats"/>
                            </a:rPr>
                            <m:t>1</m:t>
                          </m:r>
                        </m:num>
                        <m:den>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𝑥</m:t>
                              </m:r>
                            </m:e>
                            <m:sup>
                              <m:r>
                                <a:rPr lang="en-US" sz="2400" b="0" i="1" smtClean="0">
                                  <a:latin typeface="Cambria Math" panose="02040503050406030204" pitchFamily="18" charset="0"/>
                                  <a:cs typeface="Times New Roman" panose="02020603050405020304" pitchFamily="18" charset="0"/>
                                  <a:sym typeface="Zapf Dingbats"/>
                                </a:rPr>
                                <m:t>2</m:t>
                              </m:r>
                            </m:sup>
                          </m:sSup>
                        </m:den>
                      </m:f>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𝐺</m:t>
                          </m:r>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𝑥</m:t>
                          </m:r>
                          <m:r>
                            <a:rPr lang="en-US" sz="2400" b="0" i="1" smtClean="0">
                              <a:latin typeface="Cambria Math" panose="02040503050406030204" pitchFamily="18" charset="0"/>
                              <a:cs typeface="Times New Roman" panose="02020603050405020304" pitchFamily="18" charset="0"/>
                              <a:sym typeface="Zapf Dingbats"/>
                            </a:rPr>
                            <m:t>)−2−</m:t>
                          </m:r>
                          <m:r>
                            <a:rPr lang="en-US" sz="2400" b="0" i="1" smtClean="0">
                              <a:latin typeface="Cambria Math" panose="02040503050406030204" pitchFamily="18" charset="0"/>
                              <a:cs typeface="Times New Roman" panose="02020603050405020304" pitchFamily="18" charset="0"/>
                              <a:sym typeface="Zapf Dingbats"/>
                            </a:rPr>
                            <m:t>𝑥</m:t>
                          </m:r>
                        </m:e>
                      </m:d>
                      <m:r>
                        <a:rPr lang="en-US" sz="2400" b="0" i="1" smtClean="0">
                          <a:latin typeface="Cambria Math" panose="02040503050406030204" pitchFamily="18" charset="0"/>
                          <a:cs typeface="Times New Roman" panose="02020603050405020304" pitchFamily="18" charset="0"/>
                          <a:sym typeface="Zapf Dingbats"/>
                        </a:rPr>
                        <m:t>−</m:t>
                      </m:r>
                      <m:f>
                        <m:fPr>
                          <m:ctrlPr>
                            <a:rPr lang="en-US" sz="2400" b="0" i="1" smtClean="0">
                              <a:latin typeface="Cambria Math" panose="02040503050406030204" pitchFamily="18" charset="0"/>
                              <a:cs typeface="Times New Roman" panose="02020603050405020304" pitchFamily="18" charset="0"/>
                              <a:sym typeface="Zapf Dingbats"/>
                            </a:rPr>
                          </m:ctrlPr>
                        </m:fPr>
                        <m:num>
                          <m:r>
                            <a:rPr lang="en-US" sz="2400" b="0" i="1" smtClean="0">
                              <a:latin typeface="Cambria Math" panose="02040503050406030204" pitchFamily="18" charset="0"/>
                              <a:cs typeface="Times New Roman" panose="02020603050405020304" pitchFamily="18" charset="0"/>
                              <a:sym typeface="Zapf Dingbats"/>
                            </a:rPr>
                            <m:t>1</m:t>
                          </m:r>
                        </m:num>
                        <m:den>
                          <m:r>
                            <a:rPr lang="en-US" sz="2400" b="0" i="1" smtClean="0">
                              <a:latin typeface="Cambria Math" panose="02040503050406030204" pitchFamily="18" charset="0"/>
                              <a:cs typeface="Times New Roman" panose="02020603050405020304" pitchFamily="18" charset="0"/>
                              <a:sym typeface="Zapf Dingbats"/>
                            </a:rPr>
                            <m:t>𝑥</m:t>
                          </m:r>
                        </m:den>
                      </m:f>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𝐺</m:t>
                          </m:r>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𝑥</m:t>
                          </m:r>
                          <m:r>
                            <a:rPr lang="en-US" sz="2400" b="0" i="1" smtClean="0">
                              <a:latin typeface="Cambria Math" panose="02040503050406030204" pitchFamily="18" charset="0"/>
                              <a:cs typeface="Times New Roman" panose="02020603050405020304" pitchFamily="18" charset="0"/>
                              <a:sym typeface="Zapf Dingbats"/>
                            </a:rPr>
                            <m:t>)−2</m:t>
                          </m:r>
                        </m:e>
                      </m:d>
                      <m:r>
                        <a:rPr lang="en-US" sz="2400" b="0" i="1" smtClean="0">
                          <a:latin typeface="Cambria Math" panose="02040503050406030204" pitchFamily="18" charset="0"/>
                          <a:cs typeface="Times New Roman" panose="02020603050405020304" pitchFamily="18" charset="0"/>
                          <a:sym typeface="Zapf Dingbats"/>
                        </a:rPr>
                        <m:t>−6</m:t>
                      </m:r>
                      <m:r>
                        <a:rPr lang="en-US" sz="2400" b="0" i="1" smtClean="0">
                          <a:latin typeface="Cambria Math" panose="02040503050406030204" pitchFamily="18" charset="0"/>
                          <a:cs typeface="Times New Roman" panose="02020603050405020304" pitchFamily="18" charset="0"/>
                          <a:sym typeface="Zapf Dingbats"/>
                        </a:rPr>
                        <m:t>𝐺</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𝑥</m:t>
                          </m:r>
                        </m:e>
                      </m:d>
                      <m:r>
                        <a:rPr lang="en-US" sz="2400" b="0" i="1" smtClean="0">
                          <a:latin typeface="Cambria Math" panose="02040503050406030204" pitchFamily="18" charset="0"/>
                          <a:cs typeface="Times New Roman" panose="02020603050405020304" pitchFamily="18" charset="0"/>
                          <a:sym typeface="Zapf Dingbats"/>
                        </a:rPr>
                        <m:t>=0</m:t>
                      </m:r>
                    </m:oMath>
                  </m:oMathPara>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7</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571269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Problem</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14:m>
                  <m:oMathPara xmlns:m="http://schemas.openxmlformats.org/officeDocument/2006/math">
                    <m:oMathParaPr>
                      <m:jc m:val="left"/>
                    </m:oMathParaPr>
                    <m:oMath xmlns:m="http://schemas.openxmlformats.org/officeDocument/2006/math">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den>
                      </m:f>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𝐺</m:t>
                          </m:r>
                          <m:r>
                            <a:rPr lang="en-US" sz="2000" b="0" i="1" smtClean="0">
                              <a:latin typeface="Cambria Math" panose="02040503050406030204" pitchFamily="18" charset="0"/>
                              <a:cs typeface="Times New Roman" panose="02020603050405020304" pitchFamily="18" charset="0"/>
                              <a:sym typeface="Zapf Dingbats"/>
                            </a:rPr>
                            <m:t>(</m:t>
                          </m:r>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)−2−</m:t>
                          </m:r>
                          <m:r>
                            <a:rPr lang="en-US" sz="2000" b="0" i="1" smtClean="0">
                              <a:latin typeface="Cambria Math" panose="02040503050406030204" pitchFamily="18" charset="0"/>
                              <a:cs typeface="Times New Roman" panose="02020603050405020304" pitchFamily="18" charset="0"/>
                              <a:sym typeface="Zapf Dingbats"/>
                            </a:rPr>
                            <m:t>𝑥</m:t>
                          </m:r>
                        </m:e>
                      </m:d>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r>
                            <a:rPr lang="en-US" sz="2000" b="0" i="1" smtClean="0">
                              <a:latin typeface="Cambria Math" panose="02040503050406030204" pitchFamily="18" charset="0"/>
                              <a:cs typeface="Times New Roman" panose="02020603050405020304" pitchFamily="18" charset="0"/>
                              <a:sym typeface="Zapf Dingbats"/>
                            </a:rPr>
                            <m:t>𝑥</m:t>
                          </m:r>
                        </m:den>
                      </m:f>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𝐺</m:t>
                          </m:r>
                          <m:r>
                            <a:rPr lang="en-US" sz="2000" b="0" i="1" smtClean="0">
                              <a:latin typeface="Cambria Math" panose="02040503050406030204" pitchFamily="18" charset="0"/>
                              <a:cs typeface="Times New Roman" panose="02020603050405020304" pitchFamily="18" charset="0"/>
                              <a:sym typeface="Zapf Dingbats"/>
                            </a:rPr>
                            <m:t>(</m:t>
                          </m:r>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)−2</m:t>
                          </m:r>
                        </m:e>
                      </m:d>
                      <m:r>
                        <a:rPr lang="en-US" sz="2000" b="0" i="1" smtClean="0">
                          <a:latin typeface="Cambria Math" panose="02040503050406030204" pitchFamily="18" charset="0"/>
                          <a:cs typeface="Times New Roman" panose="02020603050405020304" pitchFamily="18" charset="0"/>
                          <a:sym typeface="Zapf Dingbats"/>
                        </a:rPr>
                        <m:t>−6</m:t>
                      </m:r>
                      <m:r>
                        <a:rPr lang="en-US" sz="2000" b="0" i="1" smtClean="0">
                          <a:latin typeface="Cambria Math" panose="02040503050406030204" pitchFamily="18" charset="0"/>
                          <a:cs typeface="Times New Roman" panose="02020603050405020304" pitchFamily="18" charset="0"/>
                          <a:sym typeface="Zapf Dingbats"/>
                        </a:rPr>
                        <m:t>𝐺</m:t>
                      </m:r>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𝑥</m:t>
                          </m:r>
                        </m:e>
                      </m:d>
                      <m:r>
                        <a:rPr lang="en-US" sz="2000" b="0" i="1" smtClean="0">
                          <a:latin typeface="Cambria Math" panose="02040503050406030204" pitchFamily="18" charset="0"/>
                          <a:cs typeface="Times New Roman" panose="02020603050405020304" pitchFamily="18" charset="0"/>
                          <a:sym typeface="Zapf Dingbats"/>
                        </a:rPr>
                        <m:t>=0</m:t>
                      </m:r>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Times New Roman" panose="02020603050405020304" pitchFamily="18" charset="0"/>
                          <a:sym typeface="Zapf Dingbats"/>
                        </a:rPr>
                        <m:t>𝐺</m:t>
                      </m:r>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𝑥</m:t>
                          </m:r>
                        </m:e>
                      </m:d>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−2</m:t>
                          </m:r>
                        </m:num>
                        <m:den>
                          <m:r>
                            <a:rPr lang="en-US" sz="2000" b="0" i="1" smtClean="0">
                              <a:latin typeface="Cambria Math" panose="02040503050406030204" pitchFamily="18" charset="0"/>
                              <a:cs typeface="Times New Roman" panose="02020603050405020304" pitchFamily="18" charset="0"/>
                              <a:sym typeface="Zapf Dingbats"/>
                            </a:rPr>
                            <m:t>6</m:t>
                          </m:r>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r>
                            <a:rPr lang="en-US" sz="2000" b="0" i="1" smtClean="0">
                              <a:latin typeface="Cambria Math" panose="02040503050406030204" pitchFamily="18" charset="0"/>
                              <a:cs typeface="Times New Roman" panose="02020603050405020304" pitchFamily="18" charset="0"/>
                              <a:sym typeface="Zapf Dingbats"/>
                            </a:rPr>
                            <m:t>+</m:t>
                          </m:r>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−1</m:t>
                          </m:r>
                        </m:den>
                      </m:f>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−2</m:t>
                          </m:r>
                        </m:num>
                        <m:den>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3</m:t>
                              </m:r>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−1</m:t>
                              </m:r>
                            </m:e>
                          </m:d>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2</m:t>
                              </m:r>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+1</m:t>
                              </m:r>
                            </m:e>
                          </m:d>
                        </m:den>
                      </m:f>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left"/>
                    </m:oMathParaPr>
                    <m:oMath xmlns:m="http://schemas.openxmlformats.org/officeDocument/2006/math">
                      <m:f>
                        <m:fPr>
                          <m:ctrlPr>
                            <a:rPr lang="en-US" sz="2000" i="1">
                              <a:latin typeface="Cambria Math" panose="02040503050406030204" pitchFamily="18" charset="0"/>
                              <a:cs typeface="Times New Roman" panose="02020603050405020304" pitchFamily="18" charset="0"/>
                              <a:sym typeface="Zapf Dingbats"/>
                            </a:rPr>
                          </m:ctrlPr>
                        </m:fPr>
                        <m:num>
                          <m:r>
                            <a:rPr lang="en-US" sz="2000" i="1">
                              <a:latin typeface="Cambria Math" panose="02040503050406030204" pitchFamily="18" charset="0"/>
                              <a:cs typeface="Times New Roman" panose="02020603050405020304" pitchFamily="18" charset="0"/>
                              <a:sym typeface="Zapf Dingbats"/>
                            </a:rPr>
                            <m:t>𝑥</m:t>
                          </m:r>
                          <m:r>
                            <a:rPr lang="en-US" sz="2000" i="1">
                              <a:latin typeface="Cambria Math" panose="02040503050406030204" pitchFamily="18" charset="0"/>
                              <a:cs typeface="Times New Roman" panose="02020603050405020304" pitchFamily="18" charset="0"/>
                              <a:sym typeface="Zapf Dingbats"/>
                            </a:rPr>
                            <m:t>−2</m:t>
                          </m:r>
                        </m:num>
                        <m:den>
                          <m:d>
                            <m:dPr>
                              <m:ctrlPr>
                                <a:rPr lang="en-US" sz="2000" i="1">
                                  <a:latin typeface="Cambria Math" panose="02040503050406030204" pitchFamily="18" charset="0"/>
                                  <a:cs typeface="Times New Roman" panose="02020603050405020304" pitchFamily="18" charset="0"/>
                                  <a:sym typeface="Zapf Dingbats"/>
                                </a:rPr>
                              </m:ctrlPr>
                            </m:dPr>
                            <m:e>
                              <m:r>
                                <a:rPr lang="en-US" sz="2000" i="1">
                                  <a:latin typeface="Cambria Math" panose="02040503050406030204" pitchFamily="18" charset="0"/>
                                  <a:cs typeface="Times New Roman" panose="02020603050405020304" pitchFamily="18" charset="0"/>
                                  <a:sym typeface="Zapf Dingbats"/>
                                </a:rPr>
                                <m:t>3</m:t>
                              </m:r>
                              <m:r>
                                <a:rPr lang="en-US" sz="2000" i="1">
                                  <a:latin typeface="Cambria Math" panose="02040503050406030204" pitchFamily="18" charset="0"/>
                                  <a:cs typeface="Times New Roman" panose="02020603050405020304" pitchFamily="18" charset="0"/>
                                  <a:sym typeface="Zapf Dingbats"/>
                                </a:rPr>
                                <m:t>𝑥</m:t>
                              </m:r>
                              <m:r>
                                <a:rPr lang="en-US" sz="2000" i="1">
                                  <a:latin typeface="Cambria Math" panose="02040503050406030204" pitchFamily="18" charset="0"/>
                                  <a:cs typeface="Times New Roman" panose="02020603050405020304" pitchFamily="18" charset="0"/>
                                  <a:sym typeface="Zapf Dingbats"/>
                                </a:rPr>
                                <m:t>−1</m:t>
                              </m:r>
                            </m:e>
                          </m:d>
                          <m:d>
                            <m:dPr>
                              <m:ctrlPr>
                                <a:rPr lang="en-US" sz="2000" i="1">
                                  <a:latin typeface="Cambria Math" panose="02040503050406030204" pitchFamily="18" charset="0"/>
                                  <a:cs typeface="Times New Roman" panose="02020603050405020304" pitchFamily="18" charset="0"/>
                                  <a:sym typeface="Zapf Dingbats"/>
                                </a:rPr>
                              </m:ctrlPr>
                            </m:dPr>
                            <m:e>
                              <m:r>
                                <a:rPr lang="en-US" sz="2000" i="1">
                                  <a:latin typeface="Cambria Math" panose="02040503050406030204" pitchFamily="18" charset="0"/>
                                  <a:cs typeface="Times New Roman" panose="02020603050405020304" pitchFamily="18" charset="0"/>
                                  <a:sym typeface="Zapf Dingbats"/>
                                </a:rPr>
                                <m:t>2</m:t>
                              </m:r>
                              <m:r>
                                <a:rPr lang="en-US" sz="2000" i="1">
                                  <a:latin typeface="Cambria Math" panose="02040503050406030204" pitchFamily="18" charset="0"/>
                                  <a:cs typeface="Times New Roman" panose="02020603050405020304" pitchFamily="18" charset="0"/>
                                  <a:sym typeface="Zapf Dingbats"/>
                                </a:rPr>
                                <m:t>𝑥</m:t>
                              </m:r>
                              <m:r>
                                <a:rPr lang="en-US" sz="2000" i="1">
                                  <a:latin typeface="Cambria Math" panose="02040503050406030204" pitchFamily="18" charset="0"/>
                                  <a:cs typeface="Times New Roman" panose="02020603050405020304" pitchFamily="18" charset="0"/>
                                  <a:sym typeface="Zapf Dingbats"/>
                                </a:rPr>
                                <m:t>+1</m:t>
                              </m:r>
                            </m:e>
                          </m:d>
                        </m:den>
                      </m:f>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d>
                            <m:dPr>
                              <m:ctrlPr>
                                <a:rPr lang="en-US" sz="2000" i="1">
                                  <a:latin typeface="Cambria Math" panose="02040503050406030204" pitchFamily="18" charset="0"/>
                                  <a:cs typeface="Times New Roman" panose="02020603050405020304" pitchFamily="18" charset="0"/>
                                  <a:sym typeface="Zapf Dingbats"/>
                                </a:rPr>
                              </m:ctrlPr>
                            </m:dPr>
                            <m:e>
                              <m:r>
                                <a:rPr lang="en-US" sz="2000" i="1">
                                  <a:latin typeface="Cambria Math" panose="02040503050406030204" pitchFamily="18" charset="0"/>
                                  <a:cs typeface="Times New Roman" panose="02020603050405020304" pitchFamily="18" charset="0"/>
                                  <a:sym typeface="Zapf Dingbats"/>
                                </a:rPr>
                                <m:t>3</m:t>
                              </m:r>
                              <m:r>
                                <a:rPr lang="en-US" sz="2000" i="1">
                                  <a:latin typeface="Cambria Math" panose="02040503050406030204" pitchFamily="18" charset="0"/>
                                  <a:cs typeface="Times New Roman" panose="02020603050405020304" pitchFamily="18" charset="0"/>
                                  <a:sym typeface="Zapf Dingbats"/>
                                </a:rPr>
                                <m:t>𝑥</m:t>
                              </m:r>
                              <m:r>
                                <a:rPr lang="en-US" sz="2000" i="1">
                                  <a:latin typeface="Cambria Math" panose="02040503050406030204" pitchFamily="18" charset="0"/>
                                  <a:cs typeface="Times New Roman" panose="02020603050405020304" pitchFamily="18" charset="0"/>
                                  <a:sym typeface="Zapf Dingbats"/>
                                </a:rPr>
                                <m:t>−1</m:t>
                              </m:r>
                            </m:e>
                          </m:d>
                        </m:den>
                      </m:f>
                      <m:r>
                        <a:rPr lang="en-US" sz="2000" b="0" i="1" smtClean="0">
                          <a:latin typeface="Cambria Math" panose="02040503050406030204" pitchFamily="18" charset="0"/>
                          <a:cs typeface="Times New Roman" panose="02020603050405020304" pitchFamily="18" charset="0"/>
                          <a:sym typeface="Zapf Dingbats"/>
                        </a:rPr>
                        <m:t>+</m:t>
                      </m:r>
                      <m:f>
                        <m:fPr>
                          <m:ctrlPr>
                            <a:rPr lang="en-US" sz="2000" b="0" i="1" smtClean="0">
                              <a:latin typeface="Cambria Math" panose="02040503050406030204" pitchFamily="18" charset="0"/>
                              <a:cs typeface="Times New Roman" panose="02020603050405020304" pitchFamily="18" charset="0"/>
                              <a:sym typeface="Zapf Dingbats"/>
                            </a:rPr>
                          </m:ctrlPr>
                        </m:fPr>
                        <m:num>
                          <m:r>
                            <a:rPr lang="en-US" sz="2000" b="0" i="1" smtClean="0">
                              <a:latin typeface="Cambria Math" panose="02040503050406030204" pitchFamily="18" charset="0"/>
                              <a:cs typeface="Times New Roman" panose="02020603050405020304" pitchFamily="18" charset="0"/>
                              <a:sym typeface="Zapf Dingbats"/>
                            </a:rPr>
                            <m:t>1</m:t>
                          </m:r>
                        </m:num>
                        <m:den>
                          <m:d>
                            <m:dPr>
                              <m:ctrlPr>
                                <a:rPr lang="en-US" sz="2000" i="1">
                                  <a:latin typeface="Cambria Math" panose="02040503050406030204" pitchFamily="18" charset="0"/>
                                  <a:cs typeface="Times New Roman" panose="02020603050405020304" pitchFamily="18" charset="0"/>
                                  <a:sym typeface="Zapf Dingbats"/>
                                </a:rPr>
                              </m:ctrlPr>
                            </m:dPr>
                            <m:e>
                              <m:r>
                                <a:rPr lang="en-US" sz="2000" i="1">
                                  <a:latin typeface="Cambria Math" panose="02040503050406030204" pitchFamily="18" charset="0"/>
                                  <a:cs typeface="Times New Roman" panose="02020603050405020304" pitchFamily="18" charset="0"/>
                                  <a:sym typeface="Zapf Dingbats"/>
                                </a:rPr>
                                <m:t>2</m:t>
                              </m:r>
                              <m:r>
                                <a:rPr lang="en-US" sz="2000" i="1">
                                  <a:latin typeface="Cambria Math" panose="02040503050406030204" pitchFamily="18" charset="0"/>
                                  <a:cs typeface="Times New Roman" panose="02020603050405020304" pitchFamily="18" charset="0"/>
                                  <a:sym typeface="Zapf Dingbats"/>
                                </a:rPr>
                                <m:t>𝑥</m:t>
                              </m:r>
                              <m:r>
                                <a:rPr lang="en-US" sz="2000" i="1">
                                  <a:latin typeface="Cambria Math" panose="02040503050406030204" pitchFamily="18" charset="0"/>
                                  <a:cs typeface="Times New Roman" panose="02020603050405020304" pitchFamily="18" charset="0"/>
                                  <a:sym typeface="Zapf Dingbats"/>
                                </a:rPr>
                                <m:t>+1</m:t>
                              </m:r>
                            </m:e>
                          </m:d>
                        </m:den>
                      </m:f>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0</m:t>
                          </m:r>
                        </m:sub>
                      </m:sSub>
                      <m:r>
                        <a:rPr lang="en-US" sz="2000" b="0" i="1" smtClean="0">
                          <a:latin typeface="Cambria Math" panose="02040503050406030204" pitchFamily="18" charset="0"/>
                          <a:cs typeface="Times New Roman" panose="02020603050405020304" pitchFamily="18" charset="0"/>
                          <a:sym typeface="Zapf Dingbats"/>
                        </a:rPr>
                        <m:t>+</m:t>
                      </m:r>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1</m:t>
                          </m:r>
                        </m:sub>
                      </m:sSub>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m:t>
                      </m:r>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2</m:t>
                          </m:r>
                        </m:sub>
                      </m:sSub>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r>
                        <a:rPr lang="en-US" sz="2000" b="0" i="1" smtClean="0">
                          <a:latin typeface="Cambria Math" panose="02040503050406030204" pitchFamily="18" charset="0"/>
                          <a:cs typeface="Times New Roman" panose="02020603050405020304" pitchFamily="18" charset="0"/>
                          <a:sym typeface="Zapf Dingbats"/>
                        </a:rPr>
                        <m:t>+…+</m:t>
                      </m:r>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𝑛</m:t>
                          </m:r>
                        </m:sub>
                      </m:sSub>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𝑛</m:t>
                          </m:r>
                        </m:sup>
                      </m:sSup>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1−3</m:t>
                              </m:r>
                              <m:r>
                                <a:rPr lang="en-US" sz="2000" b="0" i="1" smtClean="0">
                                  <a:latin typeface="Cambria Math" panose="02040503050406030204" pitchFamily="18" charset="0"/>
                                  <a:cs typeface="Times New Roman" panose="02020603050405020304" pitchFamily="18" charset="0"/>
                                  <a:sym typeface="Zapf Dingbats"/>
                                </a:rPr>
                                <m:t>𝑥</m:t>
                              </m:r>
                            </m:e>
                          </m:d>
                        </m:e>
                        <m:sup>
                          <m:r>
                            <a:rPr lang="en-US" sz="2000" b="0" i="1" smtClean="0">
                              <a:latin typeface="Cambria Math" panose="02040503050406030204" pitchFamily="18" charset="0"/>
                              <a:cs typeface="Times New Roman" panose="02020603050405020304" pitchFamily="18" charset="0"/>
                              <a:sym typeface="Zapf Dingbats"/>
                            </a:rPr>
                            <m:t>−1</m:t>
                          </m:r>
                        </m:sup>
                      </m:sSup>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1+2</m:t>
                              </m:r>
                              <m:r>
                                <a:rPr lang="en-US" sz="2000" b="0" i="1" smtClean="0">
                                  <a:latin typeface="Cambria Math" panose="02040503050406030204" pitchFamily="18" charset="0"/>
                                  <a:cs typeface="Times New Roman" panose="02020603050405020304" pitchFamily="18" charset="0"/>
                                  <a:sym typeface="Zapf Dingbats"/>
                                </a:rPr>
                                <m:t>𝑥</m:t>
                              </m:r>
                            </m:e>
                          </m:d>
                        </m:e>
                        <m:sup>
                          <m:r>
                            <a:rPr lang="en-US" sz="2000" b="0" i="1" smtClean="0">
                              <a:latin typeface="Cambria Math" panose="02040503050406030204" pitchFamily="18" charset="0"/>
                              <a:cs typeface="Times New Roman" panose="02020603050405020304" pitchFamily="18" charset="0"/>
                              <a:sym typeface="Zapf Dingbats"/>
                            </a:rPr>
                            <m:t>−1</m:t>
                          </m:r>
                        </m:sup>
                      </m:sSup>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Times New Roman" panose="02020603050405020304" pitchFamily="18" charset="0"/>
                          <a:sym typeface="Zapf Dingbats"/>
                        </a:rPr>
                        <m:t>=1+3</m:t>
                      </m:r>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3</m:t>
                          </m:r>
                        </m:e>
                        <m:sup>
                          <m:r>
                            <a:rPr lang="en-US" sz="2000" b="0" i="1" smtClean="0">
                              <a:latin typeface="Cambria Math" panose="02040503050406030204" pitchFamily="18" charset="0"/>
                              <a:cs typeface="Times New Roman" panose="02020603050405020304" pitchFamily="18" charset="0"/>
                              <a:sym typeface="Zapf Dingbats"/>
                            </a:rPr>
                            <m:t>2</m:t>
                          </m:r>
                        </m:sup>
                      </m:sSup>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3</m:t>
                          </m:r>
                        </m:e>
                        <m:sup>
                          <m:r>
                            <a:rPr lang="en-US" sz="2000" b="0" i="1" smtClean="0">
                              <a:latin typeface="Cambria Math" panose="02040503050406030204" pitchFamily="18" charset="0"/>
                              <a:cs typeface="Times New Roman" panose="02020603050405020304" pitchFamily="18" charset="0"/>
                              <a:sym typeface="Zapf Dingbats"/>
                            </a:rPr>
                            <m:t>𝑛</m:t>
                          </m:r>
                        </m:sup>
                      </m:sSup>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𝑛</m:t>
                          </m:r>
                        </m:sup>
                      </m:sSup>
                      <m:r>
                        <a:rPr lang="en-US" sz="2000" b="0" i="1" smtClean="0">
                          <a:latin typeface="Cambria Math" panose="02040503050406030204" pitchFamily="18" charset="0"/>
                          <a:cs typeface="Times New Roman" panose="02020603050405020304" pitchFamily="18" charset="0"/>
                          <a:sym typeface="Zapf Dingbats"/>
                        </a:rPr>
                        <m:t>+…</m:t>
                      </m:r>
                    </m:oMath>
                  </m:oMathPara>
                </a14:m>
                <a:endParaRPr lang="en-US" sz="2000" b="0" i="1" dirty="0">
                  <a:latin typeface="Cambria Math" panose="020405030504060302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Times New Roman" panose="02020603050405020304" pitchFamily="18" charset="0"/>
                          <a:sym typeface="Zapf Dingbats"/>
                        </a:rPr>
                        <m:t>+1−2</m:t>
                      </m:r>
                      <m:r>
                        <a:rPr lang="en-US" sz="2000" b="0" i="1" smtClean="0">
                          <a:latin typeface="Cambria Math" panose="02040503050406030204" pitchFamily="18" charset="0"/>
                          <a:cs typeface="Times New Roman" panose="02020603050405020304" pitchFamily="18" charset="0"/>
                          <a:sym typeface="Zapf Dingbats"/>
                        </a:rPr>
                        <m:t>𝑥</m:t>
                      </m:r>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2</m:t>
                          </m:r>
                        </m:e>
                        <m:sup>
                          <m:r>
                            <a:rPr lang="en-US" sz="2000" b="0" i="1" smtClean="0">
                              <a:latin typeface="Cambria Math" panose="02040503050406030204" pitchFamily="18" charset="0"/>
                              <a:cs typeface="Times New Roman" panose="02020603050405020304" pitchFamily="18" charset="0"/>
                              <a:sym typeface="Zapf Dingbats"/>
                            </a:rPr>
                            <m:t>2</m:t>
                          </m:r>
                        </m:sup>
                      </m:sSup>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2</m:t>
                          </m:r>
                        </m:sup>
                      </m:sSup>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−1</m:t>
                              </m:r>
                            </m:e>
                          </m:d>
                        </m:e>
                        <m:sup>
                          <m:r>
                            <a:rPr lang="en-US" sz="2000" b="0" i="1" smtClean="0">
                              <a:latin typeface="Cambria Math" panose="02040503050406030204" pitchFamily="18" charset="0"/>
                              <a:cs typeface="Times New Roman" panose="02020603050405020304" pitchFamily="18" charset="0"/>
                              <a:sym typeface="Zapf Dingbats"/>
                            </a:rPr>
                            <m:t>𝑛</m:t>
                          </m:r>
                        </m:sup>
                      </m:sSup>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2</m:t>
                          </m:r>
                        </m:e>
                        <m:sup>
                          <m:r>
                            <a:rPr lang="en-US" sz="2000" b="0" i="1" smtClean="0">
                              <a:latin typeface="Cambria Math" panose="02040503050406030204" pitchFamily="18" charset="0"/>
                              <a:cs typeface="Times New Roman" panose="02020603050405020304" pitchFamily="18" charset="0"/>
                              <a:sym typeface="Zapf Dingbats"/>
                            </a:rPr>
                            <m:t>𝑛</m:t>
                          </m:r>
                        </m:sup>
                      </m:sSup>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𝑥</m:t>
                          </m:r>
                        </m:e>
                        <m:sup>
                          <m:r>
                            <a:rPr lang="en-US" sz="2000" b="0" i="1" smtClean="0">
                              <a:latin typeface="Cambria Math" panose="02040503050406030204" pitchFamily="18" charset="0"/>
                              <a:cs typeface="Times New Roman" panose="02020603050405020304" pitchFamily="18" charset="0"/>
                              <a:sym typeface="Zapf Dingbats"/>
                            </a:rPr>
                            <m:t>𝑛</m:t>
                          </m:r>
                        </m:sup>
                      </m:sSup>
                      <m:r>
                        <a:rPr lang="en-US" sz="2000" b="0" i="1" smtClean="0">
                          <a:latin typeface="Cambria Math" panose="02040503050406030204" pitchFamily="18" charset="0"/>
                          <a:cs typeface="Times New Roman" panose="02020603050405020304" pitchFamily="18" charset="0"/>
                          <a:sym typeface="Zapf Dingbats"/>
                        </a:rPr>
                        <m:t>+…</m:t>
                      </m:r>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sym typeface="Zapf Dingbats"/>
                            </a:rPr>
                          </m:ctrlPr>
                        </m:sSubPr>
                        <m:e>
                          <m:r>
                            <a:rPr lang="en-US" sz="2000" b="0" i="1" smtClean="0">
                              <a:latin typeface="Cambria Math" panose="02040503050406030204" pitchFamily="18" charset="0"/>
                              <a:cs typeface="Times New Roman" panose="02020603050405020304" pitchFamily="18" charset="0"/>
                              <a:sym typeface="Zapf Dingbats"/>
                            </a:rPr>
                            <m:t>𝑦</m:t>
                          </m:r>
                        </m:e>
                        <m:sub>
                          <m:r>
                            <a:rPr lang="en-US" sz="2000" b="0" i="1" smtClean="0">
                              <a:latin typeface="Cambria Math" panose="02040503050406030204" pitchFamily="18" charset="0"/>
                              <a:cs typeface="Times New Roman" panose="02020603050405020304" pitchFamily="18" charset="0"/>
                              <a:sym typeface="Zapf Dingbats"/>
                            </a:rPr>
                            <m:t>𝑛</m:t>
                          </m:r>
                        </m:sub>
                      </m:sSub>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3</m:t>
                          </m:r>
                        </m:e>
                        <m:sup>
                          <m:r>
                            <a:rPr lang="en-US" sz="2000" b="0" i="1" smtClean="0">
                              <a:latin typeface="Cambria Math" panose="02040503050406030204" pitchFamily="18" charset="0"/>
                              <a:cs typeface="Times New Roman" panose="02020603050405020304" pitchFamily="18" charset="0"/>
                              <a:sym typeface="Zapf Dingbats"/>
                            </a:rPr>
                            <m:t>𝑛</m:t>
                          </m:r>
                        </m:sup>
                      </m:sSup>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d>
                            <m:dPr>
                              <m:ctrlPr>
                                <a:rPr lang="en-US" sz="2000" b="0" i="1" smtClean="0">
                                  <a:latin typeface="Cambria Math" panose="02040503050406030204" pitchFamily="18" charset="0"/>
                                  <a:cs typeface="Times New Roman" panose="02020603050405020304" pitchFamily="18" charset="0"/>
                                  <a:sym typeface="Zapf Dingbats"/>
                                </a:rPr>
                              </m:ctrlPr>
                            </m:dPr>
                            <m:e>
                              <m:r>
                                <a:rPr lang="en-US" sz="2000" b="0" i="1" smtClean="0">
                                  <a:latin typeface="Cambria Math" panose="02040503050406030204" pitchFamily="18" charset="0"/>
                                  <a:cs typeface="Times New Roman" panose="02020603050405020304" pitchFamily="18" charset="0"/>
                                  <a:sym typeface="Zapf Dingbats"/>
                                </a:rPr>
                                <m:t>−1</m:t>
                              </m:r>
                            </m:e>
                          </m:d>
                        </m:e>
                        <m:sup>
                          <m:r>
                            <a:rPr lang="en-US" sz="2000" b="0" i="1" smtClean="0">
                              <a:latin typeface="Cambria Math" panose="02040503050406030204" pitchFamily="18" charset="0"/>
                              <a:cs typeface="Times New Roman" panose="02020603050405020304" pitchFamily="18" charset="0"/>
                              <a:sym typeface="Zapf Dingbats"/>
                            </a:rPr>
                            <m:t>𝑛</m:t>
                          </m:r>
                        </m:sup>
                      </m:sSup>
                      <m:r>
                        <a:rPr lang="en-US" sz="2000" b="0" i="1" smtClean="0">
                          <a:latin typeface="Cambria Math" panose="02040503050406030204" pitchFamily="18" charset="0"/>
                          <a:cs typeface="Times New Roman" panose="02020603050405020304" pitchFamily="18" charset="0"/>
                          <a:sym typeface="Zapf Dingbats"/>
                        </a:rPr>
                        <m:t>.</m:t>
                      </m:r>
                      <m:sSup>
                        <m:sSupPr>
                          <m:ctrlPr>
                            <a:rPr lang="en-US" sz="2000" b="0" i="1" smtClean="0">
                              <a:latin typeface="Cambria Math" panose="02040503050406030204" pitchFamily="18" charset="0"/>
                              <a:cs typeface="Times New Roman" panose="02020603050405020304" pitchFamily="18" charset="0"/>
                              <a:sym typeface="Zapf Dingbats"/>
                            </a:rPr>
                          </m:ctrlPr>
                        </m:sSupPr>
                        <m:e>
                          <m:r>
                            <a:rPr lang="en-US" sz="2000" b="0" i="1" smtClean="0">
                              <a:latin typeface="Cambria Math" panose="02040503050406030204" pitchFamily="18" charset="0"/>
                              <a:cs typeface="Times New Roman" panose="02020603050405020304" pitchFamily="18" charset="0"/>
                              <a:sym typeface="Zapf Dingbats"/>
                            </a:rPr>
                            <m:t>2</m:t>
                          </m:r>
                        </m:e>
                        <m:sup>
                          <m:r>
                            <a:rPr lang="en-US" sz="2000" b="0" i="1" smtClean="0">
                              <a:latin typeface="Cambria Math" panose="02040503050406030204" pitchFamily="18" charset="0"/>
                              <a:cs typeface="Times New Roman" panose="02020603050405020304" pitchFamily="18" charset="0"/>
                              <a:sym typeface="Zapf Dingbats"/>
                            </a:rPr>
                            <m:t>𝑛</m:t>
                          </m:r>
                        </m:sup>
                      </m:sSup>
                      <m:r>
                        <a:rPr lang="en-US" sz="2000" b="0" i="1" smtClean="0">
                          <a:latin typeface="Cambria Math" panose="02040503050406030204" pitchFamily="18" charset="0"/>
                          <a:cs typeface="Times New Roman" panose="02020603050405020304" pitchFamily="18" charset="0"/>
                          <a:sym typeface="Zapf Dingbats"/>
                        </a:rPr>
                        <m:t>, </m:t>
                      </m:r>
                      <m:r>
                        <a:rPr lang="en-US" sz="2000" b="0" i="1" smtClean="0">
                          <a:latin typeface="Cambria Math" panose="02040503050406030204" pitchFamily="18" charset="0"/>
                          <a:cs typeface="Times New Roman" panose="02020603050405020304" pitchFamily="18" charset="0"/>
                          <a:sym typeface="Zapf Dingbats"/>
                        </a:rPr>
                        <m:t>𝑛</m:t>
                      </m:r>
                      <m:r>
                        <a:rPr lang="en-US" sz="2000" b="0" i="1" smtClean="0">
                          <a:latin typeface="Cambria Math" panose="02040503050406030204" pitchFamily="18" charset="0"/>
                          <a:cs typeface="Times New Roman" panose="02020603050405020304" pitchFamily="18" charset="0"/>
                          <a:sym typeface="Zapf Dingbats"/>
                        </a:rPr>
                        <m:t>≥0.</m:t>
                      </m:r>
                    </m:oMath>
                  </m:oMathPara>
                </a14:m>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0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18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0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8</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851984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If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𝐴</m:t>
                    </m:r>
                    <m:r>
                      <a:rPr lang="en-US" sz="2400" b="0" i="1" smtClean="0">
                        <a:latin typeface="Cambria Math" panose="02040503050406030204" pitchFamily="18" charset="0"/>
                        <a:cs typeface="Times New Roman" panose="02020603050405020304" pitchFamily="18" charset="0"/>
                        <a:sym typeface="Zapf Dingbats"/>
                      </a:rPr>
                      <m:t>, </m:t>
                    </m:r>
                    <m:r>
                      <a:rPr lang="en-US" sz="2400" b="0" i="1" smtClean="0">
                        <a:latin typeface="Cambria Math" panose="02040503050406030204" pitchFamily="18" charset="0"/>
                        <a:cs typeface="Times New Roman" panose="02020603050405020304" pitchFamily="18" charset="0"/>
                        <a:sym typeface="Zapf Dingbats"/>
                      </a:rPr>
                      <m:t>𝐵</m:t>
                    </m:r>
                    <m:r>
                      <a:rPr lang="en-US" sz="2400" b="0" i="1" smtClean="0">
                        <a:latin typeface="Cambria Math" panose="02040503050406030204" pitchFamily="18" charset="0"/>
                        <a:cs typeface="Times New Roman" panose="02020603050405020304" pitchFamily="18" charset="0"/>
                        <a:sym typeface="Zapf Dingbats"/>
                      </a:rPr>
                      <m:t>, </m:t>
                    </m:r>
                    <m:r>
                      <a:rPr lang="en-US" sz="2400" b="0" i="1" smtClean="0">
                        <a:latin typeface="Cambria Math" panose="02040503050406030204" pitchFamily="18" charset="0"/>
                        <a:cs typeface="Times New Roman" panose="02020603050405020304" pitchFamily="18" charset="0"/>
                        <a:sym typeface="Zapf Dingbats"/>
                      </a:rPr>
                      <m:t>𝐶</m:t>
                    </m:r>
                  </m:oMath>
                </a14:m>
                <a:r>
                  <a:rPr lang="en-US" sz="2400" dirty="0">
                    <a:latin typeface="Times New Roman" panose="02020603050405020304" pitchFamily="18" charset="0"/>
                    <a:cs typeface="Times New Roman" panose="02020603050405020304" pitchFamily="18" charset="0"/>
                    <a:sym typeface="Zapf Dingbats"/>
                  </a:rPr>
                  <a:t> are not mutually exclusive, then</a:t>
                </a: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left"/>
                    </m:oMathParaPr>
                    <m:oMath xmlns:m="http://schemas.openxmlformats.org/officeDocument/2006/math">
                      <m:d>
                        <m:dPr>
                          <m:begChr m:val="|"/>
                          <m:endChr m:val="|"/>
                          <m:ctrlPr>
                            <a:rPr lang="en-US" sz="2400" b="1" i="1" smtClean="0">
                              <a:latin typeface="Cambria Math" panose="02040503050406030204" pitchFamily="18" charset="0"/>
                              <a:cs typeface="Times New Roman" panose="02020603050405020304" pitchFamily="18" charset="0"/>
                              <a:sym typeface="Zapf Dingbats"/>
                            </a:rPr>
                          </m:ctrlPr>
                        </m:dPr>
                        <m:e>
                          <m:r>
                            <a:rPr lang="en-US" sz="2400" b="1" i="1" smtClean="0">
                              <a:latin typeface="Cambria Math" panose="02040503050406030204" pitchFamily="18" charset="0"/>
                              <a:cs typeface="Times New Roman" panose="02020603050405020304" pitchFamily="18" charset="0"/>
                              <a:sym typeface="Zapf Dingbats"/>
                            </a:rPr>
                            <m:t>𝑨</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𝑩</m:t>
                          </m:r>
                        </m:e>
                      </m:d>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𝑨</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𝑩</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𝑨</m:t>
                      </m:r>
                      <m:r>
                        <a:rPr lang="en-US" sz="2400" b="1" i="1" smtClean="0">
                          <a:latin typeface="Cambria Math" panose="02040503050406030204" pitchFamily="18" charset="0"/>
                          <a:ea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ea typeface="Cambria Math" panose="02040503050406030204" pitchFamily="18" charset="0"/>
                          <a:cs typeface="Times New Roman" panose="02020603050405020304" pitchFamily="18" charset="0"/>
                          <a:sym typeface="Zapf Dingbats"/>
                        </a:rPr>
                        <m:t>𝑩</m:t>
                      </m:r>
                      <m:r>
                        <a:rPr lang="en-US" sz="2400" b="1" i="1" smtClean="0">
                          <a:latin typeface="Cambria Math" panose="02040503050406030204" pitchFamily="18" charset="0"/>
                          <a:cs typeface="Times New Roman" panose="02020603050405020304" pitchFamily="18" charset="0"/>
                          <a:sym typeface="Zapf Dingbats"/>
                        </a:rPr>
                        <m:t>|</m:t>
                      </m:r>
                    </m:oMath>
                  </m:oMathPara>
                </a14:m>
                <a:endParaRPr lang="en-US" sz="2400" b="1"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400" b="1" i="1">
                              <a:latin typeface="Cambria Math" panose="02040503050406030204" pitchFamily="18" charset="0"/>
                              <a:cs typeface="Times New Roman" panose="02020603050405020304" pitchFamily="18" charset="0"/>
                              <a:sym typeface="Zapf Dingbats"/>
                            </a:rPr>
                          </m:ctrlPr>
                        </m:dPr>
                        <m:e>
                          <m:r>
                            <a:rPr lang="en-US" sz="2400" b="1" i="1">
                              <a:latin typeface="Cambria Math" panose="02040503050406030204" pitchFamily="18" charset="0"/>
                              <a:cs typeface="Times New Roman" panose="02020603050405020304" pitchFamily="18" charset="0"/>
                              <a:sym typeface="Zapf Dingbats"/>
                            </a:rPr>
                            <m:t>𝑨</m:t>
                          </m:r>
                          <m:r>
                            <a:rPr lang="en-US" sz="2400" b="1" i="1">
                              <a:latin typeface="Cambria Math" panose="02040503050406030204" pitchFamily="18" charset="0"/>
                              <a:cs typeface="Times New Roman" panose="02020603050405020304" pitchFamily="18" charset="0"/>
                              <a:sym typeface="Zapf Dingbats"/>
                            </a:rPr>
                            <m:t>∪</m:t>
                          </m:r>
                          <m:r>
                            <a:rPr lang="en-US" sz="2400" b="1" i="1">
                              <a:latin typeface="Cambria Math" panose="02040503050406030204" pitchFamily="18" charset="0"/>
                              <a:cs typeface="Times New Roman" panose="02020603050405020304" pitchFamily="18" charset="0"/>
                              <a:sym typeface="Zapf Dingbats"/>
                            </a:rPr>
                            <m:t>𝑩</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𝑪</m:t>
                          </m:r>
                        </m:e>
                      </m:d>
                      <m:r>
                        <a:rPr lang="en-US" sz="2400" b="1" i="1">
                          <a:latin typeface="Cambria Math" panose="02040503050406030204" pitchFamily="18" charset="0"/>
                          <a:cs typeface="Times New Roman" panose="02020603050405020304" pitchFamily="18" charset="0"/>
                          <a:sym typeface="Zapf Dingbats"/>
                        </a:rPr>
                        <m:t>=</m:t>
                      </m:r>
                      <m:d>
                        <m:dPr>
                          <m:begChr m:val="|"/>
                          <m:endChr m:val="|"/>
                          <m:ctrlPr>
                            <a:rPr lang="en-US" sz="2400" b="1" i="1">
                              <a:latin typeface="Cambria Math" panose="02040503050406030204" pitchFamily="18" charset="0"/>
                              <a:cs typeface="Times New Roman" panose="02020603050405020304" pitchFamily="18" charset="0"/>
                              <a:sym typeface="Zapf Dingbats"/>
                            </a:rPr>
                          </m:ctrlPr>
                        </m:dPr>
                        <m:e>
                          <m:r>
                            <a:rPr lang="en-US" sz="2400" b="1" i="1">
                              <a:latin typeface="Cambria Math" panose="02040503050406030204" pitchFamily="18" charset="0"/>
                              <a:cs typeface="Times New Roman" panose="02020603050405020304" pitchFamily="18" charset="0"/>
                              <a:sym typeface="Zapf Dingbats"/>
                            </a:rPr>
                            <m:t>𝑨</m:t>
                          </m:r>
                        </m:e>
                      </m:d>
                      <m:r>
                        <a:rPr lang="en-US" sz="2400" b="1" i="1">
                          <a:latin typeface="Cambria Math" panose="02040503050406030204" pitchFamily="18" charset="0"/>
                          <a:cs typeface="Times New Roman" panose="02020603050405020304" pitchFamily="18" charset="0"/>
                          <a:sym typeface="Zapf Dingbats"/>
                        </a:rPr>
                        <m:t>+</m:t>
                      </m:r>
                      <m:d>
                        <m:dPr>
                          <m:begChr m:val="|"/>
                          <m:endChr m:val="|"/>
                          <m:ctrlPr>
                            <a:rPr lang="en-US" sz="2400" b="1" i="1">
                              <a:latin typeface="Cambria Math" panose="02040503050406030204" pitchFamily="18" charset="0"/>
                              <a:cs typeface="Times New Roman" panose="02020603050405020304" pitchFamily="18" charset="0"/>
                              <a:sym typeface="Zapf Dingbats"/>
                            </a:rPr>
                          </m:ctrlPr>
                        </m:dPr>
                        <m:e>
                          <m:r>
                            <a:rPr lang="en-US" sz="2400" b="1" i="1">
                              <a:latin typeface="Cambria Math" panose="02040503050406030204" pitchFamily="18" charset="0"/>
                              <a:cs typeface="Times New Roman" panose="02020603050405020304" pitchFamily="18" charset="0"/>
                              <a:sym typeface="Zapf Dingbats"/>
                            </a:rPr>
                            <m:t>𝑩</m:t>
                          </m:r>
                        </m:e>
                      </m:d>
                      <m:r>
                        <a:rPr lang="en-US" sz="2400" b="1" i="1" smtClean="0">
                          <a:latin typeface="Cambria Math" panose="02040503050406030204" pitchFamily="18" charset="0"/>
                          <a:cs typeface="Times New Roman" panose="02020603050405020304" pitchFamily="18" charset="0"/>
                          <a:sym typeface="Zapf Dingbats"/>
                        </a:rPr>
                        <m:t>+</m:t>
                      </m:r>
                      <m:d>
                        <m:dPr>
                          <m:begChr m:val="|"/>
                          <m:endChr m:val="|"/>
                          <m:ctrlPr>
                            <a:rPr lang="en-US" sz="2400" b="1" i="1" smtClean="0">
                              <a:latin typeface="Cambria Math" panose="02040503050406030204" pitchFamily="18" charset="0"/>
                              <a:cs typeface="Times New Roman" panose="02020603050405020304" pitchFamily="18" charset="0"/>
                              <a:sym typeface="Zapf Dingbats"/>
                            </a:rPr>
                          </m:ctrlPr>
                        </m:dPr>
                        <m:e>
                          <m:r>
                            <a:rPr lang="en-US" sz="2400" b="1" i="1" smtClean="0">
                              <a:latin typeface="Cambria Math" panose="02040503050406030204" pitchFamily="18" charset="0"/>
                              <a:cs typeface="Times New Roman" panose="02020603050405020304" pitchFamily="18" charset="0"/>
                              <a:sym typeface="Zapf Dingbats"/>
                            </a:rPr>
                            <m:t>𝑪</m:t>
                          </m:r>
                        </m:e>
                      </m:d>
                      <m:r>
                        <a:rPr lang="en-US" sz="2400" b="1" i="1">
                          <a:latin typeface="Cambria Math" panose="02040503050406030204" pitchFamily="18" charset="0"/>
                          <a:cs typeface="Times New Roman" panose="02020603050405020304" pitchFamily="18" charset="0"/>
                          <a:sym typeface="Zapf Dingbats"/>
                        </a:rPr>
                        <m:t>−</m:t>
                      </m:r>
                      <m:d>
                        <m:dPr>
                          <m:begChr m:val="|"/>
                          <m:endChr m:val="|"/>
                          <m:ctrlPr>
                            <a:rPr lang="en-US" sz="2400" b="1" i="1" smtClean="0">
                              <a:latin typeface="Cambria Math" panose="02040503050406030204" pitchFamily="18" charset="0"/>
                              <a:cs typeface="Times New Roman" panose="02020603050405020304" pitchFamily="18" charset="0"/>
                              <a:sym typeface="Zapf Dingbats"/>
                            </a:rPr>
                          </m:ctrlPr>
                        </m:dPr>
                        <m:e>
                          <m:r>
                            <a:rPr lang="en-US" sz="2400" b="1" i="1">
                              <a:latin typeface="Cambria Math" panose="02040503050406030204" pitchFamily="18" charset="0"/>
                              <a:cs typeface="Times New Roman" panose="02020603050405020304" pitchFamily="18" charset="0"/>
                              <a:sym typeface="Zapf Dingbats"/>
                            </a:rPr>
                            <m:t>𝑨</m:t>
                          </m:r>
                          <m:r>
                            <a:rPr lang="en-US" sz="2400" b="1" i="1">
                              <a:latin typeface="Cambria Math" panose="02040503050406030204" pitchFamily="18" charset="0"/>
                              <a:ea typeface="Cambria Math" panose="02040503050406030204" pitchFamily="18" charset="0"/>
                              <a:cs typeface="Times New Roman" panose="02020603050405020304" pitchFamily="18" charset="0"/>
                              <a:sym typeface="Zapf Dingbats"/>
                            </a:rPr>
                            <m:t>∩</m:t>
                          </m:r>
                          <m:r>
                            <a:rPr lang="en-US" sz="2400" b="1" i="1">
                              <a:latin typeface="Cambria Math" panose="02040503050406030204" pitchFamily="18" charset="0"/>
                              <a:ea typeface="Cambria Math" panose="02040503050406030204" pitchFamily="18" charset="0"/>
                              <a:cs typeface="Times New Roman" panose="02020603050405020304" pitchFamily="18" charset="0"/>
                              <a:sym typeface="Zapf Dingbats"/>
                            </a:rPr>
                            <m:t>𝑩</m:t>
                          </m:r>
                        </m:e>
                      </m:d>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𝑩</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𝑪</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𝑪</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𝑨</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𝑨</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𝑩</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𝑪</m:t>
                      </m:r>
                      <m:r>
                        <a:rPr lang="en-US" sz="2400" b="1" i="1" smtClean="0">
                          <a:latin typeface="Cambria Math" panose="02040503050406030204" pitchFamily="18" charset="0"/>
                          <a:cs typeface="Times New Roman" panose="02020603050405020304" pitchFamily="18" charset="0"/>
                          <a:sym typeface="Zapf Dingbats"/>
                        </a:rPr>
                        <m:t>|</m:t>
                      </m:r>
                    </m:oMath>
                  </m:oMathPara>
                </a14:m>
                <a:endParaRPr lang="en-US" sz="2400" b="1"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9</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2486863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Problem: A survey of 100 students with respect to their choice of the ice cream flavors vanilla, Chocolate and Strawberry shows that 50 students like vanilla, 43 like chocolate, 28 like strawberry, 13 like vanilla and chocolate, 11 like chocolate and strawberry, 12 like strawberry and vanilla, and 5 like all of them. Find the number of students who like (</a:t>
            </a:r>
            <a:r>
              <a:rPr lang="en-US" sz="2200" dirty="0" err="1">
                <a:latin typeface="Times New Roman" panose="02020603050405020304" pitchFamily="18" charset="0"/>
                <a:cs typeface="Times New Roman" panose="02020603050405020304" pitchFamily="18" charset="0"/>
                <a:sym typeface="Zapf Dingbats"/>
              </a:rPr>
              <a:t>i</a:t>
            </a:r>
            <a:r>
              <a:rPr lang="en-US" sz="2200" dirty="0">
                <a:latin typeface="Times New Roman" panose="02020603050405020304" pitchFamily="18" charset="0"/>
                <a:cs typeface="Times New Roman" panose="02020603050405020304" pitchFamily="18" charset="0"/>
                <a:sym typeface="Zapf Dingbats"/>
              </a:rPr>
              <a:t>) vanilla only (ii) chocolate only (iii) strawberry only (iv) chocolate but not strawberry (v) chocolate and strawberry but not vanilla (vi) vanilla or chocolate but not strawberry. </a:t>
            </a:r>
          </a:p>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Also find the number of students who do not like any of these flavors.</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10</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3912789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238125" y="999226"/>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Solution: We shall display the data in Venn diagram and compute.</a:t>
                </a:r>
              </a:p>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Let </a:t>
                </a:r>
                <a14:m>
                  <m:oMath xmlns:m="http://schemas.openxmlformats.org/officeDocument/2006/math">
                    <m:r>
                      <a:rPr lang="en-US" sz="2200" b="0" i="1" smtClean="0">
                        <a:latin typeface="Cambria Math" panose="02040503050406030204" pitchFamily="18" charset="0"/>
                        <a:cs typeface="Times New Roman" panose="02020603050405020304" pitchFamily="18" charset="0"/>
                        <a:sym typeface="Zapf Dingbats"/>
                      </a:rPr>
                      <m:t>𝑆</m:t>
                    </m:r>
                    <m:r>
                      <a:rPr lang="en-US" sz="2200" b="0" i="1"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𝑉</m:t>
                    </m:r>
                    <m:r>
                      <a:rPr lang="en-US" sz="2200" b="0" i="1"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𝐶</m:t>
                    </m:r>
                  </m:oMath>
                </a14:m>
                <a:r>
                  <a:rPr lang="en-US" sz="2200" dirty="0">
                    <a:latin typeface="Times New Roman" panose="02020603050405020304" pitchFamily="18" charset="0"/>
                    <a:cs typeface="Times New Roman" panose="02020603050405020304" pitchFamily="18" charset="0"/>
                    <a:sym typeface="Zapf Dingbats"/>
                  </a:rPr>
                  <a:t> denote the set of students like Strawberry, Vanilla, and Chocolate flavored ice creams respectively.</a:t>
                </a: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238125" y="999226"/>
                <a:ext cx="8667750" cy="5181600"/>
              </a:xfrm>
              <a:prstGeom prst="rect">
                <a:avLst/>
              </a:prstGeom>
              <a:blipFill>
                <a:blip r:embed="rId3"/>
                <a:stretch>
                  <a:fillRect l="-1195" r="-1125"/>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11</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438400" y="3083211"/>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Tree>
    <p:extLst>
      <p:ext uri="{BB962C8B-B14F-4D97-AF65-F5344CB8AC3E}">
        <p14:creationId xmlns:p14="http://schemas.microsoft.com/office/powerpoint/2010/main" val="3169221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12</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915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13</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8066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14</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1133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15</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3919627" y="280029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52687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16</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4760882" y="270801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12EE5C-CC17-EB42-DF9E-27A4C4B18CC7}"/>
              </a:ext>
            </a:extLst>
          </p:cNvPr>
          <p:cNvSpPr txBox="1"/>
          <p:nvPr/>
        </p:nvSpPr>
        <p:spPr>
          <a:xfrm>
            <a:off x="3902913" y="280925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3603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17</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4760882" y="270801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12EE5C-CC17-EB42-DF9E-27A4C4B18CC7}"/>
              </a:ext>
            </a:extLst>
          </p:cNvPr>
          <p:cNvSpPr txBox="1"/>
          <p:nvPr/>
        </p:nvSpPr>
        <p:spPr>
          <a:xfrm>
            <a:off x="3902913" y="280925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77DD123-47A6-19B2-9A23-18A8107F7575}"/>
              </a:ext>
            </a:extLst>
          </p:cNvPr>
          <p:cNvSpPr txBox="1"/>
          <p:nvPr/>
        </p:nvSpPr>
        <p:spPr>
          <a:xfrm>
            <a:off x="5195981" y="193409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30</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5990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18</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4760882" y="270801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12EE5C-CC17-EB42-DF9E-27A4C4B18CC7}"/>
              </a:ext>
            </a:extLst>
          </p:cNvPr>
          <p:cNvSpPr txBox="1"/>
          <p:nvPr/>
        </p:nvSpPr>
        <p:spPr>
          <a:xfrm>
            <a:off x="3902913" y="280925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77DD123-47A6-19B2-9A23-18A8107F7575}"/>
              </a:ext>
            </a:extLst>
          </p:cNvPr>
          <p:cNvSpPr txBox="1"/>
          <p:nvPr/>
        </p:nvSpPr>
        <p:spPr>
          <a:xfrm>
            <a:off x="5195981" y="193409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30</a:t>
            </a:r>
            <a:endParaRPr lang="en-IN"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1E38FB-093F-8C20-815D-8AEAA44FEC59}"/>
              </a:ext>
            </a:extLst>
          </p:cNvPr>
          <p:cNvSpPr txBox="1"/>
          <p:nvPr/>
        </p:nvSpPr>
        <p:spPr>
          <a:xfrm>
            <a:off x="3209923" y="198122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24</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99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19</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4760882" y="270801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12EE5C-CC17-EB42-DF9E-27A4C4B18CC7}"/>
              </a:ext>
            </a:extLst>
          </p:cNvPr>
          <p:cNvSpPr txBox="1"/>
          <p:nvPr/>
        </p:nvSpPr>
        <p:spPr>
          <a:xfrm>
            <a:off x="3902913" y="280925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77DD123-47A6-19B2-9A23-18A8107F7575}"/>
              </a:ext>
            </a:extLst>
          </p:cNvPr>
          <p:cNvSpPr txBox="1"/>
          <p:nvPr/>
        </p:nvSpPr>
        <p:spPr>
          <a:xfrm>
            <a:off x="5195981" y="193409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30</a:t>
            </a:r>
            <a:endParaRPr lang="en-IN"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1E38FB-093F-8C20-815D-8AEAA44FEC59}"/>
              </a:ext>
            </a:extLst>
          </p:cNvPr>
          <p:cNvSpPr txBox="1"/>
          <p:nvPr/>
        </p:nvSpPr>
        <p:spPr>
          <a:xfrm>
            <a:off x="3209923" y="198122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24</a:t>
            </a:r>
            <a:endParaRPr lang="en-IN"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95E9EC8-42E5-7499-2385-1F89D7F833B4}"/>
              </a:ext>
            </a:extLst>
          </p:cNvPr>
          <p:cNvSpPr txBox="1"/>
          <p:nvPr/>
        </p:nvSpPr>
        <p:spPr>
          <a:xfrm>
            <a:off x="4207713" y="3380167"/>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10</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775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20</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4760882" y="270801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12EE5C-CC17-EB42-DF9E-27A4C4B18CC7}"/>
              </a:ext>
            </a:extLst>
          </p:cNvPr>
          <p:cNvSpPr txBox="1"/>
          <p:nvPr/>
        </p:nvSpPr>
        <p:spPr>
          <a:xfrm>
            <a:off x="3902913" y="280925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77DD123-47A6-19B2-9A23-18A8107F7575}"/>
              </a:ext>
            </a:extLst>
          </p:cNvPr>
          <p:cNvSpPr txBox="1"/>
          <p:nvPr/>
        </p:nvSpPr>
        <p:spPr>
          <a:xfrm>
            <a:off x="5195981" y="193409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30</a:t>
            </a:r>
            <a:endParaRPr lang="en-IN"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1E38FB-093F-8C20-815D-8AEAA44FEC59}"/>
              </a:ext>
            </a:extLst>
          </p:cNvPr>
          <p:cNvSpPr txBox="1"/>
          <p:nvPr/>
        </p:nvSpPr>
        <p:spPr>
          <a:xfrm>
            <a:off x="3209923" y="198122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24</a:t>
            </a:r>
            <a:endParaRPr lang="en-IN"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95E9EC8-42E5-7499-2385-1F89D7F833B4}"/>
              </a:ext>
            </a:extLst>
          </p:cNvPr>
          <p:cNvSpPr txBox="1"/>
          <p:nvPr/>
        </p:nvSpPr>
        <p:spPr>
          <a:xfrm>
            <a:off x="4207713" y="3380167"/>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10</a:t>
            </a:r>
            <a:endParaRPr lang="en-IN"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4298553-F5F1-316F-7601-6FE104C093A2}"/>
              </a:ext>
            </a:extLst>
          </p:cNvPr>
          <p:cNvSpPr txBox="1"/>
          <p:nvPr/>
        </p:nvSpPr>
        <p:spPr>
          <a:xfrm>
            <a:off x="492933" y="4490558"/>
            <a:ext cx="6481261" cy="1446550"/>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From the Venn diagram</a:t>
            </a:r>
          </a:p>
          <a:p>
            <a:pPr marL="514350" indent="-514350">
              <a:buAutoNum type="romanLcParenBoth"/>
            </a:pPr>
            <a:r>
              <a:rPr lang="en-US" sz="2200" dirty="0">
                <a:latin typeface="Times New Roman" panose="02020603050405020304" pitchFamily="18" charset="0"/>
                <a:cs typeface="Times New Roman" panose="02020603050405020304" pitchFamily="18" charset="0"/>
              </a:rPr>
              <a:t>Number of students who like vanilla only       = 30</a:t>
            </a:r>
          </a:p>
          <a:p>
            <a:pPr marL="514350" indent="-514350">
              <a:buAutoNum type="romanLcParenBoth"/>
            </a:pPr>
            <a:r>
              <a:rPr lang="en-US" sz="2200" dirty="0">
                <a:latin typeface="Times New Roman" panose="02020603050405020304" pitchFamily="18" charset="0"/>
                <a:cs typeface="Times New Roman" panose="02020603050405020304" pitchFamily="18" charset="0"/>
              </a:rPr>
              <a:t>Number of students who like chocolate only  = 24</a:t>
            </a:r>
          </a:p>
          <a:p>
            <a:pPr marL="514350" indent="-514350">
              <a:buAutoNum type="romanLcParenBoth"/>
            </a:pPr>
            <a:r>
              <a:rPr lang="en-US" sz="2200" dirty="0">
                <a:latin typeface="Times New Roman" panose="02020603050405020304" pitchFamily="18" charset="0"/>
                <a:cs typeface="Times New Roman" panose="02020603050405020304" pitchFamily="18" charset="0"/>
              </a:rPr>
              <a:t>Number of students who like strawberry only = 10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3278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21</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4760882" y="270801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12EE5C-CC17-EB42-DF9E-27A4C4B18CC7}"/>
              </a:ext>
            </a:extLst>
          </p:cNvPr>
          <p:cNvSpPr txBox="1"/>
          <p:nvPr/>
        </p:nvSpPr>
        <p:spPr>
          <a:xfrm>
            <a:off x="3902913" y="280925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77DD123-47A6-19B2-9A23-18A8107F7575}"/>
              </a:ext>
            </a:extLst>
          </p:cNvPr>
          <p:cNvSpPr txBox="1"/>
          <p:nvPr/>
        </p:nvSpPr>
        <p:spPr>
          <a:xfrm>
            <a:off x="5195981" y="193409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30</a:t>
            </a:r>
            <a:endParaRPr lang="en-IN"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1E38FB-093F-8C20-815D-8AEAA44FEC59}"/>
              </a:ext>
            </a:extLst>
          </p:cNvPr>
          <p:cNvSpPr txBox="1"/>
          <p:nvPr/>
        </p:nvSpPr>
        <p:spPr>
          <a:xfrm>
            <a:off x="3209923" y="198122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24</a:t>
            </a:r>
            <a:endParaRPr lang="en-IN"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95E9EC8-42E5-7499-2385-1F89D7F833B4}"/>
              </a:ext>
            </a:extLst>
          </p:cNvPr>
          <p:cNvSpPr txBox="1"/>
          <p:nvPr/>
        </p:nvSpPr>
        <p:spPr>
          <a:xfrm>
            <a:off x="4207713" y="3380167"/>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10</a:t>
            </a:r>
            <a:endParaRPr lang="en-IN"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4298553-F5F1-316F-7601-6FE104C093A2}"/>
              </a:ext>
            </a:extLst>
          </p:cNvPr>
          <p:cNvSpPr txBox="1"/>
          <p:nvPr/>
        </p:nvSpPr>
        <p:spPr>
          <a:xfrm>
            <a:off x="152400" y="4559533"/>
            <a:ext cx="8957901" cy="1107996"/>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From the Venn diagram</a:t>
            </a:r>
          </a:p>
          <a:p>
            <a:r>
              <a:rPr lang="en-US" sz="2200" dirty="0">
                <a:latin typeface="Times New Roman" panose="02020603050405020304" pitchFamily="18" charset="0"/>
                <a:cs typeface="Times New Roman" panose="02020603050405020304" pitchFamily="18" charset="0"/>
              </a:rPr>
              <a:t>(iv) Number of students who like chocolate but not strawberry          24+8=32</a:t>
            </a:r>
          </a:p>
          <a:p>
            <a:r>
              <a:rPr lang="en-US" sz="2200" dirty="0">
                <a:latin typeface="Times New Roman" panose="02020603050405020304" pitchFamily="18" charset="0"/>
                <a:cs typeface="Times New Roman" panose="02020603050405020304" pitchFamily="18" charset="0"/>
              </a:rPr>
              <a:t>(v) Number of students who like chocolate and strawberry but not vanilla =6</a:t>
            </a:r>
          </a:p>
        </p:txBody>
      </p:sp>
    </p:spTree>
    <p:extLst>
      <p:ext uri="{BB962C8B-B14F-4D97-AF65-F5344CB8AC3E}">
        <p14:creationId xmlns:p14="http://schemas.microsoft.com/office/powerpoint/2010/main" val="1047972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22</a:t>
            </a:fld>
            <a:endParaRPr lang="en-US" sz="1600" b="1" dirty="0">
              <a:latin typeface="Bookman Old Style" panose="02050604050505020204" pitchFamily="18" charset="0"/>
            </a:endParaRPr>
          </a:p>
        </p:txBody>
      </p:sp>
      <p:grpSp>
        <p:nvGrpSpPr>
          <p:cNvPr id="13" name="Group 12">
            <a:extLst>
              <a:ext uri="{FF2B5EF4-FFF2-40B4-BE49-F238E27FC236}">
                <a16:creationId xmlns:a16="http://schemas.microsoft.com/office/drawing/2014/main" id="{1EA413C4-2D02-DB3B-04B6-D7497BF66BA8}"/>
              </a:ext>
            </a:extLst>
          </p:cNvPr>
          <p:cNvGrpSpPr/>
          <p:nvPr/>
        </p:nvGrpSpPr>
        <p:grpSpPr>
          <a:xfrm>
            <a:off x="2590800" y="1371600"/>
            <a:ext cx="3657600" cy="2782359"/>
            <a:chOff x="2438400" y="3083211"/>
            <a:chExt cx="3657600" cy="2782359"/>
          </a:xfrm>
        </p:grpSpPr>
        <p:sp>
          <p:nvSpPr>
            <p:cNvPr id="9" name="Oval 8">
              <a:extLst>
                <a:ext uri="{FF2B5EF4-FFF2-40B4-BE49-F238E27FC236}">
                  <a16:creationId xmlns:a16="http://schemas.microsoft.com/office/drawing/2014/main" id="{82829B5B-27DA-BD74-169A-1D4BCD8C0A87}"/>
                </a:ext>
              </a:extLst>
            </p:cNvPr>
            <p:cNvSpPr/>
            <p:nvPr/>
          </p:nvSpPr>
          <p:spPr>
            <a:xfrm>
              <a:off x="2438400" y="312420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0C1F5233-9D2B-1674-778D-46D3C2DDF20B}"/>
                </a:ext>
              </a:extLst>
            </p:cNvPr>
            <p:cNvSpPr/>
            <p:nvPr/>
          </p:nvSpPr>
          <p:spPr>
            <a:xfrm>
              <a:off x="3962400" y="3083211"/>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1" name="Oval 10">
              <a:extLst>
                <a:ext uri="{FF2B5EF4-FFF2-40B4-BE49-F238E27FC236}">
                  <a16:creationId xmlns:a16="http://schemas.microsoft.com/office/drawing/2014/main" id="{91A23789-02B2-EC46-F32B-E13D34E166B8}"/>
                </a:ext>
              </a:extLst>
            </p:cNvPr>
            <p:cNvSpPr/>
            <p:nvPr/>
          </p:nvSpPr>
          <p:spPr>
            <a:xfrm>
              <a:off x="3219450" y="4036770"/>
              <a:ext cx="21336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3" name="TextBox 2">
            <a:extLst>
              <a:ext uri="{FF2B5EF4-FFF2-40B4-BE49-F238E27FC236}">
                <a16:creationId xmlns:a16="http://schemas.microsoft.com/office/drawing/2014/main" id="{FC3CD555-445F-5F90-A046-FFC8D2C9042D}"/>
              </a:ext>
            </a:extLst>
          </p:cNvPr>
          <p:cNvSpPr txBox="1"/>
          <p:nvPr/>
        </p:nvSpPr>
        <p:spPr>
          <a:xfrm>
            <a:off x="3371850" y="395390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3E0337-53F0-85AD-86CD-EDB266CF8E4B}"/>
              </a:ext>
            </a:extLst>
          </p:cNvPr>
          <p:cNvSpPr txBox="1"/>
          <p:nvPr/>
        </p:nvSpPr>
        <p:spPr>
          <a:xfrm>
            <a:off x="2650466" y="126870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5D855D-357E-B346-E965-5D19D30BF29A}"/>
              </a:ext>
            </a:extLst>
          </p:cNvPr>
          <p:cNvSpPr txBox="1"/>
          <p:nvPr/>
        </p:nvSpPr>
        <p:spPr>
          <a:xfrm>
            <a:off x="5802344" y="117154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0A1B70E-7525-86C6-D61D-16EACB99D23A}"/>
              </a:ext>
            </a:extLst>
          </p:cNvPr>
          <p:cNvSpPr txBox="1"/>
          <p:nvPr/>
        </p:nvSpPr>
        <p:spPr>
          <a:xfrm>
            <a:off x="4291105" y="2438400"/>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5858D3-04E5-BCFA-98F8-F45B61A87564}"/>
              </a:ext>
            </a:extLst>
          </p:cNvPr>
          <p:cNvSpPr txBox="1"/>
          <p:nvPr/>
        </p:nvSpPr>
        <p:spPr>
          <a:xfrm>
            <a:off x="4291104" y="1925049"/>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A9953C-2CD8-0F88-9350-2CA6607D61C6}"/>
              </a:ext>
            </a:extLst>
          </p:cNvPr>
          <p:cNvSpPr txBox="1"/>
          <p:nvPr/>
        </p:nvSpPr>
        <p:spPr>
          <a:xfrm>
            <a:off x="4760882" y="270801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12EE5C-CC17-EB42-DF9E-27A4C4B18CC7}"/>
              </a:ext>
            </a:extLst>
          </p:cNvPr>
          <p:cNvSpPr txBox="1"/>
          <p:nvPr/>
        </p:nvSpPr>
        <p:spPr>
          <a:xfrm>
            <a:off x="3902913" y="2809256"/>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77DD123-47A6-19B2-9A23-18A8107F7575}"/>
              </a:ext>
            </a:extLst>
          </p:cNvPr>
          <p:cNvSpPr txBox="1"/>
          <p:nvPr/>
        </p:nvSpPr>
        <p:spPr>
          <a:xfrm>
            <a:off x="5195981" y="1934095"/>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30</a:t>
            </a:r>
            <a:endParaRPr lang="en-IN"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1E38FB-093F-8C20-815D-8AEAA44FEC59}"/>
              </a:ext>
            </a:extLst>
          </p:cNvPr>
          <p:cNvSpPr txBox="1"/>
          <p:nvPr/>
        </p:nvSpPr>
        <p:spPr>
          <a:xfrm>
            <a:off x="3209923" y="1981224"/>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24</a:t>
            </a:r>
            <a:endParaRPr lang="en-IN"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95E9EC8-42E5-7499-2385-1F89D7F833B4}"/>
              </a:ext>
            </a:extLst>
          </p:cNvPr>
          <p:cNvSpPr txBox="1"/>
          <p:nvPr/>
        </p:nvSpPr>
        <p:spPr>
          <a:xfrm>
            <a:off x="4207713" y="3380167"/>
            <a:ext cx="728573" cy="4001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10</a:t>
            </a:r>
            <a:endParaRPr lang="en-IN"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4298553-F5F1-316F-7601-6FE104C093A2}"/>
              </a:ext>
            </a:extLst>
          </p:cNvPr>
          <p:cNvSpPr txBox="1"/>
          <p:nvPr/>
        </p:nvSpPr>
        <p:spPr>
          <a:xfrm>
            <a:off x="152400" y="4559533"/>
            <a:ext cx="8444941" cy="1785104"/>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From the Venn diagram</a:t>
            </a:r>
          </a:p>
          <a:p>
            <a:r>
              <a:rPr lang="en-US" sz="2200" dirty="0">
                <a:latin typeface="Times New Roman" panose="02020603050405020304" pitchFamily="18" charset="0"/>
                <a:cs typeface="Times New Roman" panose="02020603050405020304" pitchFamily="18" charset="0"/>
              </a:rPr>
              <a:t>(vi) Number of students who like vanilla or chocolate but not strawberry </a:t>
            </a:r>
          </a:p>
          <a:p>
            <a:r>
              <a:rPr lang="en-US" sz="2200" dirty="0">
                <a:latin typeface="Times New Roman" panose="02020603050405020304" pitchFamily="18" charset="0"/>
                <a:cs typeface="Times New Roman" panose="02020603050405020304" pitchFamily="18" charset="0"/>
              </a:rPr>
              <a:t>      = 24+8+30=62</a:t>
            </a:r>
          </a:p>
          <a:p>
            <a:r>
              <a:rPr lang="en-US" sz="2200" dirty="0">
                <a:latin typeface="Times New Roman" panose="02020603050405020304" pitchFamily="18" charset="0"/>
                <a:cs typeface="Times New Roman" panose="02020603050405020304" pitchFamily="18" charset="0"/>
              </a:rPr>
              <a:t>(vii) Number of students who do not like any of these flavors</a:t>
            </a:r>
          </a:p>
          <a:p>
            <a:r>
              <a:rPr lang="en-US" sz="2200" dirty="0">
                <a:latin typeface="Times New Roman" panose="02020603050405020304" pitchFamily="18" charset="0"/>
                <a:cs typeface="Times New Roman" panose="02020603050405020304" pitchFamily="18" charset="0"/>
              </a:rPr>
              <a:t>      =100 – 90=10</a:t>
            </a:r>
          </a:p>
        </p:txBody>
      </p:sp>
    </p:spTree>
    <p:extLst>
      <p:ext uri="{BB962C8B-B14F-4D97-AF65-F5344CB8AC3E}">
        <p14:creationId xmlns:p14="http://schemas.microsoft.com/office/powerpoint/2010/main" val="13269262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Problem: In selecting a new computer for its computer </a:t>
                </a:r>
                <a:r>
                  <a:rPr lang="en-US" sz="2200" dirty="0" err="1">
                    <a:latin typeface="Times New Roman" panose="02020603050405020304" pitchFamily="18" charset="0"/>
                    <a:cs typeface="Times New Roman" panose="02020603050405020304" pitchFamily="18" charset="0"/>
                    <a:sym typeface="Zapf Dingbats"/>
                  </a:rPr>
                  <a:t>centre</a:t>
                </a:r>
                <a:r>
                  <a:rPr lang="en-US" sz="2200" dirty="0">
                    <a:latin typeface="Times New Roman" panose="02020603050405020304" pitchFamily="18" charset="0"/>
                    <a:cs typeface="Times New Roman" panose="02020603050405020304" pitchFamily="18" charset="0"/>
                    <a:sym typeface="Zapf Dingbats"/>
                  </a:rPr>
                  <a:t>, a college examines 15 different models with regard to the following aspects. A: Cartridge tape drive, B: X Windows terminal, C: Semiconductor memory. The number of computers with any or all of these features are as follows.</a:t>
                </a:r>
              </a:p>
              <a:p>
                <a:pPr marL="0" indent="0" algn="just">
                  <a:lnSpc>
                    <a:spcPct val="150000"/>
                  </a:lnSpc>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r>
                        <a:rPr lang="en-US" sz="2200" b="0" i="1" smtClean="0">
                          <a:latin typeface="Cambria Math" panose="02040503050406030204" pitchFamily="18" charset="0"/>
                          <a:cs typeface="Times New Roman" panose="02020603050405020304" pitchFamily="18" charset="0"/>
                          <a:sym typeface="Zapf Dingbats"/>
                        </a:rPr>
                        <m:t>|=6, |</m:t>
                      </m:r>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r>
                        <a:rPr lang="en-US" sz="2200" b="0" i="1" smtClean="0">
                          <a:latin typeface="Cambria Math" panose="02040503050406030204" pitchFamily="18" charset="0"/>
                          <a:cs typeface="Times New Roman" panose="02020603050405020304" pitchFamily="18" charset="0"/>
                          <a:sym typeface="Zapf Dingbats"/>
                        </a:rPr>
                        <m:t>|=1, |</m:t>
                      </m:r>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r>
                        <a:rPr lang="en-US" sz="2200" b="0" i="1" smtClean="0">
                          <a:latin typeface="Cambria Math" panose="02040503050406030204" pitchFamily="18" charset="0"/>
                          <a:cs typeface="Times New Roman" panose="02020603050405020304" pitchFamily="18" charset="0"/>
                          <a:sym typeface="Zapf Dingbats"/>
                        </a:rPr>
                        <m:t>|=2, |</m:t>
                      </m:r>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r>
                        <a:rPr lang="en-US" sz="2200" b="0" i="1" smtClean="0">
                          <a:latin typeface="Cambria Math" panose="02040503050406030204" pitchFamily="18" charset="0"/>
                          <a:cs typeface="Times New Roman" panose="02020603050405020304" pitchFamily="18" charset="0"/>
                          <a:sym typeface="Zapf Dingbats"/>
                        </a:rPr>
                        <m:t>|=0.</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195" r="-1125"/>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23</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470125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24</a:t>
            </a:fld>
            <a:endParaRPr lang="en-US" sz="1600" b="1" dirty="0">
              <a:latin typeface="Bookman Old Style" panose="02050604050505020204" pitchFamily="18" charset="0"/>
            </a:endParaRPr>
          </a:p>
        </p:txBody>
      </p:sp>
      <p:sp>
        <p:nvSpPr>
          <p:cNvPr id="3" name="Oval 2">
            <a:extLst>
              <a:ext uri="{FF2B5EF4-FFF2-40B4-BE49-F238E27FC236}">
                <a16:creationId xmlns:a16="http://schemas.microsoft.com/office/drawing/2014/main" id="{81D05B19-4A94-FCF1-CA17-E94E3103B8CF}"/>
              </a:ext>
            </a:extLst>
          </p:cNvPr>
          <p:cNvSpPr/>
          <p:nvPr/>
        </p:nvSpPr>
        <p:spPr>
          <a:xfrm>
            <a:off x="2590800"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DAEE477D-3B25-524C-2CCB-E035A8F4D196}"/>
              </a:ext>
            </a:extLst>
          </p:cNvPr>
          <p:cNvSpPr/>
          <p:nvPr/>
        </p:nvSpPr>
        <p:spPr>
          <a:xfrm>
            <a:off x="3817189"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Freeform: Shape 8">
            <a:extLst>
              <a:ext uri="{FF2B5EF4-FFF2-40B4-BE49-F238E27FC236}">
                <a16:creationId xmlns:a16="http://schemas.microsoft.com/office/drawing/2014/main" id="{EF372371-75C2-09A0-C482-712B6F857D0D}"/>
              </a:ext>
            </a:extLst>
          </p:cNvPr>
          <p:cNvSpPr/>
          <p:nvPr/>
        </p:nvSpPr>
        <p:spPr>
          <a:xfrm>
            <a:off x="3114060" y="3175588"/>
            <a:ext cx="2303329" cy="1862238"/>
          </a:xfrm>
          <a:custGeom>
            <a:avLst/>
            <a:gdLst>
              <a:gd name="connsiteX0" fmla="*/ 8702 w 2303329"/>
              <a:gd name="connsiteY0" fmla="*/ 42065 h 1862238"/>
              <a:gd name="connsiteX1" fmla="*/ 138098 w 2303329"/>
              <a:gd name="connsiteY1" fmla="*/ 7559 h 1862238"/>
              <a:gd name="connsiteX2" fmla="*/ 448649 w 2303329"/>
              <a:gd name="connsiteY2" fmla="*/ 24812 h 1862238"/>
              <a:gd name="connsiteX3" fmla="*/ 483155 w 2303329"/>
              <a:gd name="connsiteY3" fmla="*/ 33438 h 1862238"/>
              <a:gd name="connsiteX4" fmla="*/ 560793 w 2303329"/>
              <a:gd name="connsiteY4" fmla="*/ 93823 h 1862238"/>
              <a:gd name="connsiteX5" fmla="*/ 647057 w 2303329"/>
              <a:gd name="connsiteY5" fmla="*/ 119703 h 1862238"/>
              <a:gd name="connsiteX6" fmla="*/ 681563 w 2303329"/>
              <a:gd name="connsiteY6" fmla="*/ 154208 h 1862238"/>
              <a:gd name="connsiteX7" fmla="*/ 759200 w 2303329"/>
              <a:gd name="connsiteY7" fmla="*/ 188714 h 1862238"/>
              <a:gd name="connsiteX8" fmla="*/ 802332 w 2303329"/>
              <a:gd name="connsiteY8" fmla="*/ 223220 h 1862238"/>
              <a:gd name="connsiteX9" fmla="*/ 871344 w 2303329"/>
              <a:gd name="connsiteY9" fmla="*/ 240472 h 1862238"/>
              <a:gd name="connsiteX10" fmla="*/ 931729 w 2303329"/>
              <a:gd name="connsiteY10" fmla="*/ 257725 h 1862238"/>
              <a:gd name="connsiteX11" fmla="*/ 974861 w 2303329"/>
              <a:gd name="connsiteY11" fmla="*/ 274978 h 1862238"/>
              <a:gd name="connsiteX12" fmla="*/ 1000740 w 2303329"/>
              <a:gd name="connsiteY12" fmla="*/ 292231 h 1862238"/>
              <a:gd name="connsiteX13" fmla="*/ 1268159 w 2303329"/>
              <a:gd name="connsiteY13" fmla="*/ 274978 h 1862238"/>
              <a:gd name="connsiteX14" fmla="*/ 1294038 w 2303329"/>
              <a:gd name="connsiteY14" fmla="*/ 266352 h 1862238"/>
              <a:gd name="connsiteX15" fmla="*/ 1371676 w 2303329"/>
              <a:gd name="connsiteY15" fmla="*/ 214593 h 1862238"/>
              <a:gd name="connsiteX16" fmla="*/ 1388929 w 2303329"/>
              <a:gd name="connsiteY16" fmla="*/ 188714 h 1862238"/>
              <a:gd name="connsiteX17" fmla="*/ 1518325 w 2303329"/>
              <a:gd name="connsiteY17" fmla="*/ 119703 h 1862238"/>
              <a:gd name="connsiteX18" fmla="*/ 1544204 w 2303329"/>
              <a:gd name="connsiteY18" fmla="*/ 111076 h 1862238"/>
              <a:gd name="connsiteX19" fmla="*/ 1587336 w 2303329"/>
              <a:gd name="connsiteY19" fmla="*/ 85197 h 1862238"/>
              <a:gd name="connsiteX20" fmla="*/ 1630468 w 2303329"/>
              <a:gd name="connsiteY20" fmla="*/ 76570 h 1862238"/>
              <a:gd name="connsiteX21" fmla="*/ 1656348 w 2303329"/>
              <a:gd name="connsiteY21" fmla="*/ 67944 h 1862238"/>
              <a:gd name="connsiteX22" fmla="*/ 1690853 w 2303329"/>
              <a:gd name="connsiteY22" fmla="*/ 59318 h 1862238"/>
              <a:gd name="connsiteX23" fmla="*/ 1759865 w 2303329"/>
              <a:gd name="connsiteY23" fmla="*/ 33438 h 1862238"/>
              <a:gd name="connsiteX24" fmla="*/ 1794370 w 2303329"/>
              <a:gd name="connsiteY24" fmla="*/ 16186 h 1862238"/>
              <a:gd name="connsiteX25" fmla="*/ 1854755 w 2303329"/>
              <a:gd name="connsiteY25" fmla="*/ 7559 h 1862238"/>
              <a:gd name="connsiteX26" fmla="*/ 2122174 w 2303329"/>
              <a:gd name="connsiteY26" fmla="*/ 16186 h 1862238"/>
              <a:gd name="connsiteX27" fmla="*/ 2156680 w 2303329"/>
              <a:gd name="connsiteY27" fmla="*/ 24812 h 1862238"/>
              <a:gd name="connsiteX28" fmla="*/ 2191185 w 2303329"/>
              <a:gd name="connsiteY28" fmla="*/ 42065 h 1862238"/>
              <a:gd name="connsiteX29" fmla="*/ 2225691 w 2303329"/>
              <a:gd name="connsiteY29" fmla="*/ 85197 h 1862238"/>
              <a:gd name="connsiteX30" fmla="*/ 2277449 w 2303329"/>
              <a:gd name="connsiteY30" fmla="*/ 119703 h 1862238"/>
              <a:gd name="connsiteX31" fmla="*/ 2286076 w 2303329"/>
              <a:gd name="connsiteY31" fmla="*/ 162835 h 1862238"/>
              <a:gd name="connsiteX32" fmla="*/ 2294702 w 2303329"/>
              <a:gd name="connsiteY32" fmla="*/ 197340 h 1862238"/>
              <a:gd name="connsiteX33" fmla="*/ 2303329 w 2303329"/>
              <a:gd name="connsiteY33" fmla="*/ 266352 h 1862238"/>
              <a:gd name="connsiteX34" fmla="*/ 2294702 w 2303329"/>
              <a:gd name="connsiteY34" fmla="*/ 628661 h 1862238"/>
              <a:gd name="connsiteX35" fmla="*/ 2277449 w 2303329"/>
              <a:gd name="connsiteY35" fmla="*/ 663167 h 1862238"/>
              <a:gd name="connsiteX36" fmla="*/ 2268823 w 2303329"/>
              <a:gd name="connsiteY36" fmla="*/ 714925 h 1862238"/>
              <a:gd name="connsiteX37" fmla="*/ 2242944 w 2303329"/>
              <a:gd name="connsiteY37" fmla="*/ 792563 h 1862238"/>
              <a:gd name="connsiteX38" fmla="*/ 2217065 w 2303329"/>
              <a:gd name="connsiteY38" fmla="*/ 904706 h 1862238"/>
              <a:gd name="connsiteX39" fmla="*/ 2208438 w 2303329"/>
              <a:gd name="connsiteY39" fmla="*/ 947838 h 1862238"/>
              <a:gd name="connsiteX40" fmla="*/ 2148053 w 2303329"/>
              <a:gd name="connsiteY40" fmla="*/ 1111740 h 1862238"/>
              <a:gd name="connsiteX41" fmla="*/ 2096295 w 2303329"/>
              <a:gd name="connsiteY41" fmla="*/ 1215257 h 1862238"/>
              <a:gd name="connsiteX42" fmla="*/ 2053163 w 2303329"/>
              <a:gd name="connsiteY42" fmla="*/ 1336027 h 1862238"/>
              <a:gd name="connsiteX43" fmla="*/ 2018657 w 2303329"/>
              <a:gd name="connsiteY43" fmla="*/ 1361906 h 1862238"/>
              <a:gd name="connsiteX44" fmla="*/ 1958272 w 2303329"/>
              <a:gd name="connsiteY44" fmla="*/ 1439544 h 1862238"/>
              <a:gd name="connsiteX45" fmla="*/ 1923766 w 2303329"/>
              <a:gd name="connsiteY45" fmla="*/ 1491303 h 1862238"/>
              <a:gd name="connsiteX46" fmla="*/ 1889261 w 2303329"/>
              <a:gd name="connsiteY46" fmla="*/ 1517182 h 1862238"/>
              <a:gd name="connsiteX47" fmla="*/ 1820249 w 2303329"/>
              <a:gd name="connsiteY47" fmla="*/ 1586193 h 1862238"/>
              <a:gd name="connsiteX48" fmla="*/ 1742612 w 2303329"/>
              <a:gd name="connsiteY48" fmla="*/ 1655204 h 1862238"/>
              <a:gd name="connsiteX49" fmla="*/ 1725359 w 2303329"/>
              <a:gd name="connsiteY49" fmla="*/ 1681084 h 1862238"/>
              <a:gd name="connsiteX50" fmla="*/ 1690853 w 2303329"/>
              <a:gd name="connsiteY50" fmla="*/ 1698337 h 1862238"/>
              <a:gd name="connsiteX51" fmla="*/ 1647721 w 2303329"/>
              <a:gd name="connsiteY51" fmla="*/ 1724216 h 1862238"/>
              <a:gd name="connsiteX52" fmla="*/ 1613215 w 2303329"/>
              <a:gd name="connsiteY52" fmla="*/ 1750095 h 1862238"/>
              <a:gd name="connsiteX53" fmla="*/ 1570083 w 2303329"/>
              <a:gd name="connsiteY53" fmla="*/ 1767348 h 1862238"/>
              <a:gd name="connsiteX54" fmla="*/ 1475193 w 2303329"/>
              <a:gd name="connsiteY54" fmla="*/ 1810480 h 1862238"/>
              <a:gd name="connsiteX55" fmla="*/ 845465 w 2303329"/>
              <a:gd name="connsiteY55" fmla="*/ 1836359 h 1862238"/>
              <a:gd name="connsiteX56" fmla="*/ 741948 w 2303329"/>
              <a:gd name="connsiteY56" fmla="*/ 1862238 h 1862238"/>
              <a:gd name="connsiteX57" fmla="*/ 621178 w 2303329"/>
              <a:gd name="connsiteY57" fmla="*/ 1853612 h 1862238"/>
              <a:gd name="connsiteX58" fmla="*/ 569419 w 2303329"/>
              <a:gd name="connsiteY58" fmla="*/ 1819106 h 1862238"/>
              <a:gd name="connsiteX59" fmla="*/ 526287 w 2303329"/>
              <a:gd name="connsiteY59" fmla="*/ 1793227 h 1862238"/>
              <a:gd name="connsiteX60" fmla="*/ 422770 w 2303329"/>
              <a:gd name="connsiteY60" fmla="*/ 1706963 h 1862238"/>
              <a:gd name="connsiteX61" fmla="*/ 379638 w 2303329"/>
              <a:gd name="connsiteY61" fmla="*/ 1655204 h 1862238"/>
              <a:gd name="connsiteX62" fmla="*/ 319253 w 2303329"/>
              <a:gd name="connsiteY62" fmla="*/ 1603446 h 1862238"/>
              <a:gd name="connsiteX63" fmla="*/ 241615 w 2303329"/>
              <a:gd name="connsiteY63" fmla="*/ 1456797 h 1862238"/>
              <a:gd name="connsiteX64" fmla="*/ 215736 w 2303329"/>
              <a:gd name="connsiteY64" fmla="*/ 1422291 h 1862238"/>
              <a:gd name="connsiteX65" fmla="*/ 181231 w 2303329"/>
              <a:gd name="connsiteY65" fmla="*/ 1353280 h 1862238"/>
              <a:gd name="connsiteX66" fmla="*/ 155351 w 2303329"/>
              <a:gd name="connsiteY66" fmla="*/ 1068608 h 1862238"/>
              <a:gd name="connsiteX67" fmla="*/ 138098 w 2303329"/>
              <a:gd name="connsiteY67" fmla="*/ 965091 h 1862238"/>
              <a:gd name="connsiteX68" fmla="*/ 129472 w 2303329"/>
              <a:gd name="connsiteY68" fmla="*/ 904706 h 1862238"/>
              <a:gd name="connsiteX69" fmla="*/ 112219 w 2303329"/>
              <a:gd name="connsiteY69" fmla="*/ 809816 h 1862238"/>
              <a:gd name="connsiteX70" fmla="*/ 103593 w 2303329"/>
              <a:gd name="connsiteY70" fmla="*/ 749431 h 1862238"/>
              <a:gd name="connsiteX71" fmla="*/ 86340 w 2303329"/>
              <a:gd name="connsiteY71" fmla="*/ 706299 h 1862238"/>
              <a:gd name="connsiteX72" fmla="*/ 77714 w 2303329"/>
              <a:gd name="connsiteY72" fmla="*/ 654540 h 1862238"/>
              <a:gd name="connsiteX73" fmla="*/ 43208 w 2303329"/>
              <a:gd name="connsiteY73" fmla="*/ 568276 h 1862238"/>
              <a:gd name="connsiteX74" fmla="*/ 17329 w 2303329"/>
              <a:gd name="connsiteY74" fmla="*/ 490638 h 1862238"/>
              <a:gd name="connsiteX75" fmla="*/ 76 w 2303329"/>
              <a:gd name="connsiteY75" fmla="*/ 404374 h 1862238"/>
              <a:gd name="connsiteX76" fmla="*/ 8702 w 2303329"/>
              <a:gd name="connsiteY76" fmla="*/ 42065 h 186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03329" h="1862238">
                <a:moveTo>
                  <a:pt x="8702" y="42065"/>
                </a:moveTo>
                <a:cubicBezTo>
                  <a:pt x="31706" y="-24071"/>
                  <a:pt x="106303" y="7559"/>
                  <a:pt x="138098" y="7559"/>
                </a:cubicBezTo>
                <a:cubicBezTo>
                  <a:pt x="241775" y="7559"/>
                  <a:pt x="345132" y="19061"/>
                  <a:pt x="448649" y="24812"/>
                </a:cubicBezTo>
                <a:cubicBezTo>
                  <a:pt x="460151" y="27687"/>
                  <a:pt x="472258" y="28768"/>
                  <a:pt x="483155" y="33438"/>
                </a:cubicBezTo>
                <a:cubicBezTo>
                  <a:pt x="503690" y="42238"/>
                  <a:pt x="553124" y="89350"/>
                  <a:pt x="560793" y="93823"/>
                </a:cubicBezTo>
                <a:cubicBezTo>
                  <a:pt x="576544" y="103011"/>
                  <a:pt x="625715" y="114367"/>
                  <a:pt x="647057" y="119703"/>
                </a:cubicBezTo>
                <a:cubicBezTo>
                  <a:pt x="658559" y="131205"/>
                  <a:pt x="668550" y="144448"/>
                  <a:pt x="681563" y="154208"/>
                </a:cubicBezTo>
                <a:cubicBezTo>
                  <a:pt x="710310" y="175768"/>
                  <a:pt x="727740" y="169838"/>
                  <a:pt x="759200" y="188714"/>
                </a:cubicBezTo>
                <a:cubicBezTo>
                  <a:pt x="774988" y="198187"/>
                  <a:pt x="786719" y="213462"/>
                  <a:pt x="802332" y="223220"/>
                </a:cubicBezTo>
                <a:cubicBezTo>
                  <a:pt x="815088" y="231192"/>
                  <a:pt x="862885" y="238592"/>
                  <a:pt x="871344" y="240472"/>
                </a:cubicBezTo>
                <a:cubicBezTo>
                  <a:pt x="893579" y="245413"/>
                  <a:pt x="910779" y="249869"/>
                  <a:pt x="931729" y="257725"/>
                </a:cubicBezTo>
                <a:cubicBezTo>
                  <a:pt x="946228" y="263162"/>
                  <a:pt x="961011" y="268053"/>
                  <a:pt x="974861" y="274978"/>
                </a:cubicBezTo>
                <a:cubicBezTo>
                  <a:pt x="984134" y="279615"/>
                  <a:pt x="992114" y="286480"/>
                  <a:pt x="1000740" y="292231"/>
                </a:cubicBezTo>
                <a:cubicBezTo>
                  <a:pt x="1089880" y="286480"/>
                  <a:pt x="1179180" y="282829"/>
                  <a:pt x="1268159" y="274978"/>
                </a:cubicBezTo>
                <a:cubicBezTo>
                  <a:pt x="1277217" y="274179"/>
                  <a:pt x="1285680" y="269934"/>
                  <a:pt x="1294038" y="266352"/>
                </a:cubicBezTo>
                <a:cubicBezTo>
                  <a:pt x="1325642" y="252807"/>
                  <a:pt x="1346236" y="240033"/>
                  <a:pt x="1371676" y="214593"/>
                </a:cubicBezTo>
                <a:cubicBezTo>
                  <a:pt x="1379007" y="207262"/>
                  <a:pt x="1380745" y="195079"/>
                  <a:pt x="1388929" y="188714"/>
                </a:cubicBezTo>
                <a:cubicBezTo>
                  <a:pt x="1402907" y="177842"/>
                  <a:pt x="1504835" y="124200"/>
                  <a:pt x="1518325" y="119703"/>
                </a:cubicBezTo>
                <a:cubicBezTo>
                  <a:pt x="1526951" y="116827"/>
                  <a:pt x="1536071" y="115143"/>
                  <a:pt x="1544204" y="111076"/>
                </a:cubicBezTo>
                <a:cubicBezTo>
                  <a:pt x="1559201" y="103578"/>
                  <a:pt x="1571769" y="91424"/>
                  <a:pt x="1587336" y="85197"/>
                </a:cubicBezTo>
                <a:cubicBezTo>
                  <a:pt x="1600949" y="79752"/>
                  <a:pt x="1616244" y="80126"/>
                  <a:pt x="1630468" y="76570"/>
                </a:cubicBezTo>
                <a:cubicBezTo>
                  <a:pt x="1639290" y="74365"/>
                  <a:pt x="1647605" y="70442"/>
                  <a:pt x="1656348" y="67944"/>
                </a:cubicBezTo>
                <a:cubicBezTo>
                  <a:pt x="1667748" y="64687"/>
                  <a:pt x="1679351" y="62193"/>
                  <a:pt x="1690853" y="59318"/>
                </a:cubicBezTo>
                <a:cubicBezTo>
                  <a:pt x="1786915" y="11287"/>
                  <a:pt x="1665909" y="68671"/>
                  <a:pt x="1759865" y="33438"/>
                </a:cubicBezTo>
                <a:cubicBezTo>
                  <a:pt x="1771905" y="28923"/>
                  <a:pt x="1781964" y="19569"/>
                  <a:pt x="1794370" y="16186"/>
                </a:cubicBezTo>
                <a:cubicBezTo>
                  <a:pt x="1813986" y="10836"/>
                  <a:pt x="1834627" y="10435"/>
                  <a:pt x="1854755" y="7559"/>
                </a:cubicBezTo>
                <a:cubicBezTo>
                  <a:pt x="1943895" y="10435"/>
                  <a:pt x="2033133" y="11098"/>
                  <a:pt x="2122174" y="16186"/>
                </a:cubicBezTo>
                <a:cubicBezTo>
                  <a:pt x="2134011" y="16862"/>
                  <a:pt x="2145579" y="20649"/>
                  <a:pt x="2156680" y="24812"/>
                </a:cubicBezTo>
                <a:cubicBezTo>
                  <a:pt x="2168721" y="29327"/>
                  <a:pt x="2179683" y="36314"/>
                  <a:pt x="2191185" y="42065"/>
                </a:cubicBezTo>
                <a:cubicBezTo>
                  <a:pt x="2202687" y="56442"/>
                  <a:pt x="2212005" y="72880"/>
                  <a:pt x="2225691" y="85197"/>
                </a:cubicBezTo>
                <a:cubicBezTo>
                  <a:pt x="2241103" y="99068"/>
                  <a:pt x="2277449" y="119703"/>
                  <a:pt x="2277449" y="119703"/>
                </a:cubicBezTo>
                <a:cubicBezTo>
                  <a:pt x="2280325" y="134080"/>
                  <a:pt x="2282895" y="148522"/>
                  <a:pt x="2286076" y="162835"/>
                </a:cubicBezTo>
                <a:cubicBezTo>
                  <a:pt x="2288648" y="174408"/>
                  <a:pt x="2292753" y="185646"/>
                  <a:pt x="2294702" y="197340"/>
                </a:cubicBezTo>
                <a:cubicBezTo>
                  <a:pt x="2298513" y="220208"/>
                  <a:pt x="2300453" y="243348"/>
                  <a:pt x="2303329" y="266352"/>
                </a:cubicBezTo>
                <a:cubicBezTo>
                  <a:pt x="2300453" y="387122"/>
                  <a:pt x="2302564" y="508113"/>
                  <a:pt x="2294702" y="628661"/>
                </a:cubicBezTo>
                <a:cubicBezTo>
                  <a:pt x="2293865" y="641493"/>
                  <a:pt x="2281144" y="650850"/>
                  <a:pt x="2277449" y="663167"/>
                </a:cubicBezTo>
                <a:cubicBezTo>
                  <a:pt x="2272423" y="679920"/>
                  <a:pt x="2272253" y="697774"/>
                  <a:pt x="2268823" y="714925"/>
                </a:cubicBezTo>
                <a:cubicBezTo>
                  <a:pt x="2261394" y="752074"/>
                  <a:pt x="2258132" y="754592"/>
                  <a:pt x="2242944" y="792563"/>
                </a:cubicBezTo>
                <a:cubicBezTo>
                  <a:pt x="2226450" y="908016"/>
                  <a:pt x="2245483" y="800507"/>
                  <a:pt x="2217065" y="904706"/>
                </a:cubicBezTo>
                <a:cubicBezTo>
                  <a:pt x="2213207" y="918851"/>
                  <a:pt x="2212296" y="933693"/>
                  <a:pt x="2208438" y="947838"/>
                </a:cubicBezTo>
                <a:cubicBezTo>
                  <a:pt x="2198605" y="983893"/>
                  <a:pt x="2153482" y="1100881"/>
                  <a:pt x="2148053" y="1111740"/>
                </a:cubicBezTo>
                <a:cubicBezTo>
                  <a:pt x="2130800" y="1146246"/>
                  <a:pt x="2106893" y="1178163"/>
                  <a:pt x="2096295" y="1215257"/>
                </a:cubicBezTo>
                <a:cubicBezTo>
                  <a:pt x="2087275" y="1246827"/>
                  <a:pt x="2072382" y="1308571"/>
                  <a:pt x="2053163" y="1336027"/>
                </a:cubicBezTo>
                <a:cubicBezTo>
                  <a:pt x="2044918" y="1347805"/>
                  <a:pt x="2030159" y="1353280"/>
                  <a:pt x="2018657" y="1361906"/>
                </a:cubicBezTo>
                <a:cubicBezTo>
                  <a:pt x="1955737" y="1466773"/>
                  <a:pt x="2032450" y="1346821"/>
                  <a:pt x="1958272" y="1439544"/>
                </a:cubicBezTo>
                <a:cubicBezTo>
                  <a:pt x="1945319" y="1455736"/>
                  <a:pt x="1937542" y="1475805"/>
                  <a:pt x="1923766" y="1491303"/>
                </a:cubicBezTo>
                <a:cubicBezTo>
                  <a:pt x="1914214" y="1502049"/>
                  <a:pt x="1898813" y="1506436"/>
                  <a:pt x="1889261" y="1517182"/>
                </a:cubicBezTo>
                <a:cubicBezTo>
                  <a:pt x="1822639" y="1592131"/>
                  <a:pt x="1888795" y="1551920"/>
                  <a:pt x="1820249" y="1586193"/>
                </a:cubicBezTo>
                <a:cubicBezTo>
                  <a:pt x="1761846" y="1664066"/>
                  <a:pt x="1835297" y="1574104"/>
                  <a:pt x="1742612" y="1655204"/>
                </a:cubicBezTo>
                <a:cubicBezTo>
                  <a:pt x="1734809" y="1662031"/>
                  <a:pt x="1733324" y="1674447"/>
                  <a:pt x="1725359" y="1681084"/>
                </a:cubicBezTo>
                <a:cubicBezTo>
                  <a:pt x="1715480" y="1689317"/>
                  <a:pt x="1702094" y="1692092"/>
                  <a:pt x="1690853" y="1698337"/>
                </a:cubicBezTo>
                <a:cubicBezTo>
                  <a:pt x="1676196" y="1706480"/>
                  <a:pt x="1661672" y="1714916"/>
                  <a:pt x="1647721" y="1724216"/>
                </a:cubicBezTo>
                <a:cubicBezTo>
                  <a:pt x="1635758" y="1732191"/>
                  <a:pt x="1625783" y="1743113"/>
                  <a:pt x="1613215" y="1750095"/>
                </a:cubicBezTo>
                <a:cubicBezTo>
                  <a:pt x="1599679" y="1757615"/>
                  <a:pt x="1583933" y="1760423"/>
                  <a:pt x="1570083" y="1767348"/>
                </a:cubicBezTo>
                <a:cubicBezTo>
                  <a:pt x="1520738" y="1792021"/>
                  <a:pt x="1561078" y="1795672"/>
                  <a:pt x="1475193" y="1810480"/>
                </a:cubicBezTo>
                <a:cubicBezTo>
                  <a:pt x="1311432" y="1838715"/>
                  <a:pt x="944743" y="1834450"/>
                  <a:pt x="845465" y="1836359"/>
                </a:cubicBezTo>
                <a:cubicBezTo>
                  <a:pt x="813346" y="1847065"/>
                  <a:pt x="776798" y="1862238"/>
                  <a:pt x="741948" y="1862238"/>
                </a:cubicBezTo>
                <a:cubicBezTo>
                  <a:pt x="701589" y="1862238"/>
                  <a:pt x="661435" y="1856487"/>
                  <a:pt x="621178" y="1853612"/>
                </a:cubicBezTo>
                <a:cubicBezTo>
                  <a:pt x="603925" y="1842110"/>
                  <a:pt x="586913" y="1830238"/>
                  <a:pt x="569419" y="1819106"/>
                </a:cubicBezTo>
                <a:cubicBezTo>
                  <a:pt x="555274" y="1810104"/>
                  <a:pt x="540238" y="1802527"/>
                  <a:pt x="526287" y="1793227"/>
                </a:cubicBezTo>
                <a:cubicBezTo>
                  <a:pt x="496151" y="1773136"/>
                  <a:pt x="441323" y="1725516"/>
                  <a:pt x="422770" y="1706963"/>
                </a:cubicBezTo>
                <a:cubicBezTo>
                  <a:pt x="406890" y="1691083"/>
                  <a:pt x="395518" y="1671084"/>
                  <a:pt x="379638" y="1655204"/>
                </a:cubicBezTo>
                <a:cubicBezTo>
                  <a:pt x="360892" y="1636458"/>
                  <a:pt x="335970" y="1624021"/>
                  <a:pt x="319253" y="1603446"/>
                </a:cubicBezTo>
                <a:cubicBezTo>
                  <a:pt x="252159" y="1520869"/>
                  <a:pt x="283362" y="1533333"/>
                  <a:pt x="241615" y="1456797"/>
                </a:cubicBezTo>
                <a:cubicBezTo>
                  <a:pt x="234730" y="1444175"/>
                  <a:pt x="222980" y="1434710"/>
                  <a:pt x="215736" y="1422291"/>
                </a:cubicBezTo>
                <a:cubicBezTo>
                  <a:pt x="202777" y="1400076"/>
                  <a:pt x="192733" y="1376284"/>
                  <a:pt x="181231" y="1353280"/>
                </a:cubicBezTo>
                <a:cubicBezTo>
                  <a:pt x="148241" y="1122353"/>
                  <a:pt x="176878" y="1348456"/>
                  <a:pt x="155351" y="1068608"/>
                </a:cubicBezTo>
                <a:cubicBezTo>
                  <a:pt x="151322" y="1016232"/>
                  <a:pt x="145903" y="1011919"/>
                  <a:pt x="138098" y="965091"/>
                </a:cubicBezTo>
                <a:cubicBezTo>
                  <a:pt x="134755" y="945035"/>
                  <a:pt x="132564" y="924802"/>
                  <a:pt x="129472" y="904706"/>
                </a:cubicBezTo>
                <a:cubicBezTo>
                  <a:pt x="100710" y="717747"/>
                  <a:pt x="139135" y="971312"/>
                  <a:pt x="112219" y="809816"/>
                </a:cubicBezTo>
                <a:cubicBezTo>
                  <a:pt x="108876" y="789760"/>
                  <a:pt x="108524" y="769157"/>
                  <a:pt x="103593" y="749431"/>
                </a:cubicBezTo>
                <a:cubicBezTo>
                  <a:pt x="99837" y="734408"/>
                  <a:pt x="92091" y="720676"/>
                  <a:pt x="86340" y="706299"/>
                </a:cubicBezTo>
                <a:cubicBezTo>
                  <a:pt x="83465" y="689046"/>
                  <a:pt x="82931" y="671235"/>
                  <a:pt x="77714" y="654540"/>
                </a:cubicBezTo>
                <a:cubicBezTo>
                  <a:pt x="68477" y="624980"/>
                  <a:pt x="50719" y="598321"/>
                  <a:pt x="43208" y="568276"/>
                </a:cubicBezTo>
                <a:cubicBezTo>
                  <a:pt x="22540" y="485601"/>
                  <a:pt x="49808" y="588070"/>
                  <a:pt x="17329" y="490638"/>
                </a:cubicBezTo>
                <a:cubicBezTo>
                  <a:pt x="8748" y="464895"/>
                  <a:pt x="4325" y="429867"/>
                  <a:pt x="76" y="404374"/>
                </a:cubicBezTo>
                <a:cubicBezTo>
                  <a:pt x="17616" y="53574"/>
                  <a:pt x="-14302" y="108201"/>
                  <a:pt x="8702" y="42065"/>
                </a:cubicBezTo>
                <a:close/>
              </a:path>
            </a:pathLst>
          </a:cu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760737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25</a:t>
            </a:fld>
            <a:endParaRPr lang="en-US" sz="1600" b="1" dirty="0">
              <a:latin typeface="Bookman Old Style" panose="02050604050505020204" pitchFamily="18" charset="0"/>
            </a:endParaRPr>
          </a:p>
        </p:txBody>
      </p:sp>
      <p:sp>
        <p:nvSpPr>
          <p:cNvPr id="3" name="Oval 2">
            <a:extLst>
              <a:ext uri="{FF2B5EF4-FFF2-40B4-BE49-F238E27FC236}">
                <a16:creationId xmlns:a16="http://schemas.microsoft.com/office/drawing/2014/main" id="{81D05B19-4A94-FCF1-CA17-E94E3103B8CF}"/>
              </a:ext>
            </a:extLst>
          </p:cNvPr>
          <p:cNvSpPr/>
          <p:nvPr/>
        </p:nvSpPr>
        <p:spPr>
          <a:xfrm>
            <a:off x="2590800"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DAEE477D-3B25-524C-2CCB-E035A8F4D196}"/>
              </a:ext>
            </a:extLst>
          </p:cNvPr>
          <p:cNvSpPr/>
          <p:nvPr/>
        </p:nvSpPr>
        <p:spPr>
          <a:xfrm>
            <a:off x="3817189"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Freeform: Shape 8">
            <a:extLst>
              <a:ext uri="{FF2B5EF4-FFF2-40B4-BE49-F238E27FC236}">
                <a16:creationId xmlns:a16="http://schemas.microsoft.com/office/drawing/2014/main" id="{EF372371-75C2-09A0-C482-712B6F857D0D}"/>
              </a:ext>
            </a:extLst>
          </p:cNvPr>
          <p:cNvSpPr/>
          <p:nvPr/>
        </p:nvSpPr>
        <p:spPr>
          <a:xfrm>
            <a:off x="3114060" y="3175588"/>
            <a:ext cx="2303329" cy="1862238"/>
          </a:xfrm>
          <a:custGeom>
            <a:avLst/>
            <a:gdLst>
              <a:gd name="connsiteX0" fmla="*/ 8702 w 2303329"/>
              <a:gd name="connsiteY0" fmla="*/ 42065 h 1862238"/>
              <a:gd name="connsiteX1" fmla="*/ 138098 w 2303329"/>
              <a:gd name="connsiteY1" fmla="*/ 7559 h 1862238"/>
              <a:gd name="connsiteX2" fmla="*/ 448649 w 2303329"/>
              <a:gd name="connsiteY2" fmla="*/ 24812 h 1862238"/>
              <a:gd name="connsiteX3" fmla="*/ 483155 w 2303329"/>
              <a:gd name="connsiteY3" fmla="*/ 33438 h 1862238"/>
              <a:gd name="connsiteX4" fmla="*/ 560793 w 2303329"/>
              <a:gd name="connsiteY4" fmla="*/ 93823 h 1862238"/>
              <a:gd name="connsiteX5" fmla="*/ 647057 w 2303329"/>
              <a:gd name="connsiteY5" fmla="*/ 119703 h 1862238"/>
              <a:gd name="connsiteX6" fmla="*/ 681563 w 2303329"/>
              <a:gd name="connsiteY6" fmla="*/ 154208 h 1862238"/>
              <a:gd name="connsiteX7" fmla="*/ 759200 w 2303329"/>
              <a:gd name="connsiteY7" fmla="*/ 188714 h 1862238"/>
              <a:gd name="connsiteX8" fmla="*/ 802332 w 2303329"/>
              <a:gd name="connsiteY8" fmla="*/ 223220 h 1862238"/>
              <a:gd name="connsiteX9" fmla="*/ 871344 w 2303329"/>
              <a:gd name="connsiteY9" fmla="*/ 240472 h 1862238"/>
              <a:gd name="connsiteX10" fmla="*/ 931729 w 2303329"/>
              <a:gd name="connsiteY10" fmla="*/ 257725 h 1862238"/>
              <a:gd name="connsiteX11" fmla="*/ 974861 w 2303329"/>
              <a:gd name="connsiteY11" fmla="*/ 274978 h 1862238"/>
              <a:gd name="connsiteX12" fmla="*/ 1000740 w 2303329"/>
              <a:gd name="connsiteY12" fmla="*/ 292231 h 1862238"/>
              <a:gd name="connsiteX13" fmla="*/ 1268159 w 2303329"/>
              <a:gd name="connsiteY13" fmla="*/ 274978 h 1862238"/>
              <a:gd name="connsiteX14" fmla="*/ 1294038 w 2303329"/>
              <a:gd name="connsiteY14" fmla="*/ 266352 h 1862238"/>
              <a:gd name="connsiteX15" fmla="*/ 1371676 w 2303329"/>
              <a:gd name="connsiteY15" fmla="*/ 214593 h 1862238"/>
              <a:gd name="connsiteX16" fmla="*/ 1388929 w 2303329"/>
              <a:gd name="connsiteY16" fmla="*/ 188714 h 1862238"/>
              <a:gd name="connsiteX17" fmla="*/ 1518325 w 2303329"/>
              <a:gd name="connsiteY17" fmla="*/ 119703 h 1862238"/>
              <a:gd name="connsiteX18" fmla="*/ 1544204 w 2303329"/>
              <a:gd name="connsiteY18" fmla="*/ 111076 h 1862238"/>
              <a:gd name="connsiteX19" fmla="*/ 1587336 w 2303329"/>
              <a:gd name="connsiteY19" fmla="*/ 85197 h 1862238"/>
              <a:gd name="connsiteX20" fmla="*/ 1630468 w 2303329"/>
              <a:gd name="connsiteY20" fmla="*/ 76570 h 1862238"/>
              <a:gd name="connsiteX21" fmla="*/ 1656348 w 2303329"/>
              <a:gd name="connsiteY21" fmla="*/ 67944 h 1862238"/>
              <a:gd name="connsiteX22" fmla="*/ 1690853 w 2303329"/>
              <a:gd name="connsiteY22" fmla="*/ 59318 h 1862238"/>
              <a:gd name="connsiteX23" fmla="*/ 1759865 w 2303329"/>
              <a:gd name="connsiteY23" fmla="*/ 33438 h 1862238"/>
              <a:gd name="connsiteX24" fmla="*/ 1794370 w 2303329"/>
              <a:gd name="connsiteY24" fmla="*/ 16186 h 1862238"/>
              <a:gd name="connsiteX25" fmla="*/ 1854755 w 2303329"/>
              <a:gd name="connsiteY25" fmla="*/ 7559 h 1862238"/>
              <a:gd name="connsiteX26" fmla="*/ 2122174 w 2303329"/>
              <a:gd name="connsiteY26" fmla="*/ 16186 h 1862238"/>
              <a:gd name="connsiteX27" fmla="*/ 2156680 w 2303329"/>
              <a:gd name="connsiteY27" fmla="*/ 24812 h 1862238"/>
              <a:gd name="connsiteX28" fmla="*/ 2191185 w 2303329"/>
              <a:gd name="connsiteY28" fmla="*/ 42065 h 1862238"/>
              <a:gd name="connsiteX29" fmla="*/ 2225691 w 2303329"/>
              <a:gd name="connsiteY29" fmla="*/ 85197 h 1862238"/>
              <a:gd name="connsiteX30" fmla="*/ 2277449 w 2303329"/>
              <a:gd name="connsiteY30" fmla="*/ 119703 h 1862238"/>
              <a:gd name="connsiteX31" fmla="*/ 2286076 w 2303329"/>
              <a:gd name="connsiteY31" fmla="*/ 162835 h 1862238"/>
              <a:gd name="connsiteX32" fmla="*/ 2294702 w 2303329"/>
              <a:gd name="connsiteY32" fmla="*/ 197340 h 1862238"/>
              <a:gd name="connsiteX33" fmla="*/ 2303329 w 2303329"/>
              <a:gd name="connsiteY33" fmla="*/ 266352 h 1862238"/>
              <a:gd name="connsiteX34" fmla="*/ 2294702 w 2303329"/>
              <a:gd name="connsiteY34" fmla="*/ 628661 h 1862238"/>
              <a:gd name="connsiteX35" fmla="*/ 2277449 w 2303329"/>
              <a:gd name="connsiteY35" fmla="*/ 663167 h 1862238"/>
              <a:gd name="connsiteX36" fmla="*/ 2268823 w 2303329"/>
              <a:gd name="connsiteY36" fmla="*/ 714925 h 1862238"/>
              <a:gd name="connsiteX37" fmla="*/ 2242944 w 2303329"/>
              <a:gd name="connsiteY37" fmla="*/ 792563 h 1862238"/>
              <a:gd name="connsiteX38" fmla="*/ 2217065 w 2303329"/>
              <a:gd name="connsiteY38" fmla="*/ 904706 h 1862238"/>
              <a:gd name="connsiteX39" fmla="*/ 2208438 w 2303329"/>
              <a:gd name="connsiteY39" fmla="*/ 947838 h 1862238"/>
              <a:gd name="connsiteX40" fmla="*/ 2148053 w 2303329"/>
              <a:gd name="connsiteY40" fmla="*/ 1111740 h 1862238"/>
              <a:gd name="connsiteX41" fmla="*/ 2096295 w 2303329"/>
              <a:gd name="connsiteY41" fmla="*/ 1215257 h 1862238"/>
              <a:gd name="connsiteX42" fmla="*/ 2053163 w 2303329"/>
              <a:gd name="connsiteY42" fmla="*/ 1336027 h 1862238"/>
              <a:gd name="connsiteX43" fmla="*/ 2018657 w 2303329"/>
              <a:gd name="connsiteY43" fmla="*/ 1361906 h 1862238"/>
              <a:gd name="connsiteX44" fmla="*/ 1958272 w 2303329"/>
              <a:gd name="connsiteY44" fmla="*/ 1439544 h 1862238"/>
              <a:gd name="connsiteX45" fmla="*/ 1923766 w 2303329"/>
              <a:gd name="connsiteY45" fmla="*/ 1491303 h 1862238"/>
              <a:gd name="connsiteX46" fmla="*/ 1889261 w 2303329"/>
              <a:gd name="connsiteY46" fmla="*/ 1517182 h 1862238"/>
              <a:gd name="connsiteX47" fmla="*/ 1820249 w 2303329"/>
              <a:gd name="connsiteY47" fmla="*/ 1586193 h 1862238"/>
              <a:gd name="connsiteX48" fmla="*/ 1742612 w 2303329"/>
              <a:gd name="connsiteY48" fmla="*/ 1655204 h 1862238"/>
              <a:gd name="connsiteX49" fmla="*/ 1725359 w 2303329"/>
              <a:gd name="connsiteY49" fmla="*/ 1681084 h 1862238"/>
              <a:gd name="connsiteX50" fmla="*/ 1690853 w 2303329"/>
              <a:gd name="connsiteY50" fmla="*/ 1698337 h 1862238"/>
              <a:gd name="connsiteX51" fmla="*/ 1647721 w 2303329"/>
              <a:gd name="connsiteY51" fmla="*/ 1724216 h 1862238"/>
              <a:gd name="connsiteX52" fmla="*/ 1613215 w 2303329"/>
              <a:gd name="connsiteY52" fmla="*/ 1750095 h 1862238"/>
              <a:gd name="connsiteX53" fmla="*/ 1570083 w 2303329"/>
              <a:gd name="connsiteY53" fmla="*/ 1767348 h 1862238"/>
              <a:gd name="connsiteX54" fmla="*/ 1475193 w 2303329"/>
              <a:gd name="connsiteY54" fmla="*/ 1810480 h 1862238"/>
              <a:gd name="connsiteX55" fmla="*/ 845465 w 2303329"/>
              <a:gd name="connsiteY55" fmla="*/ 1836359 h 1862238"/>
              <a:gd name="connsiteX56" fmla="*/ 741948 w 2303329"/>
              <a:gd name="connsiteY56" fmla="*/ 1862238 h 1862238"/>
              <a:gd name="connsiteX57" fmla="*/ 621178 w 2303329"/>
              <a:gd name="connsiteY57" fmla="*/ 1853612 h 1862238"/>
              <a:gd name="connsiteX58" fmla="*/ 569419 w 2303329"/>
              <a:gd name="connsiteY58" fmla="*/ 1819106 h 1862238"/>
              <a:gd name="connsiteX59" fmla="*/ 526287 w 2303329"/>
              <a:gd name="connsiteY59" fmla="*/ 1793227 h 1862238"/>
              <a:gd name="connsiteX60" fmla="*/ 422770 w 2303329"/>
              <a:gd name="connsiteY60" fmla="*/ 1706963 h 1862238"/>
              <a:gd name="connsiteX61" fmla="*/ 379638 w 2303329"/>
              <a:gd name="connsiteY61" fmla="*/ 1655204 h 1862238"/>
              <a:gd name="connsiteX62" fmla="*/ 319253 w 2303329"/>
              <a:gd name="connsiteY62" fmla="*/ 1603446 h 1862238"/>
              <a:gd name="connsiteX63" fmla="*/ 241615 w 2303329"/>
              <a:gd name="connsiteY63" fmla="*/ 1456797 h 1862238"/>
              <a:gd name="connsiteX64" fmla="*/ 215736 w 2303329"/>
              <a:gd name="connsiteY64" fmla="*/ 1422291 h 1862238"/>
              <a:gd name="connsiteX65" fmla="*/ 181231 w 2303329"/>
              <a:gd name="connsiteY65" fmla="*/ 1353280 h 1862238"/>
              <a:gd name="connsiteX66" fmla="*/ 155351 w 2303329"/>
              <a:gd name="connsiteY66" fmla="*/ 1068608 h 1862238"/>
              <a:gd name="connsiteX67" fmla="*/ 138098 w 2303329"/>
              <a:gd name="connsiteY67" fmla="*/ 965091 h 1862238"/>
              <a:gd name="connsiteX68" fmla="*/ 129472 w 2303329"/>
              <a:gd name="connsiteY68" fmla="*/ 904706 h 1862238"/>
              <a:gd name="connsiteX69" fmla="*/ 112219 w 2303329"/>
              <a:gd name="connsiteY69" fmla="*/ 809816 h 1862238"/>
              <a:gd name="connsiteX70" fmla="*/ 103593 w 2303329"/>
              <a:gd name="connsiteY70" fmla="*/ 749431 h 1862238"/>
              <a:gd name="connsiteX71" fmla="*/ 86340 w 2303329"/>
              <a:gd name="connsiteY71" fmla="*/ 706299 h 1862238"/>
              <a:gd name="connsiteX72" fmla="*/ 77714 w 2303329"/>
              <a:gd name="connsiteY72" fmla="*/ 654540 h 1862238"/>
              <a:gd name="connsiteX73" fmla="*/ 43208 w 2303329"/>
              <a:gd name="connsiteY73" fmla="*/ 568276 h 1862238"/>
              <a:gd name="connsiteX74" fmla="*/ 17329 w 2303329"/>
              <a:gd name="connsiteY74" fmla="*/ 490638 h 1862238"/>
              <a:gd name="connsiteX75" fmla="*/ 76 w 2303329"/>
              <a:gd name="connsiteY75" fmla="*/ 404374 h 1862238"/>
              <a:gd name="connsiteX76" fmla="*/ 8702 w 2303329"/>
              <a:gd name="connsiteY76" fmla="*/ 42065 h 186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03329" h="1862238">
                <a:moveTo>
                  <a:pt x="8702" y="42065"/>
                </a:moveTo>
                <a:cubicBezTo>
                  <a:pt x="31706" y="-24071"/>
                  <a:pt x="106303" y="7559"/>
                  <a:pt x="138098" y="7559"/>
                </a:cubicBezTo>
                <a:cubicBezTo>
                  <a:pt x="241775" y="7559"/>
                  <a:pt x="345132" y="19061"/>
                  <a:pt x="448649" y="24812"/>
                </a:cubicBezTo>
                <a:cubicBezTo>
                  <a:pt x="460151" y="27687"/>
                  <a:pt x="472258" y="28768"/>
                  <a:pt x="483155" y="33438"/>
                </a:cubicBezTo>
                <a:cubicBezTo>
                  <a:pt x="503690" y="42238"/>
                  <a:pt x="553124" y="89350"/>
                  <a:pt x="560793" y="93823"/>
                </a:cubicBezTo>
                <a:cubicBezTo>
                  <a:pt x="576544" y="103011"/>
                  <a:pt x="625715" y="114367"/>
                  <a:pt x="647057" y="119703"/>
                </a:cubicBezTo>
                <a:cubicBezTo>
                  <a:pt x="658559" y="131205"/>
                  <a:pt x="668550" y="144448"/>
                  <a:pt x="681563" y="154208"/>
                </a:cubicBezTo>
                <a:cubicBezTo>
                  <a:pt x="710310" y="175768"/>
                  <a:pt x="727740" y="169838"/>
                  <a:pt x="759200" y="188714"/>
                </a:cubicBezTo>
                <a:cubicBezTo>
                  <a:pt x="774988" y="198187"/>
                  <a:pt x="786719" y="213462"/>
                  <a:pt x="802332" y="223220"/>
                </a:cubicBezTo>
                <a:cubicBezTo>
                  <a:pt x="815088" y="231192"/>
                  <a:pt x="862885" y="238592"/>
                  <a:pt x="871344" y="240472"/>
                </a:cubicBezTo>
                <a:cubicBezTo>
                  <a:pt x="893579" y="245413"/>
                  <a:pt x="910779" y="249869"/>
                  <a:pt x="931729" y="257725"/>
                </a:cubicBezTo>
                <a:cubicBezTo>
                  <a:pt x="946228" y="263162"/>
                  <a:pt x="961011" y="268053"/>
                  <a:pt x="974861" y="274978"/>
                </a:cubicBezTo>
                <a:cubicBezTo>
                  <a:pt x="984134" y="279615"/>
                  <a:pt x="992114" y="286480"/>
                  <a:pt x="1000740" y="292231"/>
                </a:cubicBezTo>
                <a:cubicBezTo>
                  <a:pt x="1089880" y="286480"/>
                  <a:pt x="1179180" y="282829"/>
                  <a:pt x="1268159" y="274978"/>
                </a:cubicBezTo>
                <a:cubicBezTo>
                  <a:pt x="1277217" y="274179"/>
                  <a:pt x="1285680" y="269934"/>
                  <a:pt x="1294038" y="266352"/>
                </a:cubicBezTo>
                <a:cubicBezTo>
                  <a:pt x="1325642" y="252807"/>
                  <a:pt x="1346236" y="240033"/>
                  <a:pt x="1371676" y="214593"/>
                </a:cubicBezTo>
                <a:cubicBezTo>
                  <a:pt x="1379007" y="207262"/>
                  <a:pt x="1380745" y="195079"/>
                  <a:pt x="1388929" y="188714"/>
                </a:cubicBezTo>
                <a:cubicBezTo>
                  <a:pt x="1402907" y="177842"/>
                  <a:pt x="1504835" y="124200"/>
                  <a:pt x="1518325" y="119703"/>
                </a:cubicBezTo>
                <a:cubicBezTo>
                  <a:pt x="1526951" y="116827"/>
                  <a:pt x="1536071" y="115143"/>
                  <a:pt x="1544204" y="111076"/>
                </a:cubicBezTo>
                <a:cubicBezTo>
                  <a:pt x="1559201" y="103578"/>
                  <a:pt x="1571769" y="91424"/>
                  <a:pt x="1587336" y="85197"/>
                </a:cubicBezTo>
                <a:cubicBezTo>
                  <a:pt x="1600949" y="79752"/>
                  <a:pt x="1616244" y="80126"/>
                  <a:pt x="1630468" y="76570"/>
                </a:cubicBezTo>
                <a:cubicBezTo>
                  <a:pt x="1639290" y="74365"/>
                  <a:pt x="1647605" y="70442"/>
                  <a:pt x="1656348" y="67944"/>
                </a:cubicBezTo>
                <a:cubicBezTo>
                  <a:pt x="1667748" y="64687"/>
                  <a:pt x="1679351" y="62193"/>
                  <a:pt x="1690853" y="59318"/>
                </a:cubicBezTo>
                <a:cubicBezTo>
                  <a:pt x="1786915" y="11287"/>
                  <a:pt x="1665909" y="68671"/>
                  <a:pt x="1759865" y="33438"/>
                </a:cubicBezTo>
                <a:cubicBezTo>
                  <a:pt x="1771905" y="28923"/>
                  <a:pt x="1781964" y="19569"/>
                  <a:pt x="1794370" y="16186"/>
                </a:cubicBezTo>
                <a:cubicBezTo>
                  <a:pt x="1813986" y="10836"/>
                  <a:pt x="1834627" y="10435"/>
                  <a:pt x="1854755" y="7559"/>
                </a:cubicBezTo>
                <a:cubicBezTo>
                  <a:pt x="1943895" y="10435"/>
                  <a:pt x="2033133" y="11098"/>
                  <a:pt x="2122174" y="16186"/>
                </a:cubicBezTo>
                <a:cubicBezTo>
                  <a:pt x="2134011" y="16862"/>
                  <a:pt x="2145579" y="20649"/>
                  <a:pt x="2156680" y="24812"/>
                </a:cubicBezTo>
                <a:cubicBezTo>
                  <a:pt x="2168721" y="29327"/>
                  <a:pt x="2179683" y="36314"/>
                  <a:pt x="2191185" y="42065"/>
                </a:cubicBezTo>
                <a:cubicBezTo>
                  <a:pt x="2202687" y="56442"/>
                  <a:pt x="2212005" y="72880"/>
                  <a:pt x="2225691" y="85197"/>
                </a:cubicBezTo>
                <a:cubicBezTo>
                  <a:pt x="2241103" y="99068"/>
                  <a:pt x="2277449" y="119703"/>
                  <a:pt x="2277449" y="119703"/>
                </a:cubicBezTo>
                <a:cubicBezTo>
                  <a:pt x="2280325" y="134080"/>
                  <a:pt x="2282895" y="148522"/>
                  <a:pt x="2286076" y="162835"/>
                </a:cubicBezTo>
                <a:cubicBezTo>
                  <a:pt x="2288648" y="174408"/>
                  <a:pt x="2292753" y="185646"/>
                  <a:pt x="2294702" y="197340"/>
                </a:cubicBezTo>
                <a:cubicBezTo>
                  <a:pt x="2298513" y="220208"/>
                  <a:pt x="2300453" y="243348"/>
                  <a:pt x="2303329" y="266352"/>
                </a:cubicBezTo>
                <a:cubicBezTo>
                  <a:pt x="2300453" y="387122"/>
                  <a:pt x="2302564" y="508113"/>
                  <a:pt x="2294702" y="628661"/>
                </a:cubicBezTo>
                <a:cubicBezTo>
                  <a:pt x="2293865" y="641493"/>
                  <a:pt x="2281144" y="650850"/>
                  <a:pt x="2277449" y="663167"/>
                </a:cubicBezTo>
                <a:cubicBezTo>
                  <a:pt x="2272423" y="679920"/>
                  <a:pt x="2272253" y="697774"/>
                  <a:pt x="2268823" y="714925"/>
                </a:cubicBezTo>
                <a:cubicBezTo>
                  <a:pt x="2261394" y="752074"/>
                  <a:pt x="2258132" y="754592"/>
                  <a:pt x="2242944" y="792563"/>
                </a:cubicBezTo>
                <a:cubicBezTo>
                  <a:pt x="2226450" y="908016"/>
                  <a:pt x="2245483" y="800507"/>
                  <a:pt x="2217065" y="904706"/>
                </a:cubicBezTo>
                <a:cubicBezTo>
                  <a:pt x="2213207" y="918851"/>
                  <a:pt x="2212296" y="933693"/>
                  <a:pt x="2208438" y="947838"/>
                </a:cubicBezTo>
                <a:cubicBezTo>
                  <a:pt x="2198605" y="983893"/>
                  <a:pt x="2153482" y="1100881"/>
                  <a:pt x="2148053" y="1111740"/>
                </a:cubicBezTo>
                <a:cubicBezTo>
                  <a:pt x="2130800" y="1146246"/>
                  <a:pt x="2106893" y="1178163"/>
                  <a:pt x="2096295" y="1215257"/>
                </a:cubicBezTo>
                <a:cubicBezTo>
                  <a:pt x="2087275" y="1246827"/>
                  <a:pt x="2072382" y="1308571"/>
                  <a:pt x="2053163" y="1336027"/>
                </a:cubicBezTo>
                <a:cubicBezTo>
                  <a:pt x="2044918" y="1347805"/>
                  <a:pt x="2030159" y="1353280"/>
                  <a:pt x="2018657" y="1361906"/>
                </a:cubicBezTo>
                <a:cubicBezTo>
                  <a:pt x="1955737" y="1466773"/>
                  <a:pt x="2032450" y="1346821"/>
                  <a:pt x="1958272" y="1439544"/>
                </a:cubicBezTo>
                <a:cubicBezTo>
                  <a:pt x="1945319" y="1455736"/>
                  <a:pt x="1937542" y="1475805"/>
                  <a:pt x="1923766" y="1491303"/>
                </a:cubicBezTo>
                <a:cubicBezTo>
                  <a:pt x="1914214" y="1502049"/>
                  <a:pt x="1898813" y="1506436"/>
                  <a:pt x="1889261" y="1517182"/>
                </a:cubicBezTo>
                <a:cubicBezTo>
                  <a:pt x="1822639" y="1592131"/>
                  <a:pt x="1888795" y="1551920"/>
                  <a:pt x="1820249" y="1586193"/>
                </a:cubicBezTo>
                <a:cubicBezTo>
                  <a:pt x="1761846" y="1664066"/>
                  <a:pt x="1835297" y="1574104"/>
                  <a:pt x="1742612" y="1655204"/>
                </a:cubicBezTo>
                <a:cubicBezTo>
                  <a:pt x="1734809" y="1662031"/>
                  <a:pt x="1733324" y="1674447"/>
                  <a:pt x="1725359" y="1681084"/>
                </a:cubicBezTo>
                <a:cubicBezTo>
                  <a:pt x="1715480" y="1689317"/>
                  <a:pt x="1702094" y="1692092"/>
                  <a:pt x="1690853" y="1698337"/>
                </a:cubicBezTo>
                <a:cubicBezTo>
                  <a:pt x="1676196" y="1706480"/>
                  <a:pt x="1661672" y="1714916"/>
                  <a:pt x="1647721" y="1724216"/>
                </a:cubicBezTo>
                <a:cubicBezTo>
                  <a:pt x="1635758" y="1732191"/>
                  <a:pt x="1625783" y="1743113"/>
                  <a:pt x="1613215" y="1750095"/>
                </a:cubicBezTo>
                <a:cubicBezTo>
                  <a:pt x="1599679" y="1757615"/>
                  <a:pt x="1583933" y="1760423"/>
                  <a:pt x="1570083" y="1767348"/>
                </a:cubicBezTo>
                <a:cubicBezTo>
                  <a:pt x="1520738" y="1792021"/>
                  <a:pt x="1561078" y="1795672"/>
                  <a:pt x="1475193" y="1810480"/>
                </a:cubicBezTo>
                <a:cubicBezTo>
                  <a:pt x="1311432" y="1838715"/>
                  <a:pt x="944743" y="1834450"/>
                  <a:pt x="845465" y="1836359"/>
                </a:cubicBezTo>
                <a:cubicBezTo>
                  <a:pt x="813346" y="1847065"/>
                  <a:pt x="776798" y="1862238"/>
                  <a:pt x="741948" y="1862238"/>
                </a:cubicBezTo>
                <a:cubicBezTo>
                  <a:pt x="701589" y="1862238"/>
                  <a:pt x="661435" y="1856487"/>
                  <a:pt x="621178" y="1853612"/>
                </a:cubicBezTo>
                <a:cubicBezTo>
                  <a:pt x="603925" y="1842110"/>
                  <a:pt x="586913" y="1830238"/>
                  <a:pt x="569419" y="1819106"/>
                </a:cubicBezTo>
                <a:cubicBezTo>
                  <a:pt x="555274" y="1810104"/>
                  <a:pt x="540238" y="1802527"/>
                  <a:pt x="526287" y="1793227"/>
                </a:cubicBezTo>
                <a:cubicBezTo>
                  <a:pt x="496151" y="1773136"/>
                  <a:pt x="441323" y="1725516"/>
                  <a:pt x="422770" y="1706963"/>
                </a:cubicBezTo>
                <a:cubicBezTo>
                  <a:pt x="406890" y="1691083"/>
                  <a:pt x="395518" y="1671084"/>
                  <a:pt x="379638" y="1655204"/>
                </a:cubicBezTo>
                <a:cubicBezTo>
                  <a:pt x="360892" y="1636458"/>
                  <a:pt x="335970" y="1624021"/>
                  <a:pt x="319253" y="1603446"/>
                </a:cubicBezTo>
                <a:cubicBezTo>
                  <a:pt x="252159" y="1520869"/>
                  <a:pt x="283362" y="1533333"/>
                  <a:pt x="241615" y="1456797"/>
                </a:cubicBezTo>
                <a:cubicBezTo>
                  <a:pt x="234730" y="1444175"/>
                  <a:pt x="222980" y="1434710"/>
                  <a:pt x="215736" y="1422291"/>
                </a:cubicBezTo>
                <a:cubicBezTo>
                  <a:pt x="202777" y="1400076"/>
                  <a:pt x="192733" y="1376284"/>
                  <a:pt x="181231" y="1353280"/>
                </a:cubicBezTo>
                <a:cubicBezTo>
                  <a:pt x="148241" y="1122353"/>
                  <a:pt x="176878" y="1348456"/>
                  <a:pt x="155351" y="1068608"/>
                </a:cubicBezTo>
                <a:cubicBezTo>
                  <a:pt x="151322" y="1016232"/>
                  <a:pt x="145903" y="1011919"/>
                  <a:pt x="138098" y="965091"/>
                </a:cubicBezTo>
                <a:cubicBezTo>
                  <a:pt x="134755" y="945035"/>
                  <a:pt x="132564" y="924802"/>
                  <a:pt x="129472" y="904706"/>
                </a:cubicBezTo>
                <a:cubicBezTo>
                  <a:pt x="100710" y="717747"/>
                  <a:pt x="139135" y="971312"/>
                  <a:pt x="112219" y="809816"/>
                </a:cubicBezTo>
                <a:cubicBezTo>
                  <a:pt x="108876" y="789760"/>
                  <a:pt x="108524" y="769157"/>
                  <a:pt x="103593" y="749431"/>
                </a:cubicBezTo>
                <a:cubicBezTo>
                  <a:pt x="99837" y="734408"/>
                  <a:pt x="92091" y="720676"/>
                  <a:pt x="86340" y="706299"/>
                </a:cubicBezTo>
                <a:cubicBezTo>
                  <a:pt x="83465" y="689046"/>
                  <a:pt x="82931" y="671235"/>
                  <a:pt x="77714" y="654540"/>
                </a:cubicBezTo>
                <a:cubicBezTo>
                  <a:pt x="68477" y="624980"/>
                  <a:pt x="50719" y="598321"/>
                  <a:pt x="43208" y="568276"/>
                </a:cubicBezTo>
                <a:cubicBezTo>
                  <a:pt x="22540" y="485601"/>
                  <a:pt x="49808" y="588070"/>
                  <a:pt x="17329" y="490638"/>
                </a:cubicBezTo>
                <a:cubicBezTo>
                  <a:pt x="8748" y="464895"/>
                  <a:pt x="4325" y="429867"/>
                  <a:pt x="76" y="404374"/>
                </a:cubicBezTo>
                <a:cubicBezTo>
                  <a:pt x="17616" y="53574"/>
                  <a:pt x="-14302" y="108201"/>
                  <a:pt x="8702" y="42065"/>
                </a:cubicBezTo>
                <a:close/>
              </a:path>
            </a:pathLst>
          </a:cu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5B45751E-CE17-AF24-4B99-87632BED944B}"/>
              </a:ext>
            </a:extLst>
          </p:cNvPr>
          <p:cNvSpPr txBox="1"/>
          <p:nvPr/>
        </p:nvSpPr>
        <p:spPr>
          <a:xfrm>
            <a:off x="3200400" y="1363496"/>
            <a:ext cx="356188" cy="400110"/>
          </a:xfrm>
          <a:prstGeom prst="rect">
            <a:avLst/>
          </a:prstGeom>
          <a:noFill/>
        </p:spPr>
        <p:txBody>
          <a:bodyPr wrap="none" rtlCol="0">
            <a:spAutoFit/>
          </a:bodyPr>
          <a:lstStyle/>
          <a:p>
            <a:r>
              <a:rPr lang="en-US" dirty="0"/>
              <a:t>A</a:t>
            </a:r>
            <a:endParaRPr lang="en-IN" dirty="0"/>
          </a:p>
        </p:txBody>
      </p:sp>
      <p:sp>
        <p:nvSpPr>
          <p:cNvPr id="6" name="TextBox 5">
            <a:extLst>
              <a:ext uri="{FF2B5EF4-FFF2-40B4-BE49-F238E27FC236}">
                <a16:creationId xmlns:a16="http://schemas.microsoft.com/office/drawing/2014/main" id="{D0E8ADB4-C052-387E-F20D-106D67DE98BF}"/>
              </a:ext>
            </a:extLst>
          </p:cNvPr>
          <p:cNvSpPr txBox="1"/>
          <p:nvPr/>
        </p:nvSpPr>
        <p:spPr>
          <a:xfrm>
            <a:off x="5059044" y="1363496"/>
            <a:ext cx="356188" cy="400110"/>
          </a:xfrm>
          <a:prstGeom prst="rect">
            <a:avLst/>
          </a:prstGeom>
          <a:noFill/>
        </p:spPr>
        <p:txBody>
          <a:bodyPr wrap="none" rtlCol="0">
            <a:spAutoFit/>
          </a:bodyPr>
          <a:lstStyle/>
          <a:p>
            <a:r>
              <a:rPr lang="en-US" dirty="0"/>
              <a:t>B</a:t>
            </a:r>
            <a:endParaRPr lang="en-IN" dirty="0"/>
          </a:p>
        </p:txBody>
      </p:sp>
      <p:sp>
        <p:nvSpPr>
          <p:cNvPr id="8" name="TextBox 7">
            <a:extLst>
              <a:ext uri="{FF2B5EF4-FFF2-40B4-BE49-F238E27FC236}">
                <a16:creationId xmlns:a16="http://schemas.microsoft.com/office/drawing/2014/main" id="{B454E455-516D-0FDD-E78D-FDF690671922}"/>
              </a:ext>
            </a:extLst>
          </p:cNvPr>
          <p:cNvSpPr txBox="1"/>
          <p:nvPr/>
        </p:nvSpPr>
        <p:spPr>
          <a:xfrm>
            <a:off x="4139612" y="5105400"/>
            <a:ext cx="370614" cy="400110"/>
          </a:xfrm>
          <a:prstGeom prst="rect">
            <a:avLst/>
          </a:prstGeom>
          <a:noFill/>
        </p:spPr>
        <p:txBody>
          <a:bodyPr wrap="none" rtlCol="0">
            <a:spAutoFit/>
          </a:bodyPr>
          <a:lstStyle/>
          <a:p>
            <a:r>
              <a:rPr lang="en-US" dirty="0"/>
              <a:t>C</a:t>
            </a:r>
            <a:endParaRPr lang="en-IN" dirty="0"/>
          </a:p>
        </p:txBody>
      </p:sp>
    </p:spTree>
    <p:extLst>
      <p:ext uri="{BB962C8B-B14F-4D97-AF65-F5344CB8AC3E}">
        <p14:creationId xmlns:p14="http://schemas.microsoft.com/office/powerpoint/2010/main" val="1192245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26</a:t>
            </a:fld>
            <a:endParaRPr lang="en-US" sz="1600" b="1" dirty="0">
              <a:latin typeface="Bookman Old Style" panose="02050604050505020204" pitchFamily="18" charset="0"/>
            </a:endParaRPr>
          </a:p>
        </p:txBody>
      </p:sp>
      <p:sp>
        <p:nvSpPr>
          <p:cNvPr id="3" name="Oval 2">
            <a:extLst>
              <a:ext uri="{FF2B5EF4-FFF2-40B4-BE49-F238E27FC236}">
                <a16:creationId xmlns:a16="http://schemas.microsoft.com/office/drawing/2014/main" id="{81D05B19-4A94-FCF1-CA17-E94E3103B8CF}"/>
              </a:ext>
            </a:extLst>
          </p:cNvPr>
          <p:cNvSpPr/>
          <p:nvPr/>
        </p:nvSpPr>
        <p:spPr>
          <a:xfrm>
            <a:off x="2590800"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DAEE477D-3B25-524C-2CCB-E035A8F4D196}"/>
              </a:ext>
            </a:extLst>
          </p:cNvPr>
          <p:cNvSpPr/>
          <p:nvPr/>
        </p:nvSpPr>
        <p:spPr>
          <a:xfrm>
            <a:off x="3817189"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Freeform: Shape 8">
            <a:extLst>
              <a:ext uri="{FF2B5EF4-FFF2-40B4-BE49-F238E27FC236}">
                <a16:creationId xmlns:a16="http://schemas.microsoft.com/office/drawing/2014/main" id="{EF372371-75C2-09A0-C482-712B6F857D0D}"/>
              </a:ext>
            </a:extLst>
          </p:cNvPr>
          <p:cNvSpPr/>
          <p:nvPr/>
        </p:nvSpPr>
        <p:spPr>
          <a:xfrm>
            <a:off x="3114060" y="3175588"/>
            <a:ext cx="2303329" cy="1862238"/>
          </a:xfrm>
          <a:custGeom>
            <a:avLst/>
            <a:gdLst>
              <a:gd name="connsiteX0" fmla="*/ 8702 w 2303329"/>
              <a:gd name="connsiteY0" fmla="*/ 42065 h 1862238"/>
              <a:gd name="connsiteX1" fmla="*/ 138098 w 2303329"/>
              <a:gd name="connsiteY1" fmla="*/ 7559 h 1862238"/>
              <a:gd name="connsiteX2" fmla="*/ 448649 w 2303329"/>
              <a:gd name="connsiteY2" fmla="*/ 24812 h 1862238"/>
              <a:gd name="connsiteX3" fmla="*/ 483155 w 2303329"/>
              <a:gd name="connsiteY3" fmla="*/ 33438 h 1862238"/>
              <a:gd name="connsiteX4" fmla="*/ 560793 w 2303329"/>
              <a:gd name="connsiteY4" fmla="*/ 93823 h 1862238"/>
              <a:gd name="connsiteX5" fmla="*/ 647057 w 2303329"/>
              <a:gd name="connsiteY5" fmla="*/ 119703 h 1862238"/>
              <a:gd name="connsiteX6" fmla="*/ 681563 w 2303329"/>
              <a:gd name="connsiteY6" fmla="*/ 154208 h 1862238"/>
              <a:gd name="connsiteX7" fmla="*/ 759200 w 2303329"/>
              <a:gd name="connsiteY7" fmla="*/ 188714 h 1862238"/>
              <a:gd name="connsiteX8" fmla="*/ 802332 w 2303329"/>
              <a:gd name="connsiteY8" fmla="*/ 223220 h 1862238"/>
              <a:gd name="connsiteX9" fmla="*/ 871344 w 2303329"/>
              <a:gd name="connsiteY9" fmla="*/ 240472 h 1862238"/>
              <a:gd name="connsiteX10" fmla="*/ 931729 w 2303329"/>
              <a:gd name="connsiteY10" fmla="*/ 257725 h 1862238"/>
              <a:gd name="connsiteX11" fmla="*/ 974861 w 2303329"/>
              <a:gd name="connsiteY11" fmla="*/ 274978 h 1862238"/>
              <a:gd name="connsiteX12" fmla="*/ 1000740 w 2303329"/>
              <a:gd name="connsiteY12" fmla="*/ 292231 h 1862238"/>
              <a:gd name="connsiteX13" fmla="*/ 1268159 w 2303329"/>
              <a:gd name="connsiteY13" fmla="*/ 274978 h 1862238"/>
              <a:gd name="connsiteX14" fmla="*/ 1294038 w 2303329"/>
              <a:gd name="connsiteY14" fmla="*/ 266352 h 1862238"/>
              <a:gd name="connsiteX15" fmla="*/ 1371676 w 2303329"/>
              <a:gd name="connsiteY15" fmla="*/ 214593 h 1862238"/>
              <a:gd name="connsiteX16" fmla="*/ 1388929 w 2303329"/>
              <a:gd name="connsiteY16" fmla="*/ 188714 h 1862238"/>
              <a:gd name="connsiteX17" fmla="*/ 1518325 w 2303329"/>
              <a:gd name="connsiteY17" fmla="*/ 119703 h 1862238"/>
              <a:gd name="connsiteX18" fmla="*/ 1544204 w 2303329"/>
              <a:gd name="connsiteY18" fmla="*/ 111076 h 1862238"/>
              <a:gd name="connsiteX19" fmla="*/ 1587336 w 2303329"/>
              <a:gd name="connsiteY19" fmla="*/ 85197 h 1862238"/>
              <a:gd name="connsiteX20" fmla="*/ 1630468 w 2303329"/>
              <a:gd name="connsiteY20" fmla="*/ 76570 h 1862238"/>
              <a:gd name="connsiteX21" fmla="*/ 1656348 w 2303329"/>
              <a:gd name="connsiteY21" fmla="*/ 67944 h 1862238"/>
              <a:gd name="connsiteX22" fmla="*/ 1690853 w 2303329"/>
              <a:gd name="connsiteY22" fmla="*/ 59318 h 1862238"/>
              <a:gd name="connsiteX23" fmla="*/ 1759865 w 2303329"/>
              <a:gd name="connsiteY23" fmla="*/ 33438 h 1862238"/>
              <a:gd name="connsiteX24" fmla="*/ 1794370 w 2303329"/>
              <a:gd name="connsiteY24" fmla="*/ 16186 h 1862238"/>
              <a:gd name="connsiteX25" fmla="*/ 1854755 w 2303329"/>
              <a:gd name="connsiteY25" fmla="*/ 7559 h 1862238"/>
              <a:gd name="connsiteX26" fmla="*/ 2122174 w 2303329"/>
              <a:gd name="connsiteY26" fmla="*/ 16186 h 1862238"/>
              <a:gd name="connsiteX27" fmla="*/ 2156680 w 2303329"/>
              <a:gd name="connsiteY27" fmla="*/ 24812 h 1862238"/>
              <a:gd name="connsiteX28" fmla="*/ 2191185 w 2303329"/>
              <a:gd name="connsiteY28" fmla="*/ 42065 h 1862238"/>
              <a:gd name="connsiteX29" fmla="*/ 2225691 w 2303329"/>
              <a:gd name="connsiteY29" fmla="*/ 85197 h 1862238"/>
              <a:gd name="connsiteX30" fmla="*/ 2277449 w 2303329"/>
              <a:gd name="connsiteY30" fmla="*/ 119703 h 1862238"/>
              <a:gd name="connsiteX31" fmla="*/ 2286076 w 2303329"/>
              <a:gd name="connsiteY31" fmla="*/ 162835 h 1862238"/>
              <a:gd name="connsiteX32" fmla="*/ 2294702 w 2303329"/>
              <a:gd name="connsiteY32" fmla="*/ 197340 h 1862238"/>
              <a:gd name="connsiteX33" fmla="*/ 2303329 w 2303329"/>
              <a:gd name="connsiteY33" fmla="*/ 266352 h 1862238"/>
              <a:gd name="connsiteX34" fmla="*/ 2294702 w 2303329"/>
              <a:gd name="connsiteY34" fmla="*/ 628661 h 1862238"/>
              <a:gd name="connsiteX35" fmla="*/ 2277449 w 2303329"/>
              <a:gd name="connsiteY35" fmla="*/ 663167 h 1862238"/>
              <a:gd name="connsiteX36" fmla="*/ 2268823 w 2303329"/>
              <a:gd name="connsiteY36" fmla="*/ 714925 h 1862238"/>
              <a:gd name="connsiteX37" fmla="*/ 2242944 w 2303329"/>
              <a:gd name="connsiteY37" fmla="*/ 792563 h 1862238"/>
              <a:gd name="connsiteX38" fmla="*/ 2217065 w 2303329"/>
              <a:gd name="connsiteY38" fmla="*/ 904706 h 1862238"/>
              <a:gd name="connsiteX39" fmla="*/ 2208438 w 2303329"/>
              <a:gd name="connsiteY39" fmla="*/ 947838 h 1862238"/>
              <a:gd name="connsiteX40" fmla="*/ 2148053 w 2303329"/>
              <a:gd name="connsiteY40" fmla="*/ 1111740 h 1862238"/>
              <a:gd name="connsiteX41" fmla="*/ 2096295 w 2303329"/>
              <a:gd name="connsiteY41" fmla="*/ 1215257 h 1862238"/>
              <a:gd name="connsiteX42" fmla="*/ 2053163 w 2303329"/>
              <a:gd name="connsiteY42" fmla="*/ 1336027 h 1862238"/>
              <a:gd name="connsiteX43" fmla="*/ 2018657 w 2303329"/>
              <a:gd name="connsiteY43" fmla="*/ 1361906 h 1862238"/>
              <a:gd name="connsiteX44" fmla="*/ 1958272 w 2303329"/>
              <a:gd name="connsiteY44" fmla="*/ 1439544 h 1862238"/>
              <a:gd name="connsiteX45" fmla="*/ 1923766 w 2303329"/>
              <a:gd name="connsiteY45" fmla="*/ 1491303 h 1862238"/>
              <a:gd name="connsiteX46" fmla="*/ 1889261 w 2303329"/>
              <a:gd name="connsiteY46" fmla="*/ 1517182 h 1862238"/>
              <a:gd name="connsiteX47" fmla="*/ 1820249 w 2303329"/>
              <a:gd name="connsiteY47" fmla="*/ 1586193 h 1862238"/>
              <a:gd name="connsiteX48" fmla="*/ 1742612 w 2303329"/>
              <a:gd name="connsiteY48" fmla="*/ 1655204 h 1862238"/>
              <a:gd name="connsiteX49" fmla="*/ 1725359 w 2303329"/>
              <a:gd name="connsiteY49" fmla="*/ 1681084 h 1862238"/>
              <a:gd name="connsiteX50" fmla="*/ 1690853 w 2303329"/>
              <a:gd name="connsiteY50" fmla="*/ 1698337 h 1862238"/>
              <a:gd name="connsiteX51" fmla="*/ 1647721 w 2303329"/>
              <a:gd name="connsiteY51" fmla="*/ 1724216 h 1862238"/>
              <a:gd name="connsiteX52" fmla="*/ 1613215 w 2303329"/>
              <a:gd name="connsiteY52" fmla="*/ 1750095 h 1862238"/>
              <a:gd name="connsiteX53" fmla="*/ 1570083 w 2303329"/>
              <a:gd name="connsiteY53" fmla="*/ 1767348 h 1862238"/>
              <a:gd name="connsiteX54" fmla="*/ 1475193 w 2303329"/>
              <a:gd name="connsiteY54" fmla="*/ 1810480 h 1862238"/>
              <a:gd name="connsiteX55" fmla="*/ 845465 w 2303329"/>
              <a:gd name="connsiteY55" fmla="*/ 1836359 h 1862238"/>
              <a:gd name="connsiteX56" fmla="*/ 741948 w 2303329"/>
              <a:gd name="connsiteY56" fmla="*/ 1862238 h 1862238"/>
              <a:gd name="connsiteX57" fmla="*/ 621178 w 2303329"/>
              <a:gd name="connsiteY57" fmla="*/ 1853612 h 1862238"/>
              <a:gd name="connsiteX58" fmla="*/ 569419 w 2303329"/>
              <a:gd name="connsiteY58" fmla="*/ 1819106 h 1862238"/>
              <a:gd name="connsiteX59" fmla="*/ 526287 w 2303329"/>
              <a:gd name="connsiteY59" fmla="*/ 1793227 h 1862238"/>
              <a:gd name="connsiteX60" fmla="*/ 422770 w 2303329"/>
              <a:gd name="connsiteY60" fmla="*/ 1706963 h 1862238"/>
              <a:gd name="connsiteX61" fmla="*/ 379638 w 2303329"/>
              <a:gd name="connsiteY61" fmla="*/ 1655204 h 1862238"/>
              <a:gd name="connsiteX62" fmla="*/ 319253 w 2303329"/>
              <a:gd name="connsiteY62" fmla="*/ 1603446 h 1862238"/>
              <a:gd name="connsiteX63" fmla="*/ 241615 w 2303329"/>
              <a:gd name="connsiteY63" fmla="*/ 1456797 h 1862238"/>
              <a:gd name="connsiteX64" fmla="*/ 215736 w 2303329"/>
              <a:gd name="connsiteY64" fmla="*/ 1422291 h 1862238"/>
              <a:gd name="connsiteX65" fmla="*/ 181231 w 2303329"/>
              <a:gd name="connsiteY65" fmla="*/ 1353280 h 1862238"/>
              <a:gd name="connsiteX66" fmla="*/ 155351 w 2303329"/>
              <a:gd name="connsiteY66" fmla="*/ 1068608 h 1862238"/>
              <a:gd name="connsiteX67" fmla="*/ 138098 w 2303329"/>
              <a:gd name="connsiteY67" fmla="*/ 965091 h 1862238"/>
              <a:gd name="connsiteX68" fmla="*/ 129472 w 2303329"/>
              <a:gd name="connsiteY68" fmla="*/ 904706 h 1862238"/>
              <a:gd name="connsiteX69" fmla="*/ 112219 w 2303329"/>
              <a:gd name="connsiteY69" fmla="*/ 809816 h 1862238"/>
              <a:gd name="connsiteX70" fmla="*/ 103593 w 2303329"/>
              <a:gd name="connsiteY70" fmla="*/ 749431 h 1862238"/>
              <a:gd name="connsiteX71" fmla="*/ 86340 w 2303329"/>
              <a:gd name="connsiteY71" fmla="*/ 706299 h 1862238"/>
              <a:gd name="connsiteX72" fmla="*/ 77714 w 2303329"/>
              <a:gd name="connsiteY72" fmla="*/ 654540 h 1862238"/>
              <a:gd name="connsiteX73" fmla="*/ 43208 w 2303329"/>
              <a:gd name="connsiteY73" fmla="*/ 568276 h 1862238"/>
              <a:gd name="connsiteX74" fmla="*/ 17329 w 2303329"/>
              <a:gd name="connsiteY74" fmla="*/ 490638 h 1862238"/>
              <a:gd name="connsiteX75" fmla="*/ 76 w 2303329"/>
              <a:gd name="connsiteY75" fmla="*/ 404374 h 1862238"/>
              <a:gd name="connsiteX76" fmla="*/ 8702 w 2303329"/>
              <a:gd name="connsiteY76" fmla="*/ 42065 h 186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03329" h="1862238">
                <a:moveTo>
                  <a:pt x="8702" y="42065"/>
                </a:moveTo>
                <a:cubicBezTo>
                  <a:pt x="31706" y="-24071"/>
                  <a:pt x="106303" y="7559"/>
                  <a:pt x="138098" y="7559"/>
                </a:cubicBezTo>
                <a:cubicBezTo>
                  <a:pt x="241775" y="7559"/>
                  <a:pt x="345132" y="19061"/>
                  <a:pt x="448649" y="24812"/>
                </a:cubicBezTo>
                <a:cubicBezTo>
                  <a:pt x="460151" y="27687"/>
                  <a:pt x="472258" y="28768"/>
                  <a:pt x="483155" y="33438"/>
                </a:cubicBezTo>
                <a:cubicBezTo>
                  <a:pt x="503690" y="42238"/>
                  <a:pt x="553124" y="89350"/>
                  <a:pt x="560793" y="93823"/>
                </a:cubicBezTo>
                <a:cubicBezTo>
                  <a:pt x="576544" y="103011"/>
                  <a:pt x="625715" y="114367"/>
                  <a:pt x="647057" y="119703"/>
                </a:cubicBezTo>
                <a:cubicBezTo>
                  <a:pt x="658559" y="131205"/>
                  <a:pt x="668550" y="144448"/>
                  <a:pt x="681563" y="154208"/>
                </a:cubicBezTo>
                <a:cubicBezTo>
                  <a:pt x="710310" y="175768"/>
                  <a:pt x="727740" y="169838"/>
                  <a:pt x="759200" y="188714"/>
                </a:cubicBezTo>
                <a:cubicBezTo>
                  <a:pt x="774988" y="198187"/>
                  <a:pt x="786719" y="213462"/>
                  <a:pt x="802332" y="223220"/>
                </a:cubicBezTo>
                <a:cubicBezTo>
                  <a:pt x="815088" y="231192"/>
                  <a:pt x="862885" y="238592"/>
                  <a:pt x="871344" y="240472"/>
                </a:cubicBezTo>
                <a:cubicBezTo>
                  <a:pt x="893579" y="245413"/>
                  <a:pt x="910779" y="249869"/>
                  <a:pt x="931729" y="257725"/>
                </a:cubicBezTo>
                <a:cubicBezTo>
                  <a:pt x="946228" y="263162"/>
                  <a:pt x="961011" y="268053"/>
                  <a:pt x="974861" y="274978"/>
                </a:cubicBezTo>
                <a:cubicBezTo>
                  <a:pt x="984134" y="279615"/>
                  <a:pt x="992114" y="286480"/>
                  <a:pt x="1000740" y="292231"/>
                </a:cubicBezTo>
                <a:cubicBezTo>
                  <a:pt x="1089880" y="286480"/>
                  <a:pt x="1179180" y="282829"/>
                  <a:pt x="1268159" y="274978"/>
                </a:cubicBezTo>
                <a:cubicBezTo>
                  <a:pt x="1277217" y="274179"/>
                  <a:pt x="1285680" y="269934"/>
                  <a:pt x="1294038" y="266352"/>
                </a:cubicBezTo>
                <a:cubicBezTo>
                  <a:pt x="1325642" y="252807"/>
                  <a:pt x="1346236" y="240033"/>
                  <a:pt x="1371676" y="214593"/>
                </a:cubicBezTo>
                <a:cubicBezTo>
                  <a:pt x="1379007" y="207262"/>
                  <a:pt x="1380745" y="195079"/>
                  <a:pt x="1388929" y="188714"/>
                </a:cubicBezTo>
                <a:cubicBezTo>
                  <a:pt x="1402907" y="177842"/>
                  <a:pt x="1504835" y="124200"/>
                  <a:pt x="1518325" y="119703"/>
                </a:cubicBezTo>
                <a:cubicBezTo>
                  <a:pt x="1526951" y="116827"/>
                  <a:pt x="1536071" y="115143"/>
                  <a:pt x="1544204" y="111076"/>
                </a:cubicBezTo>
                <a:cubicBezTo>
                  <a:pt x="1559201" y="103578"/>
                  <a:pt x="1571769" y="91424"/>
                  <a:pt x="1587336" y="85197"/>
                </a:cubicBezTo>
                <a:cubicBezTo>
                  <a:pt x="1600949" y="79752"/>
                  <a:pt x="1616244" y="80126"/>
                  <a:pt x="1630468" y="76570"/>
                </a:cubicBezTo>
                <a:cubicBezTo>
                  <a:pt x="1639290" y="74365"/>
                  <a:pt x="1647605" y="70442"/>
                  <a:pt x="1656348" y="67944"/>
                </a:cubicBezTo>
                <a:cubicBezTo>
                  <a:pt x="1667748" y="64687"/>
                  <a:pt x="1679351" y="62193"/>
                  <a:pt x="1690853" y="59318"/>
                </a:cubicBezTo>
                <a:cubicBezTo>
                  <a:pt x="1786915" y="11287"/>
                  <a:pt x="1665909" y="68671"/>
                  <a:pt x="1759865" y="33438"/>
                </a:cubicBezTo>
                <a:cubicBezTo>
                  <a:pt x="1771905" y="28923"/>
                  <a:pt x="1781964" y="19569"/>
                  <a:pt x="1794370" y="16186"/>
                </a:cubicBezTo>
                <a:cubicBezTo>
                  <a:pt x="1813986" y="10836"/>
                  <a:pt x="1834627" y="10435"/>
                  <a:pt x="1854755" y="7559"/>
                </a:cubicBezTo>
                <a:cubicBezTo>
                  <a:pt x="1943895" y="10435"/>
                  <a:pt x="2033133" y="11098"/>
                  <a:pt x="2122174" y="16186"/>
                </a:cubicBezTo>
                <a:cubicBezTo>
                  <a:pt x="2134011" y="16862"/>
                  <a:pt x="2145579" y="20649"/>
                  <a:pt x="2156680" y="24812"/>
                </a:cubicBezTo>
                <a:cubicBezTo>
                  <a:pt x="2168721" y="29327"/>
                  <a:pt x="2179683" y="36314"/>
                  <a:pt x="2191185" y="42065"/>
                </a:cubicBezTo>
                <a:cubicBezTo>
                  <a:pt x="2202687" y="56442"/>
                  <a:pt x="2212005" y="72880"/>
                  <a:pt x="2225691" y="85197"/>
                </a:cubicBezTo>
                <a:cubicBezTo>
                  <a:pt x="2241103" y="99068"/>
                  <a:pt x="2277449" y="119703"/>
                  <a:pt x="2277449" y="119703"/>
                </a:cubicBezTo>
                <a:cubicBezTo>
                  <a:pt x="2280325" y="134080"/>
                  <a:pt x="2282895" y="148522"/>
                  <a:pt x="2286076" y="162835"/>
                </a:cubicBezTo>
                <a:cubicBezTo>
                  <a:pt x="2288648" y="174408"/>
                  <a:pt x="2292753" y="185646"/>
                  <a:pt x="2294702" y="197340"/>
                </a:cubicBezTo>
                <a:cubicBezTo>
                  <a:pt x="2298513" y="220208"/>
                  <a:pt x="2300453" y="243348"/>
                  <a:pt x="2303329" y="266352"/>
                </a:cubicBezTo>
                <a:cubicBezTo>
                  <a:pt x="2300453" y="387122"/>
                  <a:pt x="2302564" y="508113"/>
                  <a:pt x="2294702" y="628661"/>
                </a:cubicBezTo>
                <a:cubicBezTo>
                  <a:pt x="2293865" y="641493"/>
                  <a:pt x="2281144" y="650850"/>
                  <a:pt x="2277449" y="663167"/>
                </a:cubicBezTo>
                <a:cubicBezTo>
                  <a:pt x="2272423" y="679920"/>
                  <a:pt x="2272253" y="697774"/>
                  <a:pt x="2268823" y="714925"/>
                </a:cubicBezTo>
                <a:cubicBezTo>
                  <a:pt x="2261394" y="752074"/>
                  <a:pt x="2258132" y="754592"/>
                  <a:pt x="2242944" y="792563"/>
                </a:cubicBezTo>
                <a:cubicBezTo>
                  <a:pt x="2226450" y="908016"/>
                  <a:pt x="2245483" y="800507"/>
                  <a:pt x="2217065" y="904706"/>
                </a:cubicBezTo>
                <a:cubicBezTo>
                  <a:pt x="2213207" y="918851"/>
                  <a:pt x="2212296" y="933693"/>
                  <a:pt x="2208438" y="947838"/>
                </a:cubicBezTo>
                <a:cubicBezTo>
                  <a:pt x="2198605" y="983893"/>
                  <a:pt x="2153482" y="1100881"/>
                  <a:pt x="2148053" y="1111740"/>
                </a:cubicBezTo>
                <a:cubicBezTo>
                  <a:pt x="2130800" y="1146246"/>
                  <a:pt x="2106893" y="1178163"/>
                  <a:pt x="2096295" y="1215257"/>
                </a:cubicBezTo>
                <a:cubicBezTo>
                  <a:pt x="2087275" y="1246827"/>
                  <a:pt x="2072382" y="1308571"/>
                  <a:pt x="2053163" y="1336027"/>
                </a:cubicBezTo>
                <a:cubicBezTo>
                  <a:pt x="2044918" y="1347805"/>
                  <a:pt x="2030159" y="1353280"/>
                  <a:pt x="2018657" y="1361906"/>
                </a:cubicBezTo>
                <a:cubicBezTo>
                  <a:pt x="1955737" y="1466773"/>
                  <a:pt x="2032450" y="1346821"/>
                  <a:pt x="1958272" y="1439544"/>
                </a:cubicBezTo>
                <a:cubicBezTo>
                  <a:pt x="1945319" y="1455736"/>
                  <a:pt x="1937542" y="1475805"/>
                  <a:pt x="1923766" y="1491303"/>
                </a:cubicBezTo>
                <a:cubicBezTo>
                  <a:pt x="1914214" y="1502049"/>
                  <a:pt x="1898813" y="1506436"/>
                  <a:pt x="1889261" y="1517182"/>
                </a:cubicBezTo>
                <a:cubicBezTo>
                  <a:pt x="1822639" y="1592131"/>
                  <a:pt x="1888795" y="1551920"/>
                  <a:pt x="1820249" y="1586193"/>
                </a:cubicBezTo>
                <a:cubicBezTo>
                  <a:pt x="1761846" y="1664066"/>
                  <a:pt x="1835297" y="1574104"/>
                  <a:pt x="1742612" y="1655204"/>
                </a:cubicBezTo>
                <a:cubicBezTo>
                  <a:pt x="1734809" y="1662031"/>
                  <a:pt x="1733324" y="1674447"/>
                  <a:pt x="1725359" y="1681084"/>
                </a:cubicBezTo>
                <a:cubicBezTo>
                  <a:pt x="1715480" y="1689317"/>
                  <a:pt x="1702094" y="1692092"/>
                  <a:pt x="1690853" y="1698337"/>
                </a:cubicBezTo>
                <a:cubicBezTo>
                  <a:pt x="1676196" y="1706480"/>
                  <a:pt x="1661672" y="1714916"/>
                  <a:pt x="1647721" y="1724216"/>
                </a:cubicBezTo>
                <a:cubicBezTo>
                  <a:pt x="1635758" y="1732191"/>
                  <a:pt x="1625783" y="1743113"/>
                  <a:pt x="1613215" y="1750095"/>
                </a:cubicBezTo>
                <a:cubicBezTo>
                  <a:pt x="1599679" y="1757615"/>
                  <a:pt x="1583933" y="1760423"/>
                  <a:pt x="1570083" y="1767348"/>
                </a:cubicBezTo>
                <a:cubicBezTo>
                  <a:pt x="1520738" y="1792021"/>
                  <a:pt x="1561078" y="1795672"/>
                  <a:pt x="1475193" y="1810480"/>
                </a:cubicBezTo>
                <a:cubicBezTo>
                  <a:pt x="1311432" y="1838715"/>
                  <a:pt x="944743" y="1834450"/>
                  <a:pt x="845465" y="1836359"/>
                </a:cubicBezTo>
                <a:cubicBezTo>
                  <a:pt x="813346" y="1847065"/>
                  <a:pt x="776798" y="1862238"/>
                  <a:pt x="741948" y="1862238"/>
                </a:cubicBezTo>
                <a:cubicBezTo>
                  <a:pt x="701589" y="1862238"/>
                  <a:pt x="661435" y="1856487"/>
                  <a:pt x="621178" y="1853612"/>
                </a:cubicBezTo>
                <a:cubicBezTo>
                  <a:pt x="603925" y="1842110"/>
                  <a:pt x="586913" y="1830238"/>
                  <a:pt x="569419" y="1819106"/>
                </a:cubicBezTo>
                <a:cubicBezTo>
                  <a:pt x="555274" y="1810104"/>
                  <a:pt x="540238" y="1802527"/>
                  <a:pt x="526287" y="1793227"/>
                </a:cubicBezTo>
                <a:cubicBezTo>
                  <a:pt x="496151" y="1773136"/>
                  <a:pt x="441323" y="1725516"/>
                  <a:pt x="422770" y="1706963"/>
                </a:cubicBezTo>
                <a:cubicBezTo>
                  <a:pt x="406890" y="1691083"/>
                  <a:pt x="395518" y="1671084"/>
                  <a:pt x="379638" y="1655204"/>
                </a:cubicBezTo>
                <a:cubicBezTo>
                  <a:pt x="360892" y="1636458"/>
                  <a:pt x="335970" y="1624021"/>
                  <a:pt x="319253" y="1603446"/>
                </a:cubicBezTo>
                <a:cubicBezTo>
                  <a:pt x="252159" y="1520869"/>
                  <a:pt x="283362" y="1533333"/>
                  <a:pt x="241615" y="1456797"/>
                </a:cubicBezTo>
                <a:cubicBezTo>
                  <a:pt x="234730" y="1444175"/>
                  <a:pt x="222980" y="1434710"/>
                  <a:pt x="215736" y="1422291"/>
                </a:cubicBezTo>
                <a:cubicBezTo>
                  <a:pt x="202777" y="1400076"/>
                  <a:pt x="192733" y="1376284"/>
                  <a:pt x="181231" y="1353280"/>
                </a:cubicBezTo>
                <a:cubicBezTo>
                  <a:pt x="148241" y="1122353"/>
                  <a:pt x="176878" y="1348456"/>
                  <a:pt x="155351" y="1068608"/>
                </a:cubicBezTo>
                <a:cubicBezTo>
                  <a:pt x="151322" y="1016232"/>
                  <a:pt x="145903" y="1011919"/>
                  <a:pt x="138098" y="965091"/>
                </a:cubicBezTo>
                <a:cubicBezTo>
                  <a:pt x="134755" y="945035"/>
                  <a:pt x="132564" y="924802"/>
                  <a:pt x="129472" y="904706"/>
                </a:cubicBezTo>
                <a:cubicBezTo>
                  <a:pt x="100710" y="717747"/>
                  <a:pt x="139135" y="971312"/>
                  <a:pt x="112219" y="809816"/>
                </a:cubicBezTo>
                <a:cubicBezTo>
                  <a:pt x="108876" y="789760"/>
                  <a:pt x="108524" y="769157"/>
                  <a:pt x="103593" y="749431"/>
                </a:cubicBezTo>
                <a:cubicBezTo>
                  <a:pt x="99837" y="734408"/>
                  <a:pt x="92091" y="720676"/>
                  <a:pt x="86340" y="706299"/>
                </a:cubicBezTo>
                <a:cubicBezTo>
                  <a:pt x="83465" y="689046"/>
                  <a:pt x="82931" y="671235"/>
                  <a:pt x="77714" y="654540"/>
                </a:cubicBezTo>
                <a:cubicBezTo>
                  <a:pt x="68477" y="624980"/>
                  <a:pt x="50719" y="598321"/>
                  <a:pt x="43208" y="568276"/>
                </a:cubicBezTo>
                <a:cubicBezTo>
                  <a:pt x="22540" y="485601"/>
                  <a:pt x="49808" y="588070"/>
                  <a:pt x="17329" y="490638"/>
                </a:cubicBezTo>
                <a:cubicBezTo>
                  <a:pt x="8748" y="464895"/>
                  <a:pt x="4325" y="429867"/>
                  <a:pt x="76" y="404374"/>
                </a:cubicBezTo>
                <a:cubicBezTo>
                  <a:pt x="17616" y="53574"/>
                  <a:pt x="-14302" y="108201"/>
                  <a:pt x="8702" y="42065"/>
                </a:cubicBezTo>
                <a:close/>
              </a:path>
            </a:pathLst>
          </a:cu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5B45751E-CE17-AF24-4B99-87632BED944B}"/>
              </a:ext>
            </a:extLst>
          </p:cNvPr>
          <p:cNvSpPr txBox="1"/>
          <p:nvPr/>
        </p:nvSpPr>
        <p:spPr>
          <a:xfrm>
            <a:off x="3200400" y="1363496"/>
            <a:ext cx="356188" cy="400110"/>
          </a:xfrm>
          <a:prstGeom prst="rect">
            <a:avLst/>
          </a:prstGeom>
          <a:noFill/>
        </p:spPr>
        <p:txBody>
          <a:bodyPr wrap="none" rtlCol="0">
            <a:spAutoFit/>
          </a:bodyPr>
          <a:lstStyle/>
          <a:p>
            <a:r>
              <a:rPr lang="en-US" dirty="0"/>
              <a:t>A</a:t>
            </a:r>
            <a:endParaRPr lang="en-IN" dirty="0"/>
          </a:p>
        </p:txBody>
      </p:sp>
      <p:sp>
        <p:nvSpPr>
          <p:cNvPr id="6" name="TextBox 5">
            <a:extLst>
              <a:ext uri="{FF2B5EF4-FFF2-40B4-BE49-F238E27FC236}">
                <a16:creationId xmlns:a16="http://schemas.microsoft.com/office/drawing/2014/main" id="{D0E8ADB4-C052-387E-F20D-106D67DE98BF}"/>
              </a:ext>
            </a:extLst>
          </p:cNvPr>
          <p:cNvSpPr txBox="1"/>
          <p:nvPr/>
        </p:nvSpPr>
        <p:spPr>
          <a:xfrm>
            <a:off x="5059044" y="1363496"/>
            <a:ext cx="356188" cy="400110"/>
          </a:xfrm>
          <a:prstGeom prst="rect">
            <a:avLst/>
          </a:prstGeom>
          <a:noFill/>
        </p:spPr>
        <p:txBody>
          <a:bodyPr wrap="none" rtlCol="0">
            <a:spAutoFit/>
          </a:bodyPr>
          <a:lstStyle/>
          <a:p>
            <a:r>
              <a:rPr lang="en-US" dirty="0"/>
              <a:t>B</a:t>
            </a:r>
            <a:endParaRPr lang="en-IN" dirty="0"/>
          </a:p>
        </p:txBody>
      </p:sp>
      <p:sp>
        <p:nvSpPr>
          <p:cNvPr id="8" name="TextBox 7">
            <a:extLst>
              <a:ext uri="{FF2B5EF4-FFF2-40B4-BE49-F238E27FC236}">
                <a16:creationId xmlns:a16="http://schemas.microsoft.com/office/drawing/2014/main" id="{B454E455-516D-0FDD-E78D-FDF690671922}"/>
              </a:ext>
            </a:extLst>
          </p:cNvPr>
          <p:cNvSpPr txBox="1"/>
          <p:nvPr/>
        </p:nvSpPr>
        <p:spPr>
          <a:xfrm>
            <a:off x="4139612" y="5105400"/>
            <a:ext cx="370614" cy="400110"/>
          </a:xfrm>
          <a:prstGeom prst="rect">
            <a:avLst/>
          </a:prstGeom>
          <a:noFill/>
        </p:spPr>
        <p:txBody>
          <a:bodyPr wrap="none" rtlCol="0">
            <a:spAutoFit/>
          </a:bodyPr>
          <a:lstStyle/>
          <a:p>
            <a:r>
              <a:rPr lang="en-US" dirty="0"/>
              <a:t>C</a:t>
            </a:r>
            <a:endParaRPr lang="en-IN" dirty="0"/>
          </a:p>
        </p:txBody>
      </p:sp>
      <p:sp>
        <p:nvSpPr>
          <p:cNvPr id="7" name="TextBox 6">
            <a:extLst>
              <a:ext uri="{FF2B5EF4-FFF2-40B4-BE49-F238E27FC236}">
                <a16:creationId xmlns:a16="http://schemas.microsoft.com/office/drawing/2014/main" id="{925E650B-85AB-43D5-76BA-8A49F9745E02}"/>
              </a:ext>
            </a:extLst>
          </p:cNvPr>
          <p:cNvSpPr txBox="1"/>
          <p:nvPr/>
        </p:nvSpPr>
        <p:spPr>
          <a:xfrm>
            <a:off x="3365206" y="3228735"/>
            <a:ext cx="327334" cy="400110"/>
          </a:xfrm>
          <a:prstGeom prst="rect">
            <a:avLst/>
          </a:prstGeom>
          <a:noFill/>
        </p:spPr>
        <p:txBody>
          <a:bodyPr wrap="none" rtlCol="0">
            <a:spAutoFit/>
          </a:bodyPr>
          <a:lstStyle/>
          <a:p>
            <a:r>
              <a:rPr lang="en-US" dirty="0"/>
              <a:t>2</a:t>
            </a:r>
            <a:endParaRPr lang="en-IN" dirty="0"/>
          </a:p>
        </p:txBody>
      </p:sp>
    </p:spTree>
    <p:extLst>
      <p:ext uri="{BB962C8B-B14F-4D97-AF65-F5344CB8AC3E}">
        <p14:creationId xmlns:p14="http://schemas.microsoft.com/office/powerpoint/2010/main" val="4268570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27</a:t>
            </a:fld>
            <a:endParaRPr lang="en-US" sz="1600" b="1" dirty="0">
              <a:latin typeface="Bookman Old Style" panose="02050604050505020204" pitchFamily="18" charset="0"/>
            </a:endParaRPr>
          </a:p>
        </p:txBody>
      </p:sp>
      <p:sp>
        <p:nvSpPr>
          <p:cNvPr id="3" name="Oval 2">
            <a:extLst>
              <a:ext uri="{FF2B5EF4-FFF2-40B4-BE49-F238E27FC236}">
                <a16:creationId xmlns:a16="http://schemas.microsoft.com/office/drawing/2014/main" id="{81D05B19-4A94-FCF1-CA17-E94E3103B8CF}"/>
              </a:ext>
            </a:extLst>
          </p:cNvPr>
          <p:cNvSpPr/>
          <p:nvPr/>
        </p:nvSpPr>
        <p:spPr>
          <a:xfrm>
            <a:off x="2590800"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DAEE477D-3B25-524C-2CCB-E035A8F4D196}"/>
              </a:ext>
            </a:extLst>
          </p:cNvPr>
          <p:cNvSpPr/>
          <p:nvPr/>
        </p:nvSpPr>
        <p:spPr>
          <a:xfrm>
            <a:off x="3817189"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Freeform: Shape 8">
            <a:extLst>
              <a:ext uri="{FF2B5EF4-FFF2-40B4-BE49-F238E27FC236}">
                <a16:creationId xmlns:a16="http://schemas.microsoft.com/office/drawing/2014/main" id="{EF372371-75C2-09A0-C482-712B6F857D0D}"/>
              </a:ext>
            </a:extLst>
          </p:cNvPr>
          <p:cNvSpPr/>
          <p:nvPr/>
        </p:nvSpPr>
        <p:spPr>
          <a:xfrm>
            <a:off x="3114060" y="3175588"/>
            <a:ext cx="2303329" cy="1862238"/>
          </a:xfrm>
          <a:custGeom>
            <a:avLst/>
            <a:gdLst>
              <a:gd name="connsiteX0" fmla="*/ 8702 w 2303329"/>
              <a:gd name="connsiteY0" fmla="*/ 42065 h 1862238"/>
              <a:gd name="connsiteX1" fmla="*/ 138098 w 2303329"/>
              <a:gd name="connsiteY1" fmla="*/ 7559 h 1862238"/>
              <a:gd name="connsiteX2" fmla="*/ 448649 w 2303329"/>
              <a:gd name="connsiteY2" fmla="*/ 24812 h 1862238"/>
              <a:gd name="connsiteX3" fmla="*/ 483155 w 2303329"/>
              <a:gd name="connsiteY3" fmla="*/ 33438 h 1862238"/>
              <a:gd name="connsiteX4" fmla="*/ 560793 w 2303329"/>
              <a:gd name="connsiteY4" fmla="*/ 93823 h 1862238"/>
              <a:gd name="connsiteX5" fmla="*/ 647057 w 2303329"/>
              <a:gd name="connsiteY5" fmla="*/ 119703 h 1862238"/>
              <a:gd name="connsiteX6" fmla="*/ 681563 w 2303329"/>
              <a:gd name="connsiteY6" fmla="*/ 154208 h 1862238"/>
              <a:gd name="connsiteX7" fmla="*/ 759200 w 2303329"/>
              <a:gd name="connsiteY7" fmla="*/ 188714 h 1862238"/>
              <a:gd name="connsiteX8" fmla="*/ 802332 w 2303329"/>
              <a:gd name="connsiteY8" fmla="*/ 223220 h 1862238"/>
              <a:gd name="connsiteX9" fmla="*/ 871344 w 2303329"/>
              <a:gd name="connsiteY9" fmla="*/ 240472 h 1862238"/>
              <a:gd name="connsiteX10" fmla="*/ 931729 w 2303329"/>
              <a:gd name="connsiteY10" fmla="*/ 257725 h 1862238"/>
              <a:gd name="connsiteX11" fmla="*/ 974861 w 2303329"/>
              <a:gd name="connsiteY11" fmla="*/ 274978 h 1862238"/>
              <a:gd name="connsiteX12" fmla="*/ 1000740 w 2303329"/>
              <a:gd name="connsiteY12" fmla="*/ 292231 h 1862238"/>
              <a:gd name="connsiteX13" fmla="*/ 1268159 w 2303329"/>
              <a:gd name="connsiteY13" fmla="*/ 274978 h 1862238"/>
              <a:gd name="connsiteX14" fmla="*/ 1294038 w 2303329"/>
              <a:gd name="connsiteY14" fmla="*/ 266352 h 1862238"/>
              <a:gd name="connsiteX15" fmla="*/ 1371676 w 2303329"/>
              <a:gd name="connsiteY15" fmla="*/ 214593 h 1862238"/>
              <a:gd name="connsiteX16" fmla="*/ 1388929 w 2303329"/>
              <a:gd name="connsiteY16" fmla="*/ 188714 h 1862238"/>
              <a:gd name="connsiteX17" fmla="*/ 1518325 w 2303329"/>
              <a:gd name="connsiteY17" fmla="*/ 119703 h 1862238"/>
              <a:gd name="connsiteX18" fmla="*/ 1544204 w 2303329"/>
              <a:gd name="connsiteY18" fmla="*/ 111076 h 1862238"/>
              <a:gd name="connsiteX19" fmla="*/ 1587336 w 2303329"/>
              <a:gd name="connsiteY19" fmla="*/ 85197 h 1862238"/>
              <a:gd name="connsiteX20" fmla="*/ 1630468 w 2303329"/>
              <a:gd name="connsiteY20" fmla="*/ 76570 h 1862238"/>
              <a:gd name="connsiteX21" fmla="*/ 1656348 w 2303329"/>
              <a:gd name="connsiteY21" fmla="*/ 67944 h 1862238"/>
              <a:gd name="connsiteX22" fmla="*/ 1690853 w 2303329"/>
              <a:gd name="connsiteY22" fmla="*/ 59318 h 1862238"/>
              <a:gd name="connsiteX23" fmla="*/ 1759865 w 2303329"/>
              <a:gd name="connsiteY23" fmla="*/ 33438 h 1862238"/>
              <a:gd name="connsiteX24" fmla="*/ 1794370 w 2303329"/>
              <a:gd name="connsiteY24" fmla="*/ 16186 h 1862238"/>
              <a:gd name="connsiteX25" fmla="*/ 1854755 w 2303329"/>
              <a:gd name="connsiteY25" fmla="*/ 7559 h 1862238"/>
              <a:gd name="connsiteX26" fmla="*/ 2122174 w 2303329"/>
              <a:gd name="connsiteY26" fmla="*/ 16186 h 1862238"/>
              <a:gd name="connsiteX27" fmla="*/ 2156680 w 2303329"/>
              <a:gd name="connsiteY27" fmla="*/ 24812 h 1862238"/>
              <a:gd name="connsiteX28" fmla="*/ 2191185 w 2303329"/>
              <a:gd name="connsiteY28" fmla="*/ 42065 h 1862238"/>
              <a:gd name="connsiteX29" fmla="*/ 2225691 w 2303329"/>
              <a:gd name="connsiteY29" fmla="*/ 85197 h 1862238"/>
              <a:gd name="connsiteX30" fmla="*/ 2277449 w 2303329"/>
              <a:gd name="connsiteY30" fmla="*/ 119703 h 1862238"/>
              <a:gd name="connsiteX31" fmla="*/ 2286076 w 2303329"/>
              <a:gd name="connsiteY31" fmla="*/ 162835 h 1862238"/>
              <a:gd name="connsiteX32" fmla="*/ 2294702 w 2303329"/>
              <a:gd name="connsiteY32" fmla="*/ 197340 h 1862238"/>
              <a:gd name="connsiteX33" fmla="*/ 2303329 w 2303329"/>
              <a:gd name="connsiteY33" fmla="*/ 266352 h 1862238"/>
              <a:gd name="connsiteX34" fmla="*/ 2294702 w 2303329"/>
              <a:gd name="connsiteY34" fmla="*/ 628661 h 1862238"/>
              <a:gd name="connsiteX35" fmla="*/ 2277449 w 2303329"/>
              <a:gd name="connsiteY35" fmla="*/ 663167 h 1862238"/>
              <a:gd name="connsiteX36" fmla="*/ 2268823 w 2303329"/>
              <a:gd name="connsiteY36" fmla="*/ 714925 h 1862238"/>
              <a:gd name="connsiteX37" fmla="*/ 2242944 w 2303329"/>
              <a:gd name="connsiteY37" fmla="*/ 792563 h 1862238"/>
              <a:gd name="connsiteX38" fmla="*/ 2217065 w 2303329"/>
              <a:gd name="connsiteY38" fmla="*/ 904706 h 1862238"/>
              <a:gd name="connsiteX39" fmla="*/ 2208438 w 2303329"/>
              <a:gd name="connsiteY39" fmla="*/ 947838 h 1862238"/>
              <a:gd name="connsiteX40" fmla="*/ 2148053 w 2303329"/>
              <a:gd name="connsiteY40" fmla="*/ 1111740 h 1862238"/>
              <a:gd name="connsiteX41" fmla="*/ 2096295 w 2303329"/>
              <a:gd name="connsiteY41" fmla="*/ 1215257 h 1862238"/>
              <a:gd name="connsiteX42" fmla="*/ 2053163 w 2303329"/>
              <a:gd name="connsiteY42" fmla="*/ 1336027 h 1862238"/>
              <a:gd name="connsiteX43" fmla="*/ 2018657 w 2303329"/>
              <a:gd name="connsiteY43" fmla="*/ 1361906 h 1862238"/>
              <a:gd name="connsiteX44" fmla="*/ 1958272 w 2303329"/>
              <a:gd name="connsiteY44" fmla="*/ 1439544 h 1862238"/>
              <a:gd name="connsiteX45" fmla="*/ 1923766 w 2303329"/>
              <a:gd name="connsiteY45" fmla="*/ 1491303 h 1862238"/>
              <a:gd name="connsiteX46" fmla="*/ 1889261 w 2303329"/>
              <a:gd name="connsiteY46" fmla="*/ 1517182 h 1862238"/>
              <a:gd name="connsiteX47" fmla="*/ 1820249 w 2303329"/>
              <a:gd name="connsiteY47" fmla="*/ 1586193 h 1862238"/>
              <a:gd name="connsiteX48" fmla="*/ 1742612 w 2303329"/>
              <a:gd name="connsiteY48" fmla="*/ 1655204 h 1862238"/>
              <a:gd name="connsiteX49" fmla="*/ 1725359 w 2303329"/>
              <a:gd name="connsiteY49" fmla="*/ 1681084 h 1862238"/>
              <a:gd name="connsiteX50" fmla="*/ 1690853 w 2303329"/>
              <a:gd name="connsiteY50" fmla="*/ 1698337 h 1862238"/>
              <a:gd name="connsiteX51" fmla="*/ 1647721 w 2303329"/>
              <a:gd name="connsiteY51" fmla="*/ 1724216 h 1862238"/>
              <a:gd name="connsiteX52" fmla="*/ 1613215 w 2303329"/>
              <a:gd name="connsiteY52" fmla="*/ 1750095 h 1862238"/>
              <a:gd name="connsiteX53" fmla="*/ 1570083 w 2303329"/>
              <a:gd name="connsiteY53" fmla="*/ 1767348 h 1862238"/>
              <a:gd name="connsiteX54" fmla="*/ 1475193 w 2303329"/>
              <a:gd name="connsiteY54" fmla="*/ 1810480 h 1862238"/>
              <a:gd name="connsiteX55" fmla="*/ 845465 w 2303329"/>
              <a:gd name="connsiteY55" fmla="*/ 1836359 h 1862238"/>
              <a:gd name="connsiteX56" fmla="*/ 741948 w 2303329"/>
              <a:gd name="connsiteY56" fmla="*/ 1862238 h 1862238"/>
              <a:gd name="connsiteX57" fmla="*/ 621178 w 2303329"/>
              <a:gd name="connsiteY57" fmla="*/ 1853612 h 1862238"/>
              <a:gd name="connsiteX58" fmla="*/ 569419 w 2303329"/>
              <a:gd name="connsiteY58" fmla="*/ 1819106 h 1862238"/>
              <a:gd name="connsiteX59" fmla="*/ 526287 w 2303329"/>
              <a:gd name="connsiteY59" fmla="*/ 1793227 h 1862238"/>
              <a:gd name="connsiteX60" fmla="*/ 422770 w 2303329"/>
              <a:gd name="connsiteY60" fmla="*/ 1706963 h 1862238"/>
              <a:gd name="connsiteX61" fmla="*/ 379638 w 2303329"/>
              <a:gd name="connsiteY61" fmla="*/ 1655204 h 1862238"/>
              <a:gd name="connsiteX62" fmla="*/ 319253 w 2303329"/>
              <a:gd name="connsiteY62" fmla="*/ 1603446 h 1862238"/>
              <a:gd name="connsiteX63" fmla="*/ 241615 w 2303329"/>
              <a:gd name="connsiteY63" fmla="*/ 1456797 h 1862238"/>
              <a:gd name="connsiteX64" fmla="*/ 215736 w 2303329"/>
              <a:gd name="connsiteY64" fmla="*/ 1422291 h 1862238"/>
              <a:gd name="connsiteX65" fmla="*/ 181231 w 2303329"/>
              <a:gd name="connsiteY65" fmla="*/ 1353280 h 1862238"/>
              <a:gd name="connsiteX66" fmla="*/ 155351 w 2303329"/>
              <a:gd name="connsiteY66" fmla="*/ 1068608 h 1862238"/>
              <a:gd name="connsiteX67" fmla="*/ 138098 w 2303329"/>
              <a:gd name="connsiteY67" fmla="*/ 965091 h 1862238"/>
              <a:gd name="connsiteX68" fmla="*/ 129472 w 2303329"/>
              <a:gd name="connsiteY68" fmla="*/ 904706 h 1862238"/>
              <a:gd name="connsiteX69" fmla="*/ 112219 w 2303329"/>
              <a:gd name="connsiteY69" fmla="*/ 809816 h 1862238"/>
              <a:gd name="connsiteX70" fmla="*/ 103593 w 2303329"/>
              <a:gd name="connsiteY70" fmla="*/ 749431 h 1862238"/>
              <a:gd name="connsiteX71" fmla="*/ 86340 w 2303329"/>
              <a:gd name="connsiteY71" fmla="*/ 706299 h 1862238"/>
              <a:gd name="connsiteX72" fmla="*/ 77714 w 2303329"/>
              <a:gd name="connsiteY72" fmla="*/ 654540 h 1862238"/>
              <a:gd name="connsiteX73" fmla="*/ 43208 w 2303329"/>
              <a:gd name="connsiteY73" fmla="*/ 568276 h 1862238"/>
              <a:gd name="connsiteX74" fmla="*/ 17329 w 2303329"/>
              <a:gd name="connsiteY74" fmla="*/ 490638 h 1862238"/>
              <a:gd name="connsiteX75" fmla="*/ 76 w 2303329"/>
              <a:gd name="connsiteY75" fmla="*/ 404374 h 1862238"/>
              <a:gd name="connsiteX76" fmla="*/ 8702 w 2303329"/>
              <a:gd name="connsiteY76" fmla="*/ 42065 h 186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03329" h="1862238">
                <a:moveTo>
                  <a:pt x="8702" y="42065"/>
                </a:moveTo>
                <a:cubicBezTo>
                  <a:pt x="31706" y="-24071"/>
                  <a:pt x="106303" y="7559"/>
                  <a:pt x="138098" y="7559"/>
                </a:cubicBezTo>
                <a:cubicBezTo>
                  <a:pt x="241775" y="7559"/>
                  <a:pt x="345132" y="19061"/>
                  <a:pt x="448649" y="24812"/>
                </a:cubicBezTo>
                <a:cubicBezTo>
                  <a:pt x="460151" y="27687"/>
                  <a:pt x="472258" y="28768"/>
                  <a:pt x="483155" y="33438"/>
                </a:cubicBezTo>
                <a:cubicBezTo>
                  <a:pt x="503690" y="42238"/>
                  <a:pt x="553124" y="89350"/>
                  <a:pt x="560793" y="93823"/>
                </a:cubicBezTo>
                <a:cubicBezTo>
                  <a:pt x="576544" y="103011"/>
                  <a:pt x="625715" y="114367"/>
                  <a:pt x="647057" y="119703"/>
                </a:cubicBezTo>
                <a:cubicBezTo>
                  <a:pt x="658559" y="131205"/>
                  <a:pt x="668550" y="144448"/>
                  <a:pt x="681563" y="154208"/>
                </a:cubicBezTo>
                <a:cubicBezTo>
                  <a:pt x="710310" y="175768"/>
                  <a:pt x="727740" y="169838"/>
                  <a:pt x="759200" y="188714"/>
                </a:cubicBezTo>
                <a:cubicBezTo>
                  <a:pt x="774988" y="198187"/>
                  <a:pt x="786719" y="213462"/>
                  <a:pt x="802332" y="223220"/>
                </a:cubicBezTo>
                <a:cubicBezTo>
                  <a:pt x="815088" y="231192"/>
                  <a:pt x="862885" y="238592"/>
                  <a:pt x="871344" y="240472"/>
                </a:cubicBezTo>
                <a:cubicBezTo>
                  <a:pt x="893579" y="245413"/>
                  <a:pt x="910779" y="249869"/>
                  <a:pt x="931729" y="257725"/>
                </a:cubicBezTo>
                <a:cubicBezTo>
                  <a:pt x="946228" y="263162"/>
                  <a:pt x="961011" y="268053"/>
                  <a:pt x="974861" y="274978"/>
                </a:cubicBezTo>
                <a:cubicBezTo>
                  <a:pt x="984134" y="279615"/>
                  <a:pt x="992114" y="286480"/>
                  <a:pt x="1000740" y="292231"/>
                </a:cubicBezTo>
                <a:cubicBezTo>
                  <a:pt x="1089880" y="286480"/>
                  <a:pt x="1179180" y="282829"/>
                  <a:pt x="1268159" y="274978"/>
                </a:cubicBezTo>
                <a:cubicBezTo>
                  <a:pt x="1277217" y="274179"/>
                  <a:pt x="1285680" y="269934"/>
                  <a:pt x="1294038" y="266352"/>
                </a:cubicBezTo>
                <a:cubicBezTo>
                  <a:pt x="1325642" y="252807"/>
                  <a:pt x="1346236" y="240033"/>
                  <a:pt x="1371676" y="214593"/>
                </a:cubicBezTo>
                <a:cubicBezTo>
                  <a:pt x="1379007" y="207262"/>
                  <a:pt x="1380745" y="195079"/>
                  <a:pt x="1388929" y="188714"/>
                </a:cubicBezTo>
                <a:cubicBezTo>
                  <a:pt x="1402907" y="177842"/>
                  <a:pt x="1504835" y="124200"/>
                  <a:pt x="1518325" y="119703"/>
                </a:cubicBezTo>
                <a:cubicBezTo>
                  <a:pt x="1526951" y="116827"/>
                  <a:pt x="1536071" y="115143"/>
                  <a:pt x="1544204" y="111076"/>
                </a:cubicBezTo>
                <a:cubicBezTo>
                  <a:pt x="1559201" y="103578"/>
                  <a:pt x="1571769" y="91424"/>
                  <a:pt x="1587336" y="85197"/>
                </a:cubicBezTo>
                <a:cubicBezTo>
                  <a:pt x="1600949" y="79752"/>
                  <a:pt x="1616244" y="80126"/>
                  <a:pt x="1630468" y="76570"/>
                </a:cubicBezTo>
                <a:cubicBezTo>
                  <a:pt x="1639290" y="74365"/>
                  <a:pt x="1647605" y="70442"/>
                  <a:pt x="1656348" y="67944"/>
                </a:cubicBezTo>
                <a:cubicBezTo>
                  <a:pt x="1667748" y="64687"/>
                  <a:pt x="1679351" y="62193"/>
                  <a:pt x="1690853" y="59318"/>
                </a:cubicBezTo>
                <a:cubicBezTo>
                  <a:pt x="1786915" y="11287"/>
                  <a:pt x="1665909" y="68671"/>
                  <a:pt x="1759865" y="33438"/>
                </a:cubicBezTo>
                <a:cubicBezTo>
                  <a:pt x="1771905" y="28923"/>
                  <a:pt x="1781964" y="19569"/>
                  <a:pt x="1794370" y="16186"/>
                </a:cubicBezTo>
                <a:cubicBezTo>
                  <a:pt x="1813986" y="10836"/>
                  <a:pt x="1834627" y="10435"/>
                  <a:pt x="1854755" y="7559"/>
                </a:cubicBezTo>
                <a:cubicBezTo>
                  <a:pt x="1943895" y="10435"/>
                  <a:pt x="2033133" y="11098"/>
                  <a:pt x="2122174" y="16186"/>
                </a:cubicBezTo>
                <a:cubicBezTo>
                  <a:pt x="2134011" y="16862"/>
                  <a:pt x="2145579" y="20649"/>
                  <a:pt x="2156680" y="24812"/>
                </a:cubicBezTo>
                <a:cubicBezTo>
                  <a:pt x="2168721" y="29327"/>
                  <a:pt x="2179683" y="36314"/>
                  <a:pt x="2191185" y="42065"/>
                </a:cubicBezTo>
                <a:cubicBezTo>
                  <a:pt x="2202687" y="56442"/>
                  <a:pt x="2212005" y="72880"/>
                  <a:pt x="2225691" y="85197"/>
                </a:cubicBezTo>
                <a:cubicBezTo>
                  <a:pt x="2241103" y="99068"/>
                  <a:pt x="2277449" y="119703"/>
                  <a:pt x="2277449" y="119703"/>
                </a:cubicBezTo>
                <a:cubicBezTo>
                  <a:pt x="2280325" y="134080"/>
                  <a:pt x="2282895" y="148522"/>
                  <a:pt x="2286076" y="162835"/>
                </a:cubicBezTo>
                <a:cubicBezTo>
                  <a:pt x="2288648" y="174408"/>
                  <a:pt x="2292753" y="185646"/>
                  <a:pt x="2294702" y="197340"/>
                </a:cubicBezTo>
                <a:cubicBezTo>
                  <a:pt x="2298513" y="220208"/>
                  <a:pt x="2300453" y="243348"/>
                  <a:pt x="2303329" y="266352"/>
                </a:cubicBezTo>
                <a:cubicBezTo>
                  <a:pt x="2300453" y="387122"/>
                  <a:pt x="2302564" y="508113"/>
                  <a:pt x="2294702" y="628661"/>
                </a:cubicBezTo>
                <a:cubicBezTo>
                  <a:pt x="2293865" y="641493"/>
                  <a:pt x="2281144" y="650850"/>
                  <a:pt x="2277449" y="663167"/>
                </a:cubicBezTo>
                <a:cubicBezTo>
                  <a:pt x="2272423" y="679920"/>
                  <a:pt x="2272253" y="697774"/>
                  <a:pt x="2268823" y="714925"/>
                </a:cubicBezTo>
                <a:cubicBezTo>
                  <a:pt x="2261394" y="752074"/>
                  <a:pt x="2258132" y="754592"/>
                  <a:pt x="2242944" y="792563"/>
                </a:cubicBezTo>
                <a:cubicBezTo>
                  <a:pt x="2226450" y="908016"/>
                  <a:pt x="2245483" y="800507"/>
                  <a:pt x="2217065" y="904706"/>
                </a:cubicBezTo>
                <a:cubicBezTo>
                  <a:pt x="2213207" y="918851"/>
                  <a:pt x="2212296" y="933693"/>
                  <a:pt x="2208438" y="947838"/>
                </a:cubicBezTo>
                <a:cubicBezTo>
                  <a:pt x="2198605" y="983893"/>
                  <a:pt x="2153482" y="1100881"/>
                  <a:pt x="2148053" y="1111740"/>
                </a:cubicBezTo>
                <a:cubicBezTo>
                  <a:pt x="2130800" y="1146246"/>
                  <a:pt x="2106893" y="1178163"/>
                  <a:pt x="2096295" y="1215257"/>
                </a:cubicBezTo>
                <a:cubicBezTo>
                  <a:pt x="2087275" y="1246827"/>
                  <a:pt x="2072382" y="1308571"/>
                  <a:pt x="2053163" y="1336027"/>
                </a:cubicBezTo>
                <a:cubicBezTo>
                  <a:pt x="2044918" y="1347805"/>
                  <a:pt x="2030159" y="1353280"/>
                  <a:pt x="2018657" y="1361906"/>
                </a:cubicBezTo>
                <a:cubicBezTo>
                  <a:pt x="1955737" y="1466773"/>
                  <a:pt x="2032450" y="1346821"/>
                  <a:pt x="1958272" y="1439544"/>
                </a:cubicBezTo>
                <a:cubicBezTo>
                  <a:pt x="1945319" y="1455736"/>
                  <a:pt x="1937542" y="1475805"/>
                  <a:pt x="1923766" y="1491303"/>
                </a:cubicBezTo>
                <a:cubicBezTo>
                  <a:pt x="1914214" y="1502049"/>
                  <a:pt x="1898813" y="1506436"/>
                  <a:pt x="1889261" y="1517182"/>
                </a:cubicBezTo>
                <a:cubicBezTo>
                  <a:pt x="1822639" y="1592131"/>
                  <a:pt x="1888795" y="1551920"/>
                  <a:pt x="1820249" y="1586193"/>
                </a:cubicBezTo>
                <a:cubicBezTo>
                  <a:pt x="1761846" y="1664066"/>
                  <a:pt x="1835297" y="1574104"/>
                  <a:pt x="1742612" y="1655204"/>
                </a:cubicBezTo>
                <a:cubicBezTo>
                  <a:pt x="1734809" y="1662031"/>
                  <a:pt x="1733324" y="1674447"/>
                  <a:pt x="1725359" y="1681084"/>
                </a:cubicBezTo>
                <a:cubicBezTo>
                  <a:pt x="1715480" y="1689317"/>
                  <a:pt x="1702094" y="1692092"/>
                  <a:pt x="1690853" y="1698337"/>
                </a:cubicBezTo>
                <a:cubicBezTo>
                  <a:pt x="1676196" y="1706480"/>
                  <a:pt x="1661672" y="1714916"/>
                  <a:pt x="1647721" y="1724216"/>
                </a:cubicBezTo>
                <a:cubicBezTo>
                  <a:pt x="1635758" y="1732191"/>
                  <a:pt x="1625783" y="1743113"/>
                  <a:pt x="1613215" y="1750095"/>
                </a:cubicBezTo>
                <a:cubicBezTo>
                  <a:pt x="1599679" y="1757615"/>
                  <a:pt x="1583933" y="1760423"/>
                  <a:pt x="1570083" y="1767348"/>
                </a:cubicBezTo>
                <a:cubicBezTo>
                  <a:pt x="1520738" y="1792021"/>
                  <a:pt x="1561078" y="1795672"/>
                  <a:pt x="1475193" y="1810480"/>
                </a:cubicBezTo>
                <a:cubicBezTo>
                  <a:pt x="1311432" y="1838715"/>
                  <a:pt x="944743" y="1834450"/>
                  <a:pt x="845465" y="1836359"/>
                </a:cubicBezTo>
                <a:cubicBezTo>
                  <a:pt x="813346" y="1847065"/>
                  <a:pt x="776798" y="1862238"/>
                  <a:pt x="741948" y="1862238"/>
                </a:cubicBezTo>
                <a:cubicBezTo>
                  <a:pt x="701589" y="1862238"/>
                  <a:pt x="661435" y="1856487"/>
                  <a:pt x="621178" y="1853612"/>
                </a:cubicBezTo>
                <a:cubicBezTo>
                  <a:pt x="603925" y="1842110"/>
                  <a:pt x="586913" y="1830238"/>
                  <a:pt x="569419" y="1819106"/>
                </a:cubicBezTo>
                <a:cubicBezTo>
                  <a:pt x="555274" y="1810104"/>
                  <a:pt x="540238" y="1802527"/>
                  <a:pt x="526287" y="1793227"/>
                </a:cubicBezTo>
                <a:cubicBezTo>
                  <a:pt x="496151" y="1773136"/>
                  <a:pt x="441323" y="1725516"/>
                  <a:pt x="422770" y="1706963"/>
                </a:cubicBezTo>
                <a:cubicBezTo>
                  <a:pt x="406890" y="1691083"/>
                  <a:pt x="395518" y="1671084"/>
                  <a:pt x="379638" y="1655204"/>
                </a:cubicBezTo>
                <a:cubicBezTo>
                  <a:pt x="360892" y="1636458"/>
                  <a:pt x="335970" y="1624021"/>
                  <a:pt x="319253" y="1603446"/>
                </a:cubicBezTo>
                <a:cubicBezTo>
                  <a:pt x="252159" y="1520869"/>
                  <a:pt x="283362" y="1533333"/>
                  <a:pt x="241615" y="1456797"/>
                </a:cubicBezTo>
                <a:cubicBezTo>
                  <a:pt x="234730" y="1444175"/>
                  <a:pt x="222980" y="1434710"/>
                  <a:pt x="215736" y="1422291"/>
                </a:cubicBezTo>
                <a:cubicBezTo>
                  <a:pt x="202777" y="1400076"/>
                  <a:pt x="192733" y="1376284"/>
                  <a:pt x="181231" y="1353280"/>
                </a:cubicBezTo>
                <a:cubicBezTo>
                  <a:pt x="148241" y="1122353"/>
                  <a:pt x="176878" y="1348456"/>
                  <a:pt x="155351" y="1068608"/>
                </a:cubicBezTo>
                <a:cubicBezTo>
                  <a:pt x="151322" y="1016232"/>
                  <a:pt x="145903" y="1011919"/>
                  <a:pt x="138098" y="965091"/>
                </a:cubicBezTo>
                <a:cubicBezTo>
                  <a:pt x="134755" y="945035"/>
                  <a:pt x="132564" y="924802"/>
                  <a:pt x="129472" y="904706"/>
                </a:cubicBezTo>
                <a:cubicBezTo>
                  <a:pt x="100710" y="717747"/>
                  <a:pt x="139135" y="971312"/>
                  <a:pt x="112219" y="809816"/>
                </a:cubicBezTo>
                <a:cubicBezTo>
                  <a:pt x="108876" y="789760"/>
                  <a:pt x="108524" y="769157"/>
                  <a:pt x="103593" y="749431"/>
                </a:cubicBezTo>
                <a:cubicBezTo>
                  <a:pt x="99837" y="734408"/>
                  <a:pt x="92091" y="720676"/>
                  <a:pt x="86340" y="706299"/>
                </a:cubicBezTo>
                <a:cubicBezTo>
                  <a:pt x="83465" y="689046"/>
                  <a:pt x="82931" y="671235"/>
                  <a:pt x="77714" y="654540"/>
                </a:cubicBezTo>
                <a:cubicBezTo>
                  <a:pt x="68477" y="624980"/>
                  <a:pt x="50719" y="598321"/>
                  <a:pt x="43208" y="568276"/>
                </a:cubicBezTo>
                <a:cubicBezTo>
                  <a:pt x="22540" y="485601"/>
                  <a:pt x="49808" y="588070"/>
                  <a:pt x="17329" y="490638"/>
                </a:cubicBezTo>
                <a:cubicBezTo>
                  <a:pt x="8748" y="464895"/>
                  <a:pt x="4325" y="429867"/>
                  <a:pt x="76" y="404374"/>
                </a:cubicBezTo>
                <a:cubicBezTo>
                  <a:pt x="17616" y="53574"/>
                  <a:pt x="-14302" y="108201"/>
                  <a:pt x="8702" y="42065"/>
                </a:cubicBezTo>
                <a:close/>
              </a:path>
            </a:pathLst>
          </a:cu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5B45751E-CE17-AF24-4B99-87632BED944B}"/>
              </a:ext>
            </a:extLst>
          </p:cNvPr>
          <p:cNvSpPr txBox="1"/>
          <p:nvPr/>
        </p:nvSpPr>
        <p:spPr>
          <a:xfrm>
            <a:off x="3200400" y="1363496"/>
            <a:ext cx="356188" cy="400110"/>
          </a:xfrm>
          <a:prstGeom prst="rect">
            <a:avLst/>
          </a:prstGeom>
          <a:noFill/>
        </p:spPr>
        <p:txBody>
          <a:bodyPr wrap="none" rtlCol="0">
            <a:spAutoFit/>
          </a:bodyPr>
          <a:lstStyle/>
          <a:p>
            <a:r>
              <a:rPr lang="en-US" dirty="0"/>
              <a:t>A</a:t>
            </a:r>
            <a:endParaRPr lang="en-IN" dirty="0"/>
          </a:p>
        </p:txBody>
      </p:sp>
      <p:sp>
        <p:nvSpPr>
          <p:cNvPr id="6" name="TextBox 5">
            <a:extLst>
              <a:ext uri="{FF2B5EF4-FFF2-40B4-BE49-F238E27FC236}">
                <a16:creationId xmlns:a16="http://schemas.microsoft.com/office/drawing/2014/main" id="{D0E8ADB4-C052-387E-F20D-106D67DE98BF}"/>
              </a:ext>
            </a:extLst>
          </p:cNvPr>
          <p:cNvSpPr txBox="1"/>
          <p:nvPr/>
        </p:nvSpPr>
        <p:spPr>
          <a:xfrm>
            <a:off x="5059044" y="1363496"/>
            <a:ext cx="356188" cy="400110"/>
          </a:xfrm>
          <a:prstGeom prst="rect">
            <a:avLst/>
          </a:prstGeom>
          <a:noFill/>
        </p:spPr>
        <p:txBody>
          <a:bodyPr wrap="none" rtlCol="0">
            <a:spAutoFit/>
          </a:bodyPr>
          <a:lstStyle/>
          <a:p>
            <a:r>
              <a:rPr lang="en-US" dirty="0"/>
              <a:t>B</a:t>
            </a:r>
            <a:endParaRPr lang="en-IN" dirty="0"/>
          </a:p>
        </p:txBody>
      </p:sp>
      <p:sp>
        <p:nvSpPr>
          <p:cNvPr id="8" name="TextBox 7">
            <a:extLst>
              <a:ext uri="{FF2B5EF4-FFF2-40B4-BE49-F238E27FC236}">
                <a16:creationId xmlns:a16="http://schemas.microsoft.com/office/drawing/2014/main" id="{B454E455-516D-0FDD-E78D-FDF690671922}"/>
              </a:ext>
            </a:extLst>
          </p:cNvPr>
          <p:cNvSpPr txBox="1"/>
          <p:nvPr/>
        </p:nvSpPr>
        <p:spPr>
          <a:xfrm>
            <a:off x="4139612" y="5105400"/>
            <a:ext cx="370614" cy="400110"/>
          </a:xfrm>
          <a:prstGeom prst="rect">
            <a:avLst/>
          </a:prstGeom>
          <a:noFill/>
        </p:spPr>
        <p:txBody>
          <a:bodyPr wrap="none" rtlCol="0">
            <a:spAutoFit/>
          </a:bodyPr>
          <a:lstStyle/>
          <a:p>
            <a:r>
              <a:rPr lang="en-US" dirty="0"/>
              <a:t>C</a:t>
            </a:r>
            <a:endParaRPr lang="en-IN" dirty="0"/>
          </a:p>
        </p:txBody>
      </p:sp>
      <p:sp>
        <p:nvSpPr>
          <p:cNvPr id="7" name="TextBox 6">
            <a:extLst>
              <a:ext uri="{FF2B5EF4-FFF2-40B4-BE49-F238E27FC236}">
                <a16:creationId xmlns:a16="http://schemas.microsoft.com/office/drawing/2014/main" id="{925E650B-85AB-43D5-76BA-8A49F9745E02}"/>
              </a:ext>
            </a:extLst>
          </p:cNvPr>
          <p:cNvSpPr txBox="1"/>
          <p:nvPr/>
        </p:nvSpPr>
        <p:spPr>
          <a:xfrm>
            <a:off x="3365206" y="3228735"/>
            <a:ext cx="327334" cy="400110"/>
          </a:xfrm>
          <a:prstGeom prst="rect">
            <a:avLst/>
          </a:prstGeom>
          <a:noFill/>
        </p:spPr>
        <p:txBody>
          <a:bodyPr wrap="none" rtlCol="0">
            <a:spAutoFit/>
          </a:bodyPr>
          <a:lstStyle/>
          <a:p>
            <a:r>
              <a:rPr lang="en-US" dirty="0"/>
              <a:t>2</a:t>
            </a:r>
            <a:endParaRPr lang="en-IN" dirty="0"/>
          </a:p>
        </p:txBody>
      </p:sp>
      <p:sp>
        <p:nvSpPr>
          <p:cNvPr id="10" name="TextBox 9">
            <a:extLst>
              <a:ext uri="{FF2B5EF4-FFF2-40B4-BE49-F238E27FC236}">
                <a16:creationId xmlns:a16="http://schemas.microsoft.com/office/drawing/2014/main" id="{DB68C313-6034-225F-7F76-7BB4D647C767}"/>
              </a:ext>
            </a:extLst>
          </p:cNvPr>
          <p:cNvSpPr txBox="1"/>
          <p:nvPr/>
        </p:nvSpPr>
        <p:spPr>
          <a:xfrm>
            <a:off x="4730128" y="3212969"/>
            <a:ext cx="327334" cy="400110"/>
          </a:xfrm>
          <a:prstGeom prst="rect">
            <a:avLst/>
          </a:prstGeom>
          <a:noFill/>
        </p:spPr>
        <p:txBody>
          <a:bodyPr wrap="none" rtlCol="0">
            <a:spAutoFit/>
          </a:bodyPr>
          <a:lstStyle/>
          <a:p>
            <a:r>
              <a:rPr lang="en-US" dirty="0"/>
              <a:t>1</a:t>
            </a:r>
            <a:endParaRPr lang="en-IN" dirty="0"/>
          </a:p>
        </p:txBody>
      </p:sp>
    </p:spTree>
    <p:extLst>
      <p:ext uri="{BB962C8B-B14F-4D97-AF65-F5344CB8AC3E}">
        <p14:creationId xmlns:p14="http://schemas.microsoft.com/office/powerpoint/2010/main" val="18734684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28</a:t>
            </a:fld>
            <a:endParaRPr lang="en-US" sz="1600" b="1" dirty="0">
              <a:latin typeface="Bookman Old Style" panose="02050604050505020204" pitchFamily="18" charset="0"/>
            </a:endParaRPr>
          </a:p>
        </p:txBody>
      </p:sp>
      <p:sp>
        <p:nvSpPr>
          <p:cNvPr id="3" name="Oval 2">
            <a:extLst>
              <a:ext uri="{FF2B5EF4-FFF2-40B4-BE49-F238E27FC236}">
                <a16:creationId xmlns:a16="http://schemas.microsoft.com/office/drawing/2014/main" id="{81D05B19-4A94-FCF1-CA17-E94E3103B8CF}"/>
              </a:ext>
            </a:extLst>
          </p:cNvPr>
          <p:cNvSpPr/>
          <p:nvPr/>
        </p:nvSpPr>
        <p:spPr>
          <a:xfrm>
            <a:off x="2590800"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DAEE477D-3B25-524C-2CCB-E035A8F4D196}"/>
              </a:ext>
            </a:extLst>
          </p:cNvPr>
          <p:cNvSpPr/>
          <p:nvPr/>
        </p:nvSpPr>
        <p:spPr>
          <a:xfrm>
            <a:off x="3817189"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Freeform: Shape 8">
            <a:extLst>
              <a:ext uri="{FF2B5EF4-FFF2-40B4-BE49-F238E27FC236}">
                <a16:creationId xmlns:a16="http://schemas.microsoft.com/office/drawing/2014/main" id="{EF372371-75C2-09A0-C482-712B6F857D0D}"/>
              </a:ext>
            </a:extLst>
          </p:cNvPr>
          <p:cNvSpPr/>
          <p:nvPr/>
        </p:nvSpPr>
        <p:spPr>
          <a:xfrm>
            <a:off x="3114060" y="3175588"/>
            <a:ext cx="2303329" cy="1862238"/>
          </a:xfrm>
          <a:custGeom>
            <a:avLst/>
            <a:gdLst>
              <a:gd name="connsiteX0" fmla="*/ 8702 w 2303329"/>
              <a:gd name="connsiteY0" fmla="*/ 42065 h 1862238"/>
              <a:gd name="connsiteX1" fmla="*/ 138098 w 2303329"/>
              <a:gd name="connsiteY1" fmla="*/ 7559 h 1862238"/>
              <a:gd name="connsiteX2" fmla="*/ 448649 w 2303329"/>
              <a:gd name="connsiteY2" fmla="*/ 24812 h 1862238"/>
              <a:gd name="connsiteX3" fmla="*/ 483155 w 2303329"/>
              <a:gd name="connsiteY3" fmla="*/ 33438 h 1862238"/>
              <a:gd name="connsiteX4" fmla="*/ 560793 w 2303329"/>
              <a:gd name="connsiteY4" fmla="*/ 93823 h 1862238"/>
              <a:gd name="connsiteX5" fmla="*/ 647057 w 2303329"/>
              <a:gd name="connsiteY5" fmla="*/ 119703 h 1862238"/>
              <a:gd name="connsiteX6" fmla="*/ 681563 w 2303329"/>
              <a:gd name="connsiteY6" fmla="*/ 154208 h 1862238"/>
              <a:gd name="connsiteX7" fmla="*/ 759200 w 2303329"/>
              <a:gd name="connsiteY7" fmla="*/ 188714 h 1862238"/>
              <a:gd name="connsiteX8" fmla="*/ 802332 w 2303329"/>
              <a:gd name="connsiteY8" fmla="*/ 223220 h 1862238"/>
              <a:gd name="connsiteX9" fmla="*/ 871344 w 2303329"/>
              <a:gd name="connsiteY9" fmla="*/ 240472 h 1862238"/>
              <a:gd name="connsiteX10" fmla="*/ 931729 w 2303329"/>
              <a:gd name="connsiteY10" fmla="*/ 257725 h 1862238"/>
              <a:gd name="connsiteX11" fmla="*/ 974861 w 2303329"/>
              <a:gd name="connsiteY11" fmla="*/ 274978 h 1862238"/>
              <a:gd name="connsiteX12" fmla="*/ 1000740 w 2303329"/>
              <a:gd name="connsiteY12" fmla="*/ 292231 h 1862238"/>
              <a:gd name="connsiteX13" fmla="*/ 1268159 w 2303329"/>
              <a:gd name="connsiteY13" fmla="*/ 274978 h 1862238"/>
              <a:gd name="connsiteX14" fmla="*/ 1294038 w 2303329"/>
              <a:gd name="connsiteY14" fmla="*/ 266352 h 1862238"/>
              <a:gd name="connsiteX15" fmla="*/ 1371676 w 2303329"/>
              <a:gd name="connsiteY15" fmla="*/ 214593 h 1862238"/>
              <a:gd name="connsiteX16" fmla="*/ 1388929 w 2303329"/>
              <a:gd name="connsiteY16" fmla="*/ 188714 h 1862238"/>
              <a:gd name="connsiteX17" fmla="*/ 1518325 w 2303329"/>
              <a:gd name="connsiteY17" fmla="*/ 119703 h 1862238"/>
              <a:gd name="connsiteX18" fmla="*/ 1544204 w 2303329"/>
              <a:gd name="connsiteY18" fmla="*/ 111076 h 1862238"/>
              <a:gd name="connsiteX19" fmla="*/ 1587336 w 2303329"/>
              <a:gd name="connsiteY19" fmla="*/ 85197 h 1862238"/>
              <a:gd name="connsiteX20" fmla="*/ 1630468 w 2303329"/>
              <a:gd name="connsiteY20" fmla="*/ 76570 h 1862238"/>
              <a:gd name="connsiteX21" fmla="*/ 1656348 w 2303329"/>
              <a:gd name="connsiteY21" fmla="*/ 67944 h 1862238"/>
              <a:gd name="connsiteX22" fmla="*/ 1690853 w 2303329"/>
              <a:gd name="connsiteY22" fmla="*/ 59318 h 1862238"/>
              <a:gd name="connsiteX23" fmla="*/ 1759865 w 2303329"/>
              <a:gd name="connsiteY23" fmla="*/ 33438 h 1862238"/>
              <a:gd name="connsiteX24" fmla="*/ 1794370 w 2303329"/>
              <a:gd name="connsiteY24" fmla="*/ 16186 h 1862238"/>
              <a:gd name="connsiteX25" fmla="*/ 1854755 w 2303329"/>
              <a:gd name="connsiteY25" fmla="*/ 7559 h 1862238"/>
              <a:gd name="connsiteX26" fmla="*/ 2122174 w 2303329"/>
              <a:gd name="connsiteY26" fmla="*/ 16186 h 1862238"/>
              <a:gd name="connsiteX27" fmla="*/ 2156680 w 2303329"/>
              <a:gd name="connsiteY27" fmla="*/ 24812 h 1862238"/>
              <a:gd name="connsiteX28" fmla="*/ 2191185 w 2303329"/>
              <a:gd name="connsiteY28" fmla="*/ 42065 h 1862238"/>
              <a:gd name="connsiteX29" fmla="*/ 2225691 w 2303329"/>
              <a:gd name="connsiteY29" fmla="*/ 85197 h 1862238"/>
              <a:gd name="connsiteX30" fmla="*/ 2277449 w 2303329"/>
              <a:gd name="connsiteY30" fmla="*/ 119703 h 1862238"/>
              <a:gd name="connsiteX31" fmla="*/ 2286076 w 2303329"/>
              <a:gd name="connsiteY31" fmla="*/ 162835 h 1862238"/>
              <a:gd name="connsiteX32" fmla="*/ 2294702 w 2303329"/>
              <a:gd name="connsiteY32" fmla="*/ 197340 h 1862238"/>
              <a:gd name="connsiteX33" fmla="*/ 2303329 w 2303329"/>
              <a:gd name="connsiteY33" fmla="*/ 266352 h 1862238"/>
              <a:gd name="connsiteX34" fmla="*/ 2294702 w 2303329"/>
              <a:gd name="connsiteY34" fmla="*/ 628661 h 1862238"/>
              <a:gd name="connsiteX35" fmla="*/ 2277449 w 2303329"/>
              <a:gd name="connsiteY35" fmla="*/ 663167 h 1862238"/>
              <a:gd name="connsiteX36" fmla="*/ 2268823 w 2303329"/>
              <a:gd name="connsiteY36" fmla="*/ 714925 h 1862238"/>
              <a:gd name="connsiteX37" fmla="*/ 2242944 w 2303329"/>
              <a:gd name="connsiteY37" fmla="*/ 792563 h 1862238"/>
              <a:gd name="connsiteX38" fmla="*/ 2217065 w 2303329"/>
              <a:gd name="connsiteY38" fmla="*/ 904706 h 1862238"/>
              <a:gd name="connsiteX39" fmla="*/ 2208438 w 2303329"/>
              <a:gd name="connsiteY39" fmla="*/ 947838 h 1862238"/>
              <a:gd name="connsiteX40" fmla="*/ 2148053 w 2303329"/>
              <a:gd name="connsiteY40" fmla="*/ 1111740 h 1862238"/>
              <a:gd name="connsiteX41" fmla="*/ 2096295 w 2303329"/>
              <a:gd name="connsiteY41" fmla="*/ 1215257 h 1862238"/>
              <a:gd name="connsiteX42" fmla="*/ 2053163 w 2303329"/>
              <a:gd name="connsiteY42" fmla="*/ 1336027 h 1862238"/>
              <a:gd name="connsiteX43" fmla="*/ 2018657 w 2303329"/>
              <a:gd name="connsiteY43" fmla="*/ 1361906 h 1862238"/>
              <a:gd name="connsiteX44" fmla="*/ 1958272 w 2303329"/>
              <a:gd name="connsiteY44" fmla="*/ 1439544 h 1862238"/>
              <a:gd name="connsiteX45" fmla="*/ 1923766 w 2303329"/>
              <a:gd name="connsiteY45" fmla="*/ 1491303 h 1862238"/>
              <a:gd name="connsiteX46" fmla="*/ 1889261 w 2303329"/>
              <a:gd name="connsiteY46" fmla="*/ 1517182 h 1862238"/>
              <a:gd name="connsiteX47" fmla="*/ 1820249 w 2303329"/>
              <a:gd name="connsiteY47" fmla="*/ 1586193 h 1862238"/>
              <a:gd name="connsiteX48" fmla="*/ 1742612 w 2303329"/>
              <a:gd name="connsiteY48" fmla="*/ 1655204 h 1862238"/>
              <a:gd name="connsiteX49" fmla="*/ 1725359 w 2303329"/>
              <a:gd name="connsiteY49" fmla="*/ 1681084 h 1862238"/>
              <a:gd name="connsiteX50" fmla="*/ 1690853 w 2303329"/>
              <a:gd name="connsiteY50" fmla="*/ 1698337 h 1862238"/>
              <a:gd name="connsiteX51" fmla="*/ 1647721 w 2303329"/>
              <a:gd name="connsiteY51" fmla="*/ 1724216 h 1862238"/>
              <a:gd name="connsiteX52" fmla="*/ 1613215 w 2303329"/>
              <a:gd name="connsiteY52" fmla="*/ 1750095 h 1862238"/>
              <a:gd name="connsiteX53" fmla="*/ 1570083 w 2303329"/>
              <a:gd name="connsiteY53" fmla="*/ 1767348 h 1862238"/>
              <a:gd name="connsiteX54" fmla="*/ 1475193 w 2303329"/>
              <a:gd name="connsiteY54" fmla="*/ 1810480 h 1862238"/>
              <a:gd name="connsiteX55" fmla="*/ 845465 w 2303329"/>
              <a:gd name="connsiteY55" fmla="*/ 1836359 h 1862238"/>
              <a:gd name="connsiteX56" fmla="*/ 741948 w 2303329"/>
              <a:gd name="connsiteY56" fmla="*/ 1862238 h 1862238"/>
              <a:gd name="connsiteX57" fmla="*/ 621178 w 2303329"/>
              <a:gd name="connsiteY57" fmla="*/ 1853612 h 1862238"/>
              <a:gd name="connsiteX58" fmla="*/ 569419 w 2303329"/>
              <a:gd name="connsiteY58" fmla="*/ 1819106 h 1862238"/>
              <a:gd name="connsiteX59" fmla="*/ 526287 w 2303329"/>
              <a:gd name="connsiteY59" fmla="*/ 1793227 h 1862238"/>
              <a:gd name="connsiteX60" fmla="*/ 422770 w 2303329"/>
              <a:gd name="connsiteY60" fmla="*/ 1706963 h 1862238"/>
              <a:gd name="connsiteX61" fmla="*/ 379638 w 2303329"/>
              <a:gd name="connsiteY61" fmla="*/ 1655204 h 1862238"/>
              <a:gd name="connsiteX62" fmla="*/ 319253 w 2303329"/>
              <a:gd name="connsiteY62" fmla="*/ 1603446 h 1862238"/>
              <a:gd name="connsiteX63" fmla="*/ 241615 w 2303329"/>
              <a:gd name="connsiteY63" fmla="*/ 1456797 h 1862238"/>
              <a:gd name="connsiteX64" fmla="*/ 215736 w 2303329"/>
              <a:gd name="connsiteY64" fmla="*/ 1422291 h 1862238"/>
              <a:gd name="connsiteX65" fmla="*/ 181231 w 2303329"/>
              <a:gd name="connsiteY65" fmla="*/ 1353280 h 1862238"/>
              <a:gd name="connsiteX66" fmla="*/ 155351 w 2303329"/>
              <a:gd name="connsiteY66" fmla="*/ 1068608 h 1862238"/>
              <a:gd name="connsiteX67" fmla="*/ 138098 w 2303329"/>
              <a:gd name="connsiteY67" fmla="*/ 965091 h 1862238"/>
              <a:gd name="connsiteX68" fmla="*/ 129472 w 2303329"/>
              <a:gd name="connsiteY68" fmla="*/ 904706 h 1862238"/>
              <a:gd name="connsiteX69" fmla="*/ 112219 w 2303329"/>
              <a:gd name="connsiteY69" fmla="*/ 809816 h 1862238"/>
              <a:gd name="connsiteX70" fmla="*/ 103593 w 2303329"/>
              <a:gd name="connsiteY70" fmla="*/ 749431 h 1862238"/>
              <a:gd name="connsiteX71" fmla="*/ 86340 w 2303329"/>
              <a:gd name="connsiteY71" fmla="*/ 706299 h 1862238"/>
              <a:gd name="connsiteX72" fmla="*/ 77714 w 2303329"/>
              <a:gd name="connsiteY72" fmla="*/ 654540 h 1862238"/>
              <a:gd name="connsiteX73" fmla="*/ 43208 w 2303329"/>
              <a:gd name="connsiteY73" fmla="*/ 568276 h 1862238"/>
              <a:gd name="connsiteX74" fmla="*/ 17329 w 2303329"/>
              <a:gd name="connsiteY74" fmla="*/ 490638 h 1862238"/>
              <a:gd name="connsiteX75" fmla="*/ 76 w 2303329"/>
              <a:gd name="connsiteY75" fmla="*/ 404374 h 1862238"/>
              <a:gd name="connsiteX76" fmla="*/ 8702 w 2303329"/>
              <a:gd name="connsiteY76" fmla="*/ 42065 h 186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03329" h="1862238">
                <a:moveTo>
                  <a:pt x="8702" y="42065"/>
                </a:moveTo>
                <a:cubicBezTo>
                  <a:pt x="31706" y="-24071"/>
                  <a:pt x="106303" y="7559"/>
                  <a:pt x="138098" y="7559"/>
                </a:cubicBezTo>
                <a:cubicBezTo>
                  <a:pt x="241775" y="7559"/>
                  <a:pt x="345132" y="19061"/>
                  <a:pt x="448649" y="24812"/>
                </a:cubicBezTo>
                <a:cubicBezTo>
                  <a:pt x="460151" y="27687"/>
                  <a:pt x="472258" y="28768"/>
                  <a:pt x="483155" y="33438"/>
                </a:cubicBezTo>
                <a:cubicBezTo>
                  <a:pt x="503690" y="42238"/>
                  <a:pt x="553124" y="89350"/>
                  <a:pt x="560793" y="93823"/>
                </a:cubicBezTo>
                <a:cubicBezTo>
                  <a:pt x="576544" y="103011"/>
                  <a:pt x="625715" y="114367"/>
                  <a:pt x="647057" y="119703"/>
                </a:cubicBezTo>
                <a:cubicBezTo>
                  <a:pt x="658559" y="131205"/>
                  <a:pt x="668550" y="144448"/>
                  <a:pt x="681563" y="154208"/>
                </a:cubicBezTo>
                <a:cubicBezTo>
                  <a:pt x="710310" y="175768"/>
                  <a:pt x="727740" y="169838"/>
                  <a:pt x="759200" y="188714"/>
                </a:cubicBezTo>
                <a:cubicBezTo>
                  <a:pt x="774988" y="198187"/>
                  <a:pt x="786719" y="213462"/>
                  <a:pt x="802332" y="223220"/>
                </a:cubicBezTo>
                <a:cubicBezTo>
                  <a:pt x="815088" y="231192"/>
                  <a:pt x="862885" y="238592"/>
                  <a:pt x="871344" y="240472"/>
                </a:cubicBezTo>
                <a:cubicBezTo>
                  <a:pt x="893579" y="245413"/>
                  <a:pt x="910779" y="249869"/>
                  <a:pt x="931729" y="257725"/>
                </a:cubicBezTo>
                <a:cubicBezTo>
                  <a:pt x="946228" y="263162"/>
                  <a:pt x="961011" y="268053"/>
                  <a:pt x="974861" y="274978"/>
                </a:cubicBezTo>
                <a:cubicBezTo>
                  <a:pt x="984134" y="279615"/>
                  <a:pt x="992114" y="286480"/>
                  <a:pt x="1000740" y="292231"/>
                </a:cubicBezTo>
                <a:cubicBezTo>
                  <a:pt x="1089880" y="286480"/>
                  <a:pt x="1179180" y="282829"/>
                  <a:pt x="1268159" y="274978"/>
                </a:cubicBezTo>
                <a:cubicBezTo>
                  <a:pt x="1277217" y="274179"/>
                  <a:pt x="1285680" y="269934"/>
                  <a:pt x="1294038" y="266352"/>
                </a:cubicBezTo>
                <a:cubicBezTo>
                  <a:pt x="1325642" y="252807"/>
                  <a:pt x="1346236" y="240033"/>
                  <a:pt x="1371676" y="214593"/>
                </a:cubicBezTo>
                <a:cubicBezTo>
                  <a:pt x="1379007" y="207262"/>
                  <a:pt x="1380745" y="195079"/>
                  <a:pt x="1388929" y="188714"/>
                </a:cubicBezTo>
                <a:cubicBezTo>
                  <a:pt x="1402907" y="177842"/>
                  <a:pt x="1504835" y="124200"/>
                  <a:pt x="1518325" y="119703"/>
                </a:cubicBezTo>
                <a:cubicBezTo>
                  <a:pt x="1526951" y="116827"/>
                  <a:pt x="1536071" y="115143"/>
                  <a:pt x="1544204" y="111076"/>
                </a:cubicBezTo>
                <a:cubicBezTo>
                  <a:pt x="1559201" y="103578"/>
                  <a:pt x="1571769" y="91424"/>
                  <a:pt x="1587336" y="85197"/>
                </a:cubicBezTo>
                <a:cubicBezTo>
                  <a:pt x="1600949" y="79752"/>
                  <a:pt x="1616244" y="80126"/>
                  <a:pt x="1630468" y="76570"/>
                </a:cubicBezTo>
                <a:cubicBezTo>
                  <a:pt x="1639290" y="74365"/>
                  <a:pt x="1647605" y="70442"/>
                  <a:pt x="1656348" y="67944"/>
                </a:cubicBezTo>
                <a:cubicBezTo>
                  <a:pt x="1667748" y="64687"/>
                  <a:pt x="1679351" y="62193"/>
                  <a:pt x="1690853" y="59318"/>
                </a:cubicBezTo>
                <a:cubicBezTo>
                  <a:pt x="1786915" y="11287"/>
                  <a:pt x="1665909" y="68671"/>
                  <a:pt x="1759865" y="33438"/>
                </a:cubicBezTo>
                <a:cubicBezTo>
                  <a:pt x="1771905" y="28923"/>
                  <a:pt x="1781964" y="19569"/>
                  <a:pt x="1794370" y="16186"/>
                </a:cubicBezTo>
                <a:cubicBezTo>
                  <a:pt x="1813986" y="10836"/>
                  <a:pt x="1834627" y="10435"/>
                  <a:pt x="1854755" y="7559"/>
                </a:cubicBezTo>
                <a:cubicBezTo>
                  <a:pt x="1943895" y="10435"/>
                  <a:pt x="2033133" y="11098"/>
                  <a:pt x="2122174" y="16186"/>
                </a:cubicBezTo>
                <a:cubicBezTo>
                  <a:pt x="2134011" y="16862"/>
                  <a:pt x="2145579" y="20649"/>
                  <a:pt x="2156680" y="24812"/>
                </a:cubicBezTo>
                <a:cubicBezTo>
                  <a:pt x="2168721" y="29327"/>
                  <a:pt x="2179683" y="36314"/>
                  <a:pt x="2191185" y="42065"/>
                </a:cubicBezTo>
                <a:cubicBezTo>
                  <a:pt x="2202687" y="56442"/>
                  <a:pt x="2212005" y="72880"/>
                  <a:pt x="2225691" y="85197"/>
                </a:cubicBezTo>
                <a:cubicBezTo>
                  <a:pt x="2241103" y="99068"/>
                  <a:pt x="2277449" y="119703"/>
                  <a:pt x="2277449" y="119703"/>
                </a:cubicBezTo>
                <a:cubicBezTo>
                  <a:pt x="2280325" y="134080"/>
                  <a:pt x="2282895" y="148522"/>
                  <a:pt x="2286076" y="162835"/>
                </a:cubicBezTo>
                <a:cubicBezTo>
                  <a:pt x="2288648" y="174408"/>
                  <a:pt x="2292753" y="185646"/>
                  <a:pt x="2294702" y="197340"/>
                </a:cubicBezTo>
                <a:cubicBezTo>
                  <a:pt x="2298513" y="220208"/>
                  <a:pt x="2300453" y="243348"/>
                  <a:pt x="2303329" y="266352"/>
                </a:cubicBezTo>
                <a:cubicBezTo>
                  <a:pt x="2300453" y="387122"/>
                  <a:pt x="2302564" y="508113"/>
                  <a:pt x="2294702" y="628661"/>
                </a:cubicBezTo>
                <a:cubicBezTo>
                  <a:pt x="2293865" y="641493"/>
                  <a:pt x="2281144" y="650850"/>
                  <a:pt x="2277449" y="663167"/>
                </a:cubicBezTo>
                <a:cubicBezTo>
                  <a:pt x="2272423" y="679920"/>
                  <a:pt x="2272253" y="697774"/>
                  <a:pt x="2268823" y="714925"/>
                </a:cubicBezTo>
                <a:cubicBezTo>
                  <a:pt x="2261394" y="752074"/>
                  <a:pt x="2258132" y="754592"/>
                  <a:pt x="2242944" y="792563"/>
                </a:cubicBezTo>
                <a:cubicBezTo>
                  <a:pt x="2226450" y="908016"/>
                  <a:pt x="2245483" y="800507"/>
                  <a:pt x="2217065" y="904706"/>
                </a:cubicBezTo>
                <a:cubicBezTo>
                  <a:pt x="2213207" y="918851"/>
                  <a:pt x="2212296" y="933693"/>
                  <a:pt x="2208438" y="947838"/>
                </a:cubicBezTo>
                <a:cubicBezTo>
                  <a:pt x="2198605" y="983893"/>
                  <a:pt x="2153482" y="1100881"/>
                  <a:pt x="2148053" y="1111740"/>
                </a:cubicBezTo>
                <a:cubicBezTo>
                  <a:pt x="2130800" y="1146246"/>
                  <a:pt x="2106893" y="1178163"/>
                  <a:pt x="2096295" y="1215257"/>
                </a:cubicBezTo>
                <a:cubicBezTo>
                  <a:pt x="2087275" y="1246827"/>
                  <a:pt x="2072382" y="1308571"/>
                  <a:pt x="2053163" y="1336027"/>
                </a:cubicBezTo>
                <a:cubicBezTo>
                  <a:pt x="2044918" y="1347805"/>
                  <a:pt x="2030159" y="1353280"/>
                  <a:pt x="2018657" y="1361906"/>
                </a:cubicBezTo>
                <a:cubicBezTo>
                  <a:pt x="1955737" y="1466773"/>
                  <a:pt x="2032450" y="1346821"/>
                  <a:pt x="1958272" y="1439544"/>
                </a:cubicBezTo>
                <a:cubicBezTo>
                  <a:pt x="1945319" y="1455736"/>
                  <a:pt x="1937542" y="1475805"/>
                  <a:pt x="1923766" y="1491303"/>
                </a:cubicBezTo>
                <a:cubicBezTo>
                  <a:pt x="1914214" y="1502049"/>
                  <a:pt x="1898813" y="1506436"/>
                  <a:pt x="1889261" y="1517182"/>
                </a:cubicBezTo>
                <a:cubicBezTo>
                  <a:pt x="1822639" y="1592131"/>
                  <a:pt x="1888795" y="1551920"/>
                  <a:pt x="1820249" y="1586193"/>
                </a:cubicBezTo>
                <a:cubicBezTo>
                  <a:pt x="1761846" y="1664066"/>
                  <a:pt x="1835297" y="1574104"/>
                  <a:pt x="1742612" y="1655204"/>
                </a:cubicBezTo>
                <a:cubicBezTo>
                  <a:pt x="1734809" y="1662031"/>
                  <a:pt x="1733324" y="1674447"/>
                  <a:pt x="1725359" y="1681084"/>
                </a:cubicBezTo>
                <a:cubicBezTo>
                  <a:pt x="1715480" y="1689317"/>
                  <a:pt x="1702094" y="1692092"/>
                  <a:pt x="1690853" y="1698337"/>
                </a:cubicBezTo>
                <a:cubicBezTo>
                  <a:pt x="1676196" y="1706480"/>
                  <a:pt x="1661672" y="1714916"/>
                  <a:pt x="1647721" y="1724216"/>
                </a:cubicBezTo>
                <a:cubicBezTo>
                  <a:pt x="1635758" y="1732191"/>
                  <a:pt x="1625783" y="1743113"/>
                  <a:pt x="1613215" y="1750095"/>
                </a:cubicBezTo>
                <a:cubicBezTo>
                  <a:pt x="1599679" y="1757615"/>
                  <a:pt x="1583933" y="1760423"/>
                  <a:pt x="1570083" y="1767348"/>
                </a:cubicBezTo>
                <a:cubicBezTo>
                  <a:pt x="1520738" y="1792021"/>
                  <a:pt x="1561078" y="1795672"/>
                  <a:pt x="1475193" y="1810480"/>
                </a:cubicBezTo>
                <a:cubicBezTo>
                  <a:pt x="1311432" y="1838715"/>
                  <a:pt x="944743" y="1834450"/>
                  <a:pt x="845465" y="1836359"/>
                </a:cubicBezTo>
                <a:cubicBezTo>
                  <a:pt x="813346" y="1847065"/>
                  <a:pt x="776798" y="1862238"/>
                  <a:pt x="741948" y="1862238"/>
                </a:cubicBezTo>
                <a:cubicBezTo>
                  <a:pt x="701589" y="1862238"/>
                  <a:pt x="661435" y="1856487"/>
                  <a:pt x="621178" y="1853612"/>
                </a:cubicBezTo>
                <a:cubicBezTo>
                  <a:pt x="603925" y="1842110"/>
                  <a:pt x="586913" y="1830238"/>
                  <a:pt x="569419" y="1819106"/>
                </a:cubicBezTo>
                <a:cubicBezTo>
                  <a:pt x="555274" y="1810104"/>
                  <a:pt x="540238" y="1802527"/>
                  <a:pt x="526287" y="1793227"/>
                </a:cubicBezTo>
                <a:cubicBezTo>
                  <a:pt x="496151" y="1773136"/>
                  <a:pt x="441323" y="1725516"/>
                  <a:pt x="422770" y="1706963"/>
                </a:cubicBezTo>
                <a:cubicBezTo>
                  <a:pt x="406890" y="1691083"/>
                  <a:pt x="395518" y="1671084"/>
                  <a:pt x="379638" y="1655204"/>
                </a:cubicBezTo>
                <a:cubicBezTo>
                  <a:pt x="360892" y="1636458"/>
                  <a:pt x="335970" y="1624021"/>
                  <a:pt x="319253" y="1603446"/>
                </a:cubicBezTo>
                <a:cubicBezTo>
                  <a:pt x="252159" y="1520869"/>
                  <a:pt x="283362" y="1533333"/>
                  <a:pt x="241615" y="1456797"/>
                </a:cubicBezTo>
                <a:cubicBezTo>
                  <a:pt x="234730" y="1444175"/>
                  <a:pt x="222980" y="1434710"/>
                  <a:pt x="215736" y="1422291"/>
                </a:cubicBezTo>
                <a:cubicBezTo>
                  <a:pt x="202777" y="1400076"/>
                  <a:pt x="192733" y="1376284"/>
                  <a:pt x="181231" y="1353280"/>
                </a:cubicBezTo>
                <a:cubicBezTo>
                  <a:pt x="148241" y="1122353"/>
                  <a:pt x="176878" y="1348456"/>
                  <a:pt x="155351" y="1068608"/>
                </a:cubicBezTo>
                <a:cubicBezTo>
                  <a:pt x="151322" y="1016232"/>
                  <a:pt x="145903" y="1011919"/>
                  <a:pt x="138098" y="965091"/>
                </a:cubicBezTo>
                <a:cubicBezTo>
                  <a:pt x="134755" y="945035"/>
                  <a:pt x="132564" y="924802"/>
                  <a:pt x="129472" y="904706"/>
                </a:cubicBezTo>
                <a:cubicBezTo>
                  <a:pt x="100710" y="717747"/>
                  <a:pt x="139135" y="971312"/>
                  <a:pt x="112219" y="809816"/>
                </a:cubicBezTo>
                <a:cubicBezTo>
                  <a:pt x="108876" y="789760"/>
                  <a:pt x="108524" y="769157"/>
                  <a:pt x="103593" y="749431"/>
                </a:cubicBezTo>
                <a:cubicBezTo>
                  <a:pt x="99837" y="734408"/>
                  <a:pt x="92091" y="720676"/>
                  <a:pt x="86340" y="706299"/>
                </a:cubicBezTo>
                <a:cubicBezTo>
                  <a:pt x="83465" y="689046"/>
                  <a:pt x="82931" y="671235"/>
                  <a:pt x="77714" y="654540"/>
                </a:cubicBezTo>
                <a:cubicBezTo>
                  <a:pt x="68477" y="624980"/>
                  <a:pt x="50719" y="598321"/>
                  <a:pt x="43208" y="568276"/>
                </a:cubicBezTo>
                <a:cubicBezTo>
                  <a:pt x="22540" y="485601"/>
                  <a:pt x="49808" y="588070"/>
                  <a:pt x="17329" y="490638"/>
                </a:cubicBezTo>
                <a:cubicBezTo>
                  <a:pt x="8748" y="464895"/>
                  <a:pt x="4325" y="429867"/>
                  <a:pt x="76" y="404374"/>
                </a:cubicBezTo>
                <a:cubicBezTo>
                  <a:pt x="17616" y="53574"/>
                  <a:pt x="-14302" y="108201"/>
                  <a:pt x="8702" y="42065"/>
                </a:cubicBezTo>
                <a:close/>
              </a:path>
            </a:pathLst>
          </a:cu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5B45751E-CE17-AF24-4B99-87632BED944B}"/>
              </a:ext>
            </a:extLst>
          </p:cNvPr>
          <p:cNvSpPr txBox="1"/>
          <p:nvPr/>
        </p:nvSpPr>
        <p:spPr>
          <a:xfrm>
            <a:off x="3200400" y="1363496"/>
            <a:ext cx="356188" cy="400110"/>
          </a:xfrm>
          <a:prstGeom prst="rect">
            <a:avLst/>
          </a:prstGeom>
          <a:noFill/>
        </p:spPr>
        <p:txBody>
          <a:bodyPr wrap="none" rtlCol="0">
            <a:spAutoFit/>
          </a:bodyPr>
          <a:lstStyle/>
          <a:p>
            <a:r>
              <a:rPr lang="en-US" dirty="0"/>
              <a:t>A</a:t>
            </a:r>
            <a:endParaRPr lang="en-IN" dirty="0"/>
          </a:p>
        </p:txBody>
      </p:sp>
      <p:sp>
        <p:nvSpPr>
          <p:cNvPr id="6" name="TextBox 5">
            <a:extLst>
              <a:ext uri="{FF2B5EF4-FFF2-40B4-BE49-F238E27FC236}">
                <a16:creationId xmlns:a16="http://schemas.microsoft.com/office/drawing/2014/main" id="{D0E8ADB4-C052-387E-F20D-106D67DE98BF}"/>
              </a:ext>
            </a:extLst>
          </p:cNvPr>
          <p:cNvSpPr txBox="1"/>
          <p:nvPr/>
        </p:nvSpPr>
        <p:spPr>
          <a:xfrm>
            <a:off x="5059044" y="1363496"/>
            <a:ext cx="356188" cy="400110"/>
          </a:xfrm>
          <a:prstGeom prst="rect">
            <a:avLst/>
          </a:prstGeom>
          <a:noFill/>
        </p:spPr>
        <p:txBody>
          <a:bodyPr wrap="none" rtlCol="0">
            <a:spAutoFit/>
          </a:bodyPr>
          <a:lstStyle/>
          <a:p>
            <a:r>
              <a:rPr lang="en-US" dirty="0"/>
              <a:t>B</a:t>
            </a:r>
            <a:endParaRPr lang="en-IN" dirty="0"/>
          </a:p>
        </p:txBody>
      </p:sp>
      <p:sp>
        <p:nvSpPr>
          <p:cNvPr id="8" name="TextBox 7">
            <a:extLst>
              <a:ext uri="{FF2B5EF4-FFF2-40B4-BE49-F238E27FC236}">
                <a16:creationId xmlns:a16="http://schemas.microsoft.com/office/drawing/2014/main" id="{B454E455-516D-0FDD-E78D-FDF690671922}"/>
              </a:ext>
            </a:extLst>
          </p:cNvPr>
          <p:cNvSpPr txBox="1"/>
          <p:nvPr/>
        </p:nvSpPr>
        <p:spPr>
          <a:xfrm>
            <a:off x="4139612" y="5105400"/>
            <a:ext cx="370614" cy="400110"/>
          </a:xfrm>
          <a:prstGeom prst="rect">
            <a:avLst/>
          </a:prstGeom>
          <a:noFill/>
        </p:spPr>
        <p:txBody>
          <a:bodyPr wrap="none" rtlCol="0">
            <a:spAutoFit/>
          </a:bodyPr>
          <a:lstStyle/>
          <a:p>
            <a:r>
              <a:rPr lang="en-US" dirty="0"/>
              <a:t>C</a:t>
            </a:r>
            <a:endParaRPr lang="en-IN" dirty="0"/>
          </a:p>
        </p:txBody>
      </p:sp>
      <p:sp>
        <p:nvSpPr>
          <p:cNvPr id="7" name="TextBox 6">
            <a:extLst>
              <a:ext uri="{FF2B5EF4-FFF2-40B4-BE49-F238E27FC236}">
                <a16:creationId xmlns:a16="http://schemas.microsoft.com/office/drawing/2014/main" id="{925E650B-85AB-43D5-76BA-8A49F9745E02}"/>
              </a:ext>
            </a:extLst>
          </p:cNvPr>
          <p:cNvSpPr txBox="1"/>
          <p:nvPr/>
        </p:nvSpPr>
        <p:spPr>
          <a:xfrm>
            <a:off x="3365206" y="3228735"/>
            <a:ext cx="327334" cy="400110"/>
          </a:xfrm>
          <a:prstGeom prst="rect">
            <a:avLst/>
          </a:prstGeom>
          <a:noFill/>
        </p:spPr>
        <p:txBody>
          <a:bodyPr wrap="none" rtlCol="0">
            <a:spAutoFit/>
          </a:bodyPr>
          <a:lstStyle/>
          <a:p>
            <a:r>
              <a:rPr lang="en-US" dirty="0"/>
              <a:t>2</a:t>
            </a:r>
            <a:endParaRPr lang="en-IN" dirty="0"/>
          </a:p>
        </p:txBody>
      </p:sp>
      <p:sp>
        <p:nvSpPr>
          <p:cNvPr id="10" name="TextBox 9">
            <a:extLst>
              <a:ext uri="{FF2B5EF4-FFF2-40B4-BE49-F238E27FC236}">
                <a16:creationId xmlns:a16="http://schemas.microsoft.com/office/drawing/2014/main" id="{DB68C313-6034-225F-7F76-7BB4D647C767}"/>
              </a:ext>
            </a:extLst>
          </p:cNvPr>
          <p:cNvSpPr txBox="1"/>
          <p:nvPr/>
        </p:nvSpPr>
        <p:spPr>
          <a:xfrm>
            <a:off x="4730128" y="3212969"/>
            <a:ext cx="327334" cy="400110"/>
          </a:xfrm>
          <a:prstGeom prst="rect">
            <a:avLst/>
          </a:prstGeom>
          <a:noFill/>
        </p:spPr>
        <p:txBody>
          <a:bodyPr wrap="none" rtlCol="0">
            <a:spAutoFit/>
          </a:bodyPr>
          <a:lstStyle/>
          <a:p>
            <a:r>
              <a:rPr lang="en-US" dirty="0"/>
              <a:t>1</a:t>
            </a:r>
            <a:endParaRPr lang="en-IN" dirty="0"/>
          </a:p>
        </p:txBody>
      </p:sp>
      <p:sp>
        <p:nvSpPr>
          <p:cNvPr id="11" name="TextBox 10">
            <a:extLst>
              <a:ext uri="{FF2B5EF4-FFF2-40B4-BE49-F238E27FC236}">
                <a16:creationId xmlns:a16="http://schemas.microsoft.com/office/drawing/2014/main" id="{06E1DA36-DF8F-C981-6D40-02E637088B69}"/>
              </a:ext>
            </a:extLst>
          </p:cNvPr>
          <p:cNvSpPr txBox="1"/>
          <p:nvPr/>
        </p:nvSpPr>
        <p:spPr>
          <a:xfrm>
            <a:off x="3975945" y="2521574"/>
            <a:ext cx="327334" cy="400110"/>
          </a:xfrm>
          <a:prstGeom prst="rect">
            <a:avLst/>
          </a:prstGeom>
          <a:noFill/>
        </p:spPr>
        <p:txBody>
          <a:bodyPr wrap="none" rtlCol="0">
            <a:spAutoFit/>
          </a:bodyPr>
          <a:lstStyle/>
          <a:p>
            <a:r>
              <a:rPr lang="en-US" dirty="0"/>
              <a:t>1</a:t>
            </a:r>
            <a:endParaRPr lang="en-IN" dirty="0"/>
          </a:p>
        </p:txBody>
      </p:sp>
    </p:spTree>
    <p:extLst>
      <p:ext uri="{BB962C8B-B14F-4D97-AF65-F5344CB8AC3E}">
        <p14:creationId xmlns:p14="http://schemas.microsoft.com/office/powerpoint/2010/main" val="1035318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29</a:t>
            </a:fld>
            <a:endParaRPr lang="en-US" sz="1600" b="1" dirty="0">
              <a:latin typeface="Bookman Old Style" panose="02050604050505020204" pitchFamily="18" charset="0"/>
            </a:endParaRPr>
          </a:p>
        </p:txBody>
      </p:sp>
      <p:sp>
        <p:nvSpPr>
          <p:cNvPr id="3" name="Oval 2">
            <a:extLst>
              <a:ext uri="{FF2B5EF4-FFF2-40B4-BE49-F238E27FC236}">
                <a16:creationId xmlns:a16="http://schemas.microsoft.com/office/drawing/2014/main" id="{81D05B19-4A94-FCF1-CA17-E94E3103B8CF}"/>
              </a:ext>
            </a:extLst>
          </p:cNvPr>
          <p:cNvSpPr/>
          <p:nvPr/>
        </p:nvSpPr>
        <p:spPr>
          <a:xfrm>
            <a:off x="2590800"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DAEE477D-3B25-524C-2CCB-E035A8F4D196}"/>
              </a:ext>
            </a:extLst>
          </p:cNvPr>
          <p:cNvSpPr/>
          <p:nvPr/>
        </p:nvSpPr>
        <p:spPr>
          <a:xfrm>
            <a:off x="3817189"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Freeform: Shape 8">
            <a:extLst>
              <a:ext uri="{FF2B5EF4-FFF2-40B4-BE49-F238E27FC236}">
                <a16:creationId xmlns:a16="http://schemas.microsoft.com/office/drawing/2014/main" id="{EF372371-75C2-09A0-C482-712B6F857D0D}"/>
              </a:ext>
            </a:extLst>
          </p:cNvPr>
          <p:cNvSpPr/>
          <p:nvPr/>
        </p:nvSpPr>
        <p:spPr>
          <a:xfrm>
            <a:off x="3114060" y="3175588"/>
            <a:ext cx="2303329" cy="1862238"/>
          </a:xfrm>
          <a:custGeom>
            <a:avLst/>
            <a:gdLst>
              <a:gd name="connsiteX0" fmla="*/ 8702 w 2303329"/>
              <a:gd name="connsiteY0" fmla="*/ 42065 h 1862238"/>
              <a:gd name="connsiteX1" fmla="*/ 138098 w 2303329"/>
              <a:gd name="connsiteY1" fmla="*/ 7559 h 1862238"/>
              <a:gd name="connsiteX2" fmla="*/ 448649 w 2303329"/>
              <a:gd name="connsiteY2" fmla="*/ 24812 h 1862238"/>
              <a:gd name="connsiteX3" fmla="*/ 483155 w 2303329"/>
              <a:gd name="connsiteY3" fmla="*/ 33438 h 1862238"/>
              <a:gd name="connsiteX4" fmla="*/ 560793 w 2303329"/>
              <a:gd name="connsiteY4" fmla="*/ 93823 h 1862238"/>
              <a:gd name="connsiteX5" fmla="*/ 647057 w 2303329"/>
              <a:gd name="connsiteY5" fmla="*/ 119703 h 1862238"/>
              <a:gd name="connsiteX6" fmla="*/ 681563 w 2303329"/>
              <a:gd name="connsiteY6" fmla="*/ 154208 h 1862238"/>
              <a:gd name="connsiteX7" fmla="*/ 759200 w 2303329"/>
              <a:gd name="connsiteY7" fmla="*/ 188714 h 1862238"/>
              <a:gd name="connsiteX8" fmla="*/ 802332 w 2303329"/>
              <a:gd name="connsiteY8" fmla="*/ 223220 h 1862238"/>
              <a:gd name="connsiteX9" fmla="*/ 871344 w 2303329"/>
              <a:gd name="connsiteY9" fmla="*/ 240472 h 1862238"/>
              <a:gd name="connsiteX10" fmla="*/ 931729 w 2303329"/>
              <a:gd name="connsiteY10" fmla="*/ 257725 h 1862238"/>
              <a:gd name="connsiteX11" fmla="*/ 974861 w 2303329"/>
              <a:gd name="connsiteY11" fmla="*/ 274978 h 1862238"/>
              <a:gd name="connsiteX12" fmla="*/ 1000740 w 2303329"/>
              <a:gd name="connsiteY12" fmla="*/ 292231 h 1862238"/>
              <a:gd name="connsiteX13" fmla="*/ 1268159 w 2303329"/>
              <a:gd name="connsiteY13" fmla="*/ 274978 h 1862238"/>
              <a:gd name="connsiteX14" fmla="*/ 1294038 w 2303329"/>
              <a:gd name="connsiteY14" fmla="*/ 266352 h 1862238"/>
              <a:gd name="connsiteX15" fmla="*/ 1371676 w 2303329"/>
              <a:gd name="connsiteY15" fmla="*/ 214593 h 1862238"/>
              <a:gd name="connsiteX16" fmla="*/ 1388929 w 2303329"/>
              <a:gd name="connsiteY16" fmla="*/ 188714 h 1862238"/>
              <a:gd name="connsiteX17" fmla="*/ 1518325 w 2303329"/>
              <a:gd name="connsiteY17" fmla="*/ 119703 h 1862238"/>
              <a:gd name="connsiteX18" fmla="*/ 1544204 w 2303329"/>
              <a:gd name="connsiteY18" fmla="*/ 111076 h 1862238"/>
              <a:gd name="connsiteX19" fmla="*/ 1587336 w 2303329"/>
              <a:gd name="connsiteY19" fmla="*/ 85197 h 1862238"/>
              <a:gd name="connsiteX20" fmla="*/ 1630468 w 2303329"/>
              <a:gd name="connsiteY20" fmla="*/ 76570 h 1862238"/>
              <a:gd name="connsiteX21" fmla="*/ 1656348 w 2303329"/>
              <a:gd name="connsiteY21" fmla="*/ 67944 h 1862238"/>
              <a:gd name="connsiteX22" fmla="*/ 1690853 w 2303329"/>
              <a:gd name="connsiteY22" fmla="*/ 59318 h 1862238"/>
              <a:gd name="connsiteX23" fmla="*/ 1759865 w 2303329"/>
              <a:gd name="connsiteY23" fmla="*/ 33438 h 1862238"/>
              <a:gd name="connsiteX24" fmla="*/ 1794370 w 2303329"/>
              <a:gd name="connsiteY24" fmla="*/ 16186 h 1862238"/>
              <a:gd name="connsiteX25" fmla="*/ 1854755 w 2303329"/>
              <a:gd name="connsiteY25" fmla="*/ 7559 h 1862238"/>
              <a:gd name="connsiteX26" fmla="*/ 2122174 w 2303329"/>
              <a:gd name="connsiteY26" fmla="*/ 16186 h 1862238"/>
              <a:gd name="connsiteX27" fmla="*/ 2156680 w 2303329"/>
              <a:gd name="connsiteY27" fmla="*/ 24812 h 1862238"/>
              <a:gd name="connsiteX28" fmla="*/ 2191185 w 2303329"/>
              <a:gd name="connsiteY28" fmla="*/ 42065 h 1862238"/>
              <a:gd name="connsiteX29" fmla="*/ 2225691 w 2303329"/>
              <a:gd name="connsiteY29" fmla="*/ 85197 h 1862238"/>
              <a:gd name="connsiteX30" fmla="*/ 2277449 w 2303329"/>
              <a:gd name="connsiteY30" fmla="*/ 119703 h 1862238"/>
              <a:gd name="connsiteX31" fmla="*/ 2286076 w 2303329"/>
              <a:gd name="connsiteY31" fmla="*/ 162835 h 1862238"/>
              <a:gd name="connsiteX32" fmla="*/ 2294702 w 2303329"/>
              <a:gd name="connsiteY32" fmla="*/ 197340 h 1862238"/>
              <a:gd name="connsiteX33" fmla="*/ 2303329 w 2303329"/>
              <a:gd name="connsiteY33" fmla="*/ 266352 h 1862238"/>
              <a:gd name="connsiteX34" fmla="*/ 2294702 w 2303329"/>
              <a:gd name="connsiteY34" fmla="*/ 628661 h 1862238"/>
              <a:gd name="connsiteX35" fmla="*/ 2277449 w 2303329"/>
              <a:gd name="connsiteY35" fmla="*/ 663167 h 1862238"/>
              <a:gd name="connsiteX36" fmla="*/ 2268823 w 2303329"/>
              <a:gd name="connsiteY36" fmla="*/ 714925 h 1862238"/>
              <a:gd name="connsiteX37" fmla="*/ 2242944 w 2303329"/>
              <a:gd name="connsiteY37" fmla="*/ 792563 h 1862238"/>
              <a:gd name="connsiteX38" fmla="*/ 2217065 w 2303329"/>
              <a:gd name="connsiteY38" fmla="*/ 904706 h 1862238"/>
              <a:gd name="connsiteX39" fmla="*/ 2208438 w 2303329"/>
              <a:gd name="connsiteY39" fmla="*/ 947838 h 1862238"/>
              <a:gd name="connsiteX40" fmla="*/ 2148053 w 2303329"/>
              <a:gd name="connsiteY40" fmla="*/ 1111740 h 1862238"/>
              <a:gd name="connsiteX41" fmla="*/ 2096295 w 2303329"/>
              <a:gd name="connsiteY41" fmla="*/ 1215257 h 1862238"/>
              <a:gd name="connsiteX42" fmla="*/ 2053163 w 2303329"/>
              <a:gd name="connsiteY42" fmla="*/ 1336027 h 1862238"/>
              <a:gd name="connsiteX43" fmla="*/ 2018657 w 2303329"/>
              <a:gd name="connsiteY43" fmla="*/ 1361906 h 1862238"/>
              <a:gd name="connsiteX44" fmla="*/ 1958272 w 2303329"/>
              <a:gd name="connsiteY44" fmla="*/ 1439544 h 1862238"/>
              <a:gd name="connsiteX45" fmla="*/ 1923766 w 2303329"/>
              <a:gd name="connsiteY45" fmla="*/ 1491303 h 1862238"/>
              <a:gd name="connsiteX46" fmla="*/ 1889261 w 2303329"/>
              <a:gd name="connsiteY46" fmla="*/ 1517182 h 1862238"/>
              <a:gd name="connsiteX47" fmla="*/ 1820249 w 2303329"/>
              <a:gd name="connsiteY47" fmla="*/ 1586193 h 1862238"/>
              <a:gd name="connsiteX48" fmla="*/ 1742612 w 2303329"/>
              <a:gd name="connsiteY48" fmla="*/ 1655204 h 1862238"/>
              <a:gd name="connsiteX49" fmla="*/ 1725359 w 2303329"/>
              <a:gd name="connsiteY49" fmla="*/ 1681084 h 1862238"/>
              <a:gd name="connsiteX50" fmla="*/ 1690853 w 2303329"/>
              <a:gd name="connsiteY50" fmla="*/ 1698337 h 1862238"/>
              <a:gd name="connsiteX51" fmla="*/ 1647721 w 2303329"/>
              <a:gd name="connsiteY51" fmla="*/ 1724216 h 1862238"/>
              <a:gd name="connsiteX52" fmla="*/ 1613215 w 2303329"/>
              <a:gd name="connsiteY52" fmla="*/ 1750095 h 1862238"/>
              <a:gd name="connsiteX53" fmla="*/ 1570083 w 2303329"/>
              <a:gd name="connsiteY53" fmla="*/ 1767348 h 1862238"/>
              <a:gd name="connsiteX54" fmla="*/ 1475193 w 2303329"/>
              <a:gd name="connsiteY54" fmla="*/ 1810480 h 1862238"/>
              <a:gd name="connsiteX55" fmla="*/ 845465 w 2303329"/>
              <a:gd name="connsiteY55" fmla="*/ 1836359 h 1862238"/>
              <a:gd name="connsiteX56" fmla="*/ 741948 w 2303329"/>
              <a:gd name="connsiteY56" fmla="*/ 1862238 h 1862238"/>
              <a:gd name="connsiteX57" fmla="*/ 621178 w 2303329"/>
              <a:gd name="connsiteY57" fmla="*/ 1853612 h 1862238"/>
              <a:gd name="connsiteX58" fmla="*/ 569419 w 2303329"/>
              <a:gd name="connsiteY58" fmla="*/ 1819106 h 1862238"/>
              <a:gd name="connsiteX59" fmla="*/ 526287 w 2303329"/>
              <a:gd name="connsiteY59" fmla="*/ 1793227 h 1862238"/>
              <a:gd name="connsiteX60" fmla="*/ 422770 w 2303329"/>
              <a:gd name="connsiteY60" fmla="*/ 1706963 h 1862238"/>
              <a:gd name="connsiteX61" fmla="*/ 379638 w 2303329"/>
              <a:gd name="connsiteY61" fmla="*/ 1655204 h 1862238"/>
              <a:gd name="connsiteX62" fmla="*/ 319253 w 2303329"/>
              <a:gd name="connsiteY62" fmla="*/ 1603446 h 1862238"/>
              <a:gd name="connsiteX63" fmla="*/ 241615 w 2303329"/>
              <a:gd name="connsiteY63" fmla="*/ 1456797 h 1862238"/>
              <a:gd name="connsiteX64" fmla="*/ 215736 w 2303329"/>
              <a:gd name="connsiteY64" fmla="*/ 1422291 h 1862238"/>
              <a:gd name="connsiteX65" fmla="*/ 181231 w 2303329"/>
              <a:gd name="connsiteY65" fmla="*/ 1353280 h 1862238"/>
              <a:gd name="connsiteX66" fmla="*/ 155351 w 2303329"/>
              <a:gd name="connsiteY66" fmla="*/ 1068608 h 1862238"/>
              <a:gd name="connsiteX67" fmla="*/ 138098 w 2303329"/>
              <a:gd name="connsiteY67" fmla="*/ 965091 h 1862238"/>
              <a:gd name="connsiteX68" fmla="*/ 129472 w 2303329"/>
              <a:gd name="connsiteY68" fmla="*/ 904706 h 1862238"/>
              <a:gd name="connsiteX69" fmla="*/ 112219 w 2303329"/>
              <a:gd name="connsiteY69" fmla="*/ 809816 h 1862238"/>
              <a:gd name="connsiteX70" fmla="*/ 103593 w 2303329"/>
              <a:gd name="connsiteY70" fmla="*/ 749431 h 1862238"/>
              <a:gd name="connsiteX71" fmla="*/ 86340 w 2303329"/>
              <a:gd name="connsiteY71" fmla="*/ 706299 h 1862238"/>
              <a:gd name="connsiteX72" fmla="*/ 77714 w 2303329"/>
              <a:gd name="connsiteY72" fmla="*/ 654540 h 1862238"/>
              <a:gd name="connsiteX73" fmla="*/ 43208 w 2303329"/>
              <a:gd name="connsiteY73" fmla="*/ 568276 h 1862238"/>
              <a:gd name="connsiteX74" fmla="*/ 17329 w 2303329"/>
              <a:gd name="connsiteY74" fmla="*/ 490638 h 1862238"/>
              <a:gd name="connsiteX75" fmla="*/ 76 w 2303329"/>
              <a:gd name="connsiteY75" fmla="*/ 404374 h 1862238"/>
              <a:gd name="connsiteX76" fmla="*/ 8702 w 2303329"/>
              <a:gd name="connsiteY76" fmla="*/ 42065 h 186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03329" h="1862238">
                <a:moveTo>
                  <a:pt x="8702" y="42065"/>
                </a:moveTo>
                <a:cubicBezTo>
                  <a:pt x="31706" y="-24071"/>
                  <a:pt x="106303" y="7559"/>
                  <a:pt x="138098" y="7559"/>
                </a:cubicBezTo>
                <a:cubicBezTo>
                  <a:pt x="241775" y="7559"/>
                  <a:pt x="345132" y="19061"/>
                  <a:pt x="448649" y="24812"/>
                </a:cubicBezTo>
                <a:cubicBezTo>
                  <a:pt x="460151" y="27687"/>
                  <a:pt x="472258" y="28768"/>
                  <a:pt x="483155" y="33438"/>
                </a:cubicBezTo>
                <a:cubicBezTo>
                  <a:pt x="503690" y="42238"/>
                  <a:pt x="553124" y="89350"/>
                  <a:pt x="560793" y="93823"/>
                </a:cubicBezTo>
                <a:cubicBezTo>
                  <a:pt x="576544" y="103011"/>
                  <a:pt x="625715" y="114367"/>
                  <a:pt x="647057" y="119703"/>
                </a:cubicBezTo>
                <a:cubicBezTo>
                  <a:pt x="658559" y="131205"/>
                  <a:pt x="668550" y="144448"/>
                  <a:pt x="681563" y="154208"/>
                </a:cubicBezTo>
                <a:cubicBezTo>
                  <a:pt x="710310" y="175768"/>
                  <a:pt x="727740" y="169838"/>
                  <a:pt x="759200" y="188714"/>
                </a:cubicBezTo>
                <a:cubicBezTo>
                  <a:pt x="774988" y="198187"/>
                  <a:pt x="786719" y="213462"/>
                  <a:pt x="802332" y="223220"/>
                </a:cubicBezTo>
                <a:cubicBezTo>
                  <a:pt x="815088" y="231192"/>
                  <a:pt x="862885" y="238592"/>
                  <a:pt x="871344" y="240472"/>
                </a:cubicBezTo>
                <a:cubicBezTo>
                  <a:pt x="893579" y="245413"/>
                  <a:pt x="910779" y="249869"/>
                  <a:pt x="931729" y="257725"/>
                </a:cubicBezTo>
                <a:cubicBezTo>
                  <a:pt x="946228" y="263162"/>
                  <a:pt x="961011" y="268053"/>
                  <a:pt x="974861" y="274978"/>
                </a:cubicBezTo>
                <a:cubicBezTo>
                  <a:pt x="984134" y="279615"/>
                  <a:pt x="992114" y="286480"/>
                  <a:pt x="1000740" y="292231"/>
                </a:cubicBezTo>
                <a:cubicBezTo>
                  <a:pt x="1089880" y="286480"/>
                  <a:pt x="1179180" y="282829"/>
                  <a:pt x="1268159" y="274978"/>
                </a:cubicBezTo>
                <a:cubicBezTo>
                  <a:pt x="1277217" y="274179"/>
                  <a:pt x="1285680" y="269934"/>
                  <a:pt x="1294038" y="266352"/>
                </a:cubicBezTo>
                <a:cubicBezTo>
                  <a:pt x="1325642" y="252807"/>
                  <a:pt x="1346236" y="240033"/>
                  <a:pt x="1371676" y="214593"/>
                </a:cubicBezTo>
                <a:cubicBezTo>
                  <a:pt x="1379007" y="207262"/>
                  <a:pt x="1380745" y="195079"/>
                  <a:pt x="1388929" y="188714"/>
                </a:cubicBezTo>
                <a:cubicBezTo>
                  <a:pt x="1402907" y="177842"/>
                  <a:pt x="1504835" y="124200"/>
                  <a:pt x="1518325" y="119703"/>
                </a:cubicBezTo>
                <a:cubicBezTo>
                  <a:pt x="1526951" y="116827"/>
                  <a:pt x="1536071" y="115143"/>
                  <a:pt x="1544204" y="111076"/>
                </a:cubicBezTo>
                <a:cubicBezTo>
                  <a:pt x="1559201" y="103578"/>
                  <a:pt x="1571769" y="91424"/>
                  <a:pt x="1587336" y="85197"/>
                </a:cubicBezTo>
                <a:cubicBezTo>
                  <a:pt x="1600949" y="79752"/>
                  <a:pt x="1616244" y="80126"/>
                  <a:pt x="1630468" y="76570"/>
                </a:cubicBezTo>
                <a:cubicBezTo>
                  <a:pt x="1639290" y="74365"/>
                  <a:pt x="1647605" y="70442"/>
                  <a:pt x="1656348" y="67944"/>
                </a:cubicBezTo>
                <a:cubicBezTo>
                  <a:pt x="1667748" y="64687"/>
                  <a:pt x="1679351" y="62193"/>
                  <a:pt x="1690853" y="59318"/>
                </a:cubicBezTo>
                <a:cubicBezTo>
                  <a:pt x="1786915" y="11287"/>
                  <a:pt x="1665909" y="68671"/>
                  <a:pt x="1759865" y="33438"/>
                </a:cubicBezTo>
                <a:cubicBezTo>
                  <a:pt x="1771905" y="28923"/>
                  <a:pt x="1781964" y="19569"/>
                  <a:pt x="1794370" y="16186"/>
                </a:cubicBezTo>
                <a:cubicBezTo>
                  <a:pt x="1813986" y="10836"/>
                  <a:pt x="1834627" y="10435"/>
                  <a:pt x="1854755" y="7559"/>
                </a:cubicBezTo>
                <a:cubicBezTo>
                  <a:pt x="1943895" y="10435"/>
                  <a:pt x="2033133" y="11098"/>
                  <a:pt x="2122174" y="16186"/>
                </a:cubicBezTo>
                <a:cubicBezTo>
                  <a:pt x="2134011" y="16862"/>
                  <a:pt x="2145579" y="20649"/>
                  <a:pt x="2156680" y="24812"/>
                </a:cubicBezTo>
                <a:cubicBezTo>
                  <a:pt x="2168721" y="29327"/>
                  <a:pt x="2179683" y="36314"/>
                  <a:pt x="2191185" y="42065"/>
                </a:cubicBezTo>
                <a:cubicBezTo>
                  <a:pt x="2202687" y="56442"/>
                  <a:pt x="2212005" y="72880"/>
                  <a:pt x="2225691" y="85197"/>
                </a:cubicBezTo>
                <a:cubicBezTo>
                  <a:pt x="2241103" y="99068"/>
                  <a:pt x="2277449" y="119703"/>
                  <a:pt x="2277449" y="119703"/>
                </a:cubicBezTo>
                <a:cubicBezTo>
                  <a:pt x="2280325" y="134080"/>
                  <a:pt x="2282895" y="148522"/>
                  <a:pt x="2286076" y="162835"/>
                </a:cubicBezTo>
                <a:cubicBezTo>
                  <a:pt x="2288648" y="174408"/>
                  <a:pt x="2292753" y="185646"/>
                  <a:pt x="2294702" y="197340"/>
                </a:cubicBezTo>
                <a:cubicBezTo>
                  <a:pt x="2298513" y="220208"/>
                  <a:pt x="2300453" y="243348"/>
                  <a:pt x="2303329" y="266352"/>
                </a:cubicBezTo>
                <a:cubicBezTo>
                  <a:pt x="2300453" y="387122"/>
                  <a:pt x="2302564" y="508113"/>
                  <a:pt x="2294702" y="628661"/>
                </a:cubicBezTo>
                <a:cubicBezTo>
                  <a:pt x="2293865" y="641493"/>
                  <a:pt x="2281144" y="650850"/>
                  <a:pt x="2277449" y="663167"/>
                </a:cubicBezTo>
                <a:cubicBezTo>
                  <a:pt x="2272423" y="679920"/>
                  <a:pt x="2272253" y="697774"/>
                  <a:pt x="2268823" y="714925"/>
                </a:cubicBezTo>
                <a:cubicBezTo>
                  <a:pt x="2261394" y="752074"/>
                  <a:pt x="2258132" y="754592"/>
                  <a:pt x="2242944" y="792563"/>
                </a:cubicBezTo>
                <a:cubicBezTo>
                  <a:pt x="2226450" y="908016"/>
                  <a:pt x="2245483" y="800507"/>
                  <a:pt x="2217065" y="904706"/>
                </a:cubicBezTo>
                <a:cubicBezTo>
                  <a:pt x="2213207" y="918851"/>
                  <a:pt x="2212296" y="933693"/>
                  <a:pt x="2208438" y="947838"/>
                </a:cubicBezTo>
                <a:cubicBezTo>
                  <a:pt x="2198605" y="983893"/>
                  <a:pt x="2153482" y="1100881"/>
                  <a:pt x="2148053" y="1111740"/>
                </a:cubicBezTo>
                <a:cubicBezTo>
                  <a:pt x="2130800" y="1146246"/>
                  <a:pt x="2106893" y="1178163"/>
                  <a:pt x="2096295" y="1215257"/>
                </a:cubicBezTo>
                <a:cubicBezTo>
                  <a:pt x="2087275" y="1246827"/>
                  <a:pt x="2072382" y="1308571"/>
                  <a:pt x="2053163" y="1336027"/>
                </a:cubicBezTo>
                <a:cubicBezTo>
                  <a:pt x="2044918" y="1347805"/>
                  <a:pt x="2030159" y="1353280"/>
                  <a:pt x="2018657" y="1361906"/>
                </a:cubicBezTo>
                <a:cubicBezTo>
                  <a:pt x="1955737" y="1466773"/>
                  <a:pt x="2032450" y="1346821"/>
                  <a:pt x="1958272" y="1439544"/>
                </a:cubicBezTo>
                <a:cubicBezTo>
                  <a:pt x="1945319" y="1455736"/>
                  <a:pt x="1937542" y="1475805"/>
                  <a:pt x="1923766" y="1491303"/>
                </a:cubicBezTo>
                <a:cubicBezTo>
                  <a:pt x="1914214" y="1502049"/>
                  <a:pt x="1898813" y="1506436"/>
                  <a:pt x="1889261" y="1517182"/>
                </a:cubicBezTo>
                <a:cubicBezTo>
                  <a:pt x="1822639" y="1592131"/>
                  <a:pt x="1888795" y="1551920"/>
                  <a:pt x="1820249" y="1586193"/>
                </a:cubicBezTo>
                <a:cubicBezTo>
                  <a:pt x="1761846" y="1664066"/>
                  <a:pt x="1835297" y="1574104"/>
                  <a:pt x="1742612" y="1655204"/>
                </a:cubicBezTo>
                <a:cubicBezTo>
                  <a:pt x="1734809" y="1662031"/>
                  <a:pt x="1733324" y="1674447"/>
                  <a:pt x="1725359" y="1681084"/>
                </a:cubicBezTo>
                <a:cubicBezTo>
                  <a:pt x="1715480" y="1689317"/>
                  <a:pt x="1702094" y="1692092"/>
                  <a:pt x="1690853" y="1698337"/>
                </a:cubicBezTo>
                <a:cubicBezTo>
                  <a:pt x="1676196" y="1706480"/>
                  <a:pt x="1661672" y="1714916"/>
                  <a:pt x="1647721" y="1724216"/>
                </a:cubicBezTo>
                <a:cubicBezTo>
                  <a:pt x="1635758" y="1732191"/>
                  <a:pt x="1625783" y="1743113"/>
                  <a:pt x="1613215" y="1750095"/>
                </a:cubicBezTo>
                <a:cubicBezTo>
                  <a:pt x="1599679" y="1757615"/>
                  <a:pt x="1583933" y="1760423"/>
                  <a:pt x="1570083" y="1767348"/>
                </a:cubicBezTo>
                <a:cubicBezTo>
                  <a:pt x="1520738" y="1792021"/>
                  <a:pt x="1561078" y="1795672"/>
                  <a:pt x="1475193" y="1810480"/>
                </a:cubicBezTo>
                <a:cubicBezTo>
                  <a:pt x="1311432" y="1838715"/>
                  <a:pt x="944743" y="1834450"/>
                  <a:pt x="845465" y="1836359"/>
                </a:cubicBezTo>
                <a:cubicBezTo>
                  <a:pt x="813346" y="1847065"/>
                  <a:pt x="776798" y="1862238"/>
                  <a:pt x="741948" y="1862238"/>
                </a:cubicBezTo>
                <a:cubicBezTo>
                  <a:pt x="701589" y="1862238"/>
                  <a:pt x="661435" y="1856487"/>
                  <a:pt x="621178" y="1853612"/>
                </a:cubicBezTo>
                <a:cubicBezTo>
                  <a:pt x="603925" y="1842110"/>
                  <a:pt x="586913" y="1830238"/>
                  <a:pt x="569419" y="1819106"/>
                </a:cubicBezTo>
                <a:cubicBezTo>
                  <a:pt x="555274" y="1810104"/>
                  <a:pt x="540238" y="1802527"/>
                  <a:pt x="526287" y="1793227"/>
                </a:cubicBezTo>
                <a:cubicBezTo>
                  <a:pt x="496151" y="1773136"/>
                  <a:pt x="441323" y="1725516"/>
                  <a:pt x="422770" y="1706963"/>
                </a:cubicBezTo>
                <a:cubicBezTo>
                  <a:pt x="406890" y="1691083"/>
                  <a:pt x="395518" y="1671084"/>
                  <a:pt x="379638" y="1655204"/>
                </a:cubicBezTo>
                <a:cubicBezTo>
                  <a:pt x="360892" y="1636458"/>
                  <a:pt x="335970" y="1624021"/>
                  <a:pt x="319253" y="1603446"/>
                </a:cubicBezTo>
                <a:cubicBezTo>
                  <a:pt x="252159" y="1520869"/>
                  <a:pt x="283362" y="1533333"/>
                  <a:pt x="241615" y="1456797"/>
                </a:cubicBezTo>
                <a:cubicBezTo>
                  <a:pt x="234730" y="1444175"/>
                  <a:pt x="222980" y="1434710"/>
                  <a:pt x="215736" y="1422291"/>
                </a:cubicBezTo>
                <a:cubicBezTo>
                  <a:pt x="202777" y="1400076"/>
                  <a:pt x="192733" y="1376284"/>
                  <a:pt x="181231" y="1353280"/>
                </a:cubicBezTo>
                <a:cubicBezTo>
                  <a:pt x="148241" y="1122353"/>
                  <a:pt x="176878" y="1348456"/>
                  <a:pt x="155351" y="1068608"/>
                </a:cubicBezTo>
                <a:cubicBezTo>
                  <a:pt x="151322" y="1016232"/>
                  <a:pt x="145903" y="1011919"/>
                  <a:pt x="138098" y="965091"/>
                </a:cubicBezTo>
                <a:cubicBezTo>
                  <a:pt x="134755" y="945035"/>
                  <a:pt x="132564" y="924802"/>
                  <a:pt x="129472" y="904706"/>
                </a:cubicBezTo>
                <a:cubicBezTo>
                  <a:pt x="100710" y="717747"/>
                  <a:pt x="139135" y="971312"/>
                  <a:pt x="112219" y="809816"/>
                </a:cubicBezTo>
                <a:cubicBezTo>
                  <a:pt x="108876" y="789760"/>
                  <a:pt x="108524" y="769157"/>
                  <a:pt x="103593" y="749431"/>
                </a:cubicBezTo>
                <a:cubicBezTo>
                  <a:pt x="99837" y="734408"/>
                  <a:pt x="92091" y="720676"/>
                  <a:pt x="86340" y="706299"/>
                </a:cubicBezTo>
                <a:cubicBezTo>
                  <a:pt x="83465" y="689046"/>
                  <a:pt x="82931" y="671235"/>
                  <a:pt x="77714" y="654540"/>
                </a:cubicBezTo>
                <a:cubicBezTo>
                  <a:pt x="68477" y="624980"/>
                  <a:pt x="50719" y="598321"/>
                  <a:pt x="43208" y="568276"/>
                </a:cubicBezTo>
                <a:cubicBezTo>
                  <a:pt x="22540" y="485601"/>
                  <a:pt x="49808" y="588070"/>
                  <a:pt x="17329" y="490638"/>
                </a:cubicBezTo>
                <a:cubicBezTo>
                  <a:pt x="8748" y="464895"/>
                  <a:pt x="4325" y="429867"/>
                  <a:pt x="76" y="404374"/>
                </a:cubicBezTo>
                <a:cubicBezTo>
                  <a:pt x="17616" y="53574"/>
                  <a:pt x="-14302" y="108201"/>
                  <a:pt x="8702" y="42065"/>
                </a:cubicBezTo>
                <a:close/>
              </a:path>
            </a:pathLst>
          </a:cu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5B45751E-CE17-AF24-4B99-87632BED944B}"/>
              </a:ext>
            </a:extLst>
          </p:cNvPr>
          <p:cNvSpPr txBox="1"/>
          <p:nvPr/>
        </p:nvSpPr>
        <p:spPr>
          <a:xfrm>
            <a:off x="3200400" y="1363496"/>
            <a:ext cx="356188" cy="400110"/>
          </a:xfrm>
          <a:prstGeom prst="rect">
            <a:avLst/>
          </a:prstGeom>
          <a:noFill/>
        </p:spPr>
        <p:txBody>
          <a:bodyPr wrap="none" rtlCol="0">
            <a:spAutoFit/>
          </a:bodyPr>
          <a:lstStyle/>
          <a:p>
            <a:r>
              <a:rPr lang="en-US" dirty="0"/>
              <a:t>A</a:t>
            </a:r>
            <a:endParaRPr lang="en-IN" dirty="0"/>
          </a:p>
        </p:txBody>
      </p:sp>
      <p:sp>
        <p:nvSpPr>
          <p:cNvPr id="6" name="TextBox 5">
            <a:extLst>
              <a:ext uri="{FF2B5EF4-FFF2-40B4-BE49-F238E27FC236}">
                <a16:creationId xmlns:a16="http://schemas.microsoft.com/office/drawing/2014/main" id="{D0E8ADB4-C052-387E-F20D-106D67DE98BF}"/>
              </a:ext>
            </a:extLst>
          </p:cNvPr>
          <p:cNvSpPr txBox="1"/>
          <p:nvPr/>
        </p:nvSpPr>
        <p:spPr>
          <a:xfrm>
            <a:off x="5059044" y="1363496"/>
            <a:ext cx="356188" cy="400110"/>
          </a:xfrm>
          <a:prstGeom prst="rect">
            <a:avLst/>
          </a:prstGeom>
          <a:noFill/>
        </p:spPr>
        <p:txBody>
          <a:bodyPr wrap="none" rtlCol="0">
            <a:spAutoFit/>
          </a:bodyPr>
          <a:lstStyle/>
          <a:p>
            <a:r>
              <a:rPr lang="en-US" dirty="0"/>
              <a:t>B</a:t>
            </a:r>
            <a:endParaRPr lang="en-IN" dirty="0"/>
          </a:p>
        </p:txBody>
      </p:sp>
      <p:sp>
        <p:nvSpPr>
          <p:cNvPr id="8" name="TextBox 7">
            <a:extLst>
              <a:ext uri="{FF2B5EF4-FFF2-40B4-BE49-F238E27FC236}">
                <a16:creationId xmlns:a16="http://schemas.microsoft.com/office/drawing/2014/main" id="{B454E455-516D-0FDD-E78D-FDF690671922}"/>
              </a:ext>
            </a:extLst>
          </p:cNvPr>
          <p:cNvSpPr txBox="1"/>
          <p:nvPr/>
        </p:nvSpPr>
        <p:spPr>
          <a:xfrm>
            <a:off x="4139612" y="5105400"/>
            <a:ext cx="370614" cy="400110"/>
          </a:xfrm>
          <a:prstGeom prst="rect">
            <a:avLst/>
          </a:prstGeom>
          <a:noFill/>
        </p:spPr>
        <p:txBody>
          <a:bodyPr wrap="none" rtlCol="0">
            <a:spAutoFit/>
          </a:bodyPr>
          <a:lstStyle/>
          <a:p>
            <a:r>
              <a:rPr lang="en-US" dirty="0"/>
              <a:t>C</a:t>
            </a:r>
            <a:endParaRPr lang="en-IN" dirty="0"/>
          </a:p>
        </p:txBody>
      </p:sp>
      <p:sp>
        <p:nvSpPr>
          <p:cNvPr id="7" name="TextBox 6">
            <a:extLst>
              <a:ext uri="{FF2B5EF4-FFF2-40B4-BE49-F238E27FC236}">
                <a16:creationId xmlns:a16="http://schemas.microsoft.com/office/drawing/2014/main" id="{925E650B-85AB-43D5-76BA-8A49F9745E02}"/>
              </a:ext>
            </a:extLst>
          </p:cNvPr>
          <p:cNvSpPr txBox="1"/>
          <p:nvPr/>
        </p:nvSpPr>
        <p:spPr>
          <a:xfrm>
            <a:off x="3365206" y="3228735"/>
            <a:ext cx="327334" cy="400110"/>
          </a:xfrm>
          <a:prstGeom prst="rect">
            <a:avLst/>
          </a:prstGeom>
          <a:noFill/>
        </p:spPr>
        <p:txBody>
          <a:bodyPr wrap="none" rtlCol="0">
            <a:spAutoFit/>
          </a:bodyPr>
          <a:lstStyle/>
          <a:p>
            <a:r>
              <a:rPr lang="en-US" dirty="0"/>
              <a:t>2</a:t>
            </a:r>
            <a:endParaRPr lang="en-IN" dirty="0"/>
          </a:p>
        </p:txBody>
      </p:sp>
      <p:sp>
        <p:nvSpPr>
          <p:cNvPr id="10" name="TextBox 9">
            <a:extLst>
              <a:ext uri="{FF2B5EF4-FFF2-40B4-BE49-F238E27FC236}">
                <a16:creationId xmlns:a16="http://schemas.microsoft.com/office/drawing/2014/main" id="{DB68C313-6034-225F-7F76-7BB4D647C767}"/>
              </a:ext>
            </a:extLst>
          </p:cNvPr>
          <p:cNvSpPr txBox="1"/>
          <p:nvPr/>
        </p:nvSpPr>
        <p:spPr>
          <a:xfrm>
            <a:off x="4730128" y="3212969"/>
            <a:ext cx="327334" cy="400110"/>
          </a:xfrm>
          <a:prstGeom prst="rect">
            <a:avLst/>
          </a:prstGeom>
          <a:noFill/>
        </p:spPr>
        <p:txBody>
          <a:bodyPr wrap="none" rtlCol="0">
            <a:spAutoFit/>
          </a:bodyPr>
          <a:lstStyle/>
          <a:p>
            <a:r>
              <a:rPr lang="en-US" dirty="0"/>
              <a:t>1</a:t>
            </a:r>
            <a:endParaRPr lang="en-IN" dirty="0"/>
          </a:p>
        </p:txBody>
      </p:sp>
      <p:sp>
        <p:nvSpPr>
          <p:cNvPr id="11" name="TextBox 10">
            <a:extLst>
              <a:ext uri="{FF2B5EF4-FFF2-40B4-BE49-F238E27FC236}">
                <a16:creationId xmlns:a16="http://schemas.microsoft.com/office/drawing/2014/main" id="{06E1DA36-DF8F-C981-6D40-02E637088B69}"/>
              </a:ext>
            </a:extLst>
          </p:cNvPr>
          <p:cNvSpPr txBox="1"/>
          <p:nvPr/>
        </p:nvSpPr>
        <p:spPr>
          <a:xfrm>
            <a:off x="3975945" y="2521574"/>
            <a:ext cx="327334" cy="400110"/>
          </a:xfrm>
          <a:prstGeom prst="rect">
            <a:avLst/>
          </a:prstGeom>
          <a:noFill/>
        </p:spPr>
        <p:txBody>
          <a:bodyPr wrap="none" rtlCol="0">
            <a:spAutoFit/>
          </a:bodyPr>
          <a:lstStyle/>
          <a:p>
            <a:r>
              <a:rPr lang="en-US" dirty="0"/>
              <a:t>1</a:t>
            </a:r>
            <a:endParaRPr lang="en-IN" dirty="0"/>
          </a:p>
        </p:txBody>
      </p:sp>
      <p:sp>
        <p:nvSpPr>
          <p:cNvPr id="12" name="TextBox 11">
            <a:extLst>
              <a:ext uri="{FF2B5EF4-FFF2-40B4-BE49-F238E27FC236}">
                <a16:creationId xmlns:a16="http://schemas.microsoft.com/office/drawing/2014/main" id="{99A8B444-A224-C11E-55D3-A9AB030D661E}"/>
              </a:ext>
            </a:extLst>
          </p:cNvPr>
          <p:cNvSpPr txBox="1"/>
          <p:nvPr/>
        </p:nvSpPr>
        <p:spPr>
          <a:xfrm>
            <a:off x="3200400" y="2437820"/>
            <a:ext cx="327334" cy="400110"/>
          </a:xfrm>
          <a:prstGeom prst="rect">
            <a:avLst/>
          </a:prstGeom>
          <a:noFill/>
        </p:spPr>
        <p:txBody>
          <a:bodyPr wrap="none" rtlCol="0">
            <a:spAutoFit/>
          </a:bodyPr>
          <a:lstStyle/>
          <a:p>
            <a:r>
              <a:rPr lang="en-US" dirty="0"/>
              <a:t>3</a:t>
            </a:r>
            <a:endParaRPr lang="en-IN" dirty="0"/>
          </a:p>
        </p:txBody>
      </p:sp>
      <p:sp>
        <p:nvSpPr>
          <p:cNvPr id="13" name="TextBox 12">
            <a:extLst>
              <a:ext uri="{FF2B5EF4-FFF2-40B4-BE49-F238E27FC236}">
                <a16:creationId xmlns:a16="http://schemas.microsoft.com/office/drawing/2014/main" id="{BF51C86C-7F3A-6D6F-4425-141F399A4468}"/>
              </a:ext>
            </a:extLst>
          </p:cNvPr>
          <p:cNvSpPr txBox="1"/>
          <p:nvPr/>
        </p:nvSpPr>
        <p:spPr>
          <a:xfrm>
            <a:off x="4904263" y="2475201"/>
            <a:ext cx="327334" cy="400110"/>
          </a:xfrm>
          <a:prstGeom prst="rect">
            <a:avLst/>
          </a:prstGeom>
          <a:noFill/>
        </p:spPr>
        <p:txBody>
          <a:bodyPr wrap="none" rtlCol="0">
            <a:spAutoFit/>
          </a:bodyPr>
          <a:lstStyle/>
          <a:p>
            <a:r>
              <a:rPr lang="en-US" dirty="0"/>
              <a:t>4</a:t>
            </a:r>
            <a:endParaRPr lang="en-IN" dirty="0"/>
          </a:p>
        </p:txBody>
      </p:sp>
      <p:sp>
        <p:nvSpPr>
          <p:cNvPr id="14" name="TextBox 13">
            <a:extLst>
              <a:ext uri="{FF2B5EF4-FFF2-40B4-BE49-F238E27FC236}">
                <a16:creationId xmlns:a16="http://schemas.microsoft.com/office/drawing/2014/main" id="{63FE4E5C-460A-9B6B-8D45-47205141CE54}"/>
              </a:ext>
            </a:extLst>
          </p:cNvPr>
          <p:cNvSpPr txBox="1"/>
          <p:nvPr/>
        </p:nvSpPr>
        <p:spPr>
          <a:xfrm>
            <a:off x="4102057" y="4029974"/>
            <a:ext cx="327334" cy="400110"/>
          </a:xfrm>
          <a:prstGeom prst="rect">
            <a:avLst/>
          </a:prstGeom>
          <a:noFill/>
        </p:spPr>
        <p:txBody>
          <a:bodyPr wrap="none" rtlCol="0">
            <a:spAutoFit/>
          </a:bodyPr>
          <a:lstStyle/>
          <a:p>
            <a:r>
              <a:rPr lang="en-US" dirty="0"/>
              <a:t>3</a:t>
            </a:r>
            <a:endParaRPr lang="en-IN" dirty="0"/>
          </a:p>
        </p:txBody>
      </p:sp>
    </p:spTree>
    <p:extLst>
      <p:ext uri="{BB962C8B-B14F-4D97-AF65-F5344CB8AC3E}">
        <p14:creationId xmlns:p14="http://schemas.microsoft.com/office/powerpoint/2010/main" val="4026623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30</a:t>
            </a:fld>
            <a:endParaRPr lang="en-US" sz="1600" b="1" dirty="0">
              <a:latin typeface="Bookman Old Style" panose="02050604050505020204" pitchFamily="18" charset="0"/>
            </a:endParaRPr>
          </a:p>
        </p:txBody>
      </p:sp>
      <p:grpSp>
        <p:nvGrpSpPr>
          <p:cNvPr id="18" name="Group 17">
            <a:extLst>
              <a:ext uri="{FF2B5EF4-FFF2-40B4-BE49-F238E27FC236}">
                <a16:creationId xmlns:a16="http://schemas.microsoft.com/office/drawing/2014/main" id="{85489D66-A5D1-4D5A-7E73-BF6D809EA8D1}"/>
              </a:ext>
            </a:extLst>
          </p:cNvPr>
          <p:cNvGrpSpPr/>
          <p:nvPr/>
        </p:nvGrpSpPr>
        <p:grpSpPr>
          <a:xfrm>
            <a:off x="5791200" y="990600"/>
            <a:ext cx="3124200" cy="3429000"/>
            <a:chOff x="2286000" y="1219200"/>
            <a:chExt cx="3810000" cy="4343400"/>
          </a:xfrm>
        </p:grpSpPr>
        <p:sp>
          <p:nvSpPr>
            <p:cNvPr id="3" name="Oval 2">
              <a:extLst>
                <a:ext uri="{FF2B5EF4-FFF2-40B4-BE49-F238E27FC236}">
                  <a16:creationId xmlns:a16="http://schemas.microsoft.com/office/drawing/2014/main" id="{81D05B19-4A94-FCF1-CA17-E94E3103B8CF}"/>
                </a:ext>
              </a:extLst>
            </p:cNvPr>
            <p:cNvSpPr/>
            <p:nvPr/>
          </p:nvSpPr>
          <p:spPr>
            <a:xfrm>
              <a:off x="2590800"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DAEE477D-3B25-524C-2CCB-E035A8F4D196}"/>
                </a:ext>
              </a:extLst>
            </p:cNvPr>
            <p:cNvSpPr/>
            <p:nvPr/>
          </p:nvSpPr>
          <p:spPr>
            <a:xfrm>
              <a:off x="3817189" y="1828800"/>
              <a:ext cx="1905000" cy="1828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Freeform: Shape 8">
              <a:extLst>
                <a:ext uri="{FF2B5EF4-FFF2-40B4-BE49-F238E27FC236}">
                  <a16:creationId xmlns:a16="http://schemas.microsoft.com/office/drawing/2014/main" id="{EF372371-75C2-09A0-C482-712B6F857D0D}"/>
                </a:ext>
              </a:extLst>
            </p:cNvPr>
            <p:cNvSpPr/>
            <p:nvPr/>
          </p:nvSpPr>
          <p:spPr>
            <a:xfrm>
              <a:off x="3114060" y="3175588"/>
              <a:ext cx="2303329" cy="1862238"/>
            </a:xfrm>
            <a:custGeom>
              <a:avLst/>
              <a:gdLst>
                <a:gd name="connsiteX0" fmla="*/ 8702 w 2303329"/>
                <a:gd name="connsiteY0" fmla="*/ 42065 h 1862238"/>
                <a:gd name="connsiteX1" fmla="*/ 138098 w 2303329"/>
                <a:gd name="connsiteY1" fmla="*/ 7559 h 1862238"/>
                <a:gd name="connsiteX2" fmla="*/ 448649 w 2303329"/>
                <a:gd name="connsiteY2" fmla="*/ 24812 h 1862238"/>
                <a:gd name="connsiteX3" fmla="*/ 483155 w 2303329"/>
                <a:gd name="connsiteY3" fmla="*/ 33438 h 1862238"/>
                <a:gd name="connsiteX4" fmla="*/ 560793 w 2303329"/>
                <a:gd name="connsiteY4" fmla="*/ 93823 h 1862238"/>
                <a:gd name="connsiteX5" fmla="*/ 647057 w 2303329"/>
                <a:gd name="connsiteY5" fmla="*/ 119703 h 1862238"/>
                <a:gd name="connsiteX6" fmla="*/ 681563 w 2303329"/>
                <a:gd name="connsiteY6" fmla="*/ 154208 h 1862238"/>
                <a:gd name="connsiteX7" fmla="*/ 759200 w 2303329"/>
                <a:gd name="connsiteY7" fmla="*/ 188714 h 1862238"/>
                <a:gd name="connsiteX8" fmla="*/ 802332 w 2303329"/>
                <a:gd name="connsiteY8" fmla="*/ 223220 h 1862238"/>
                <a:gd name="connsiteX9" fmla="*/ 871344 w 2303329"/>
                <a:gd name="connsiteY9" fmla="*/ 240472 h 1862238"/>
                <a:gd name="connsiteX10" fmla="*/ 931729 w 2303329"/>
                <a:gd name="connsiteY10" fmla="*/ 257725 h 1862238"/>
                <a:gd name="connsiteX11" fmla="*/ 974861 w 2303329"/>
                <a:gd name="connsiteY11" fmla="*/ 274978 h 1862238"/>
                <a:gd name="connsiteX12" fmla="*/ 1000740 w 2303329"/>
                <a:gd name="connsiteY12" fmla="*/ 292231 h 1862238"/>
                <a:gd name="connsiteX13" fmla="*/ 1268159 w 2303329"/>
                <a:gd name="connsiteY13" fmla="*/ 274978 h 1862238"/>
                <a:gd name="connsiteX14" fmla="*/ 1294038 w 2303329"/>
                <a:gd name="connsiteY14" fmla="*/ 266352 h 1862238"/>
                <a:gd name="connsiteX15" fmla="*/ 1371676 w 2303329"/>
                <a:gd name="connsiteY15" fmla="*/ 214593 h 1862238"/>
                <a:gd name="connsiteX16" fmla="*/ 1388929 w 2303329"/>
                <a:gd name="connsiteY16" fmla="*/ 188714 h 1862238"/>
                <a:gd name="connsiteX17" fmla="*/ 1518325 w 2303329"/>
                <a:gd name="connsiteY17" fmla="*/ 119703 h 1862238"/>
                <a:gd name="connsiteX18" fmla="*/ 1544204 w 2303329"/>
                <a:gd name="connsiteY18" fmla="*/ 111076 h 1862238"/>
                <a:gd name="connsiteX19" fmla="*/ 1587336 w 2303329"/>
                <a:gd name="connsiteY19" fmla="*/ 85197 h 1862238"/>
                <a:gd name="connsiteX20" fmla="*/ 1630468 w 2303329"/>
                <a:gd name="connsiteY20" fmla="*/ 76570 h 1862238"/>
                <a:gd name="connsiteX21" fmla="*/ 1656348 w 2303329"/>
                <a:gd name="connsiteY21" fmla="*/ 67944 h 1862238"/>
                <a:gd name="connsiteX22" fmla="*/ 1690853 w 2303329"/>
                <a:gd name="connsiteY22" fmla="*/ 59318 h 1862238"/>
                <a:gd name="connsiteX23" fmla="*/ 1759865 w 2303329"/>
                <a:gd name="connsiteY23" fmla="*/ 33438 h 1862238"/>
                <a:gd name="connsiteX24" fmla="*/ 1794370 w 2303329"/>
                <a:gd name="connsiteY24" fmla="*/ 16186 h 1862238"/>
                <a:gd name="connsiteX25" fmla="*/ 1854755 w 2303329"/>
                <a:gd name="connsiteY25" fmla="*/ 7559 h 1862238"/>
                <a:gd name="connsiteX26" fmla="*/ 2122174 w 2303329"/>
                <a:gd name="connsiteY26" fmla="*/ 16186 h 1862238"/>
                <a:gd name="connsiteX27" fmla="*/ 2156680 w 2303329"/>
                <a:gd name="connsiteY27" fmla="*/ 24812 h 1862238"/>
                <a:gd name="connsiteX28" fmla="*/ 2191185 w 2303329"/>
                <a:gd name="connsiteY28" fmla="*/ 42065 h 1862238"/>
                <a:gd name="connsiteX29" fmla="*/ 2225691 w 2303329"/>
                <a:gd name="connsiteY29" fmla="*/ 85197 h 1862238"/>
                <a:gd name="connsiteX30" fmla="*/ 2277449 w 2303329"/>
                <a:gd name="connsiteY30" fmla="*/ 119703 h 1862238"/>
                <a:gd name="connsiteX31" fmla="*/ 2286076 w 2303329"/>
                <a:gd name="connsiteY31" fmla="*/ 162835 h 1862238"/>
                <a:gd name="connsiteX32" fmla="*/ 2294702 w 2303329"/>
                <a:gd name="connsiteY32" fmla="*/ 197340 h 1862238"/>
                <a:gd name="connsiteX33" fmla="*/ 2303329 w 2303329"/>
                <a:gd name="connsiteY33" fmla="*/ 266352 h 1862238"/>
                <a:gd name="connsiteX34" fmla="*/ 2294702 w 2303329"/>
                <a:gd name="connsiteY34" fmla="*/ 628661 h 1862238"/>
                <a:gd name="connsiteX35" fmla="*/ 2277449 w 2303329"/>
                <a:gd name="connsiteY35" fmla="*/ 663167 h 1862238"/>
                <a:gd name="connsiteX36" fmla="*/ 2268823 w 2303329"/>
                <a:gd name="connsiteY36" fmla="*/ 714925 h 1862238"/>
                <a:gd name="connsiteX37" fmla="*/ 2242944 w 2303329"/>
                <a:gd name="connsiteY37" fmla="*/ 792563 h 1862238"/>
                <a:gd name="connsiteX38" fmla="*/ 2217065 w 2303329"/>
                <a:gd name="connsiteY38" fmla="*/ 904706 h 1862238"/>
                <a:gd name="connsiteX39" fmla="*/ 2208438 w 2303329"/>
                <a:gd name="connsiteY39" fmla="*/ 947838 h 1862238"/>
                <a:gd name="connsiteX40" fmla="*/ 2148053 w 2303329"/>
                <a:gd name="connsiteY40" fmla="*/ 1111740 h 1862238"/>
                <a:gd name="connsiteX41" fmla="*/ 2096295 w 2303329"/>
                <a:gd name="connsiteY41" fmla="*/ 1215257 h 1862238"/>
                <a:gd name="connsiteX42" fmla="*/ 2053163 w 2303329"/>
                <a:gd name="connsiteY42" fmla="*/ 1336027 h 1862238"/>
                <a:gd name="connsiteX43" fmla="*/ 2018657 w 2303329"/>
                <a:gd name="connsiteY43" fmla="*/ 1361906 h 1862238"/>
                <a:gd name="connsiteX44" fmla="*/ 1958272 w 2303329"/>
                <a:gd name="connsiteY44" fmla="*/ 1439544 h 1862238"/>
                <a:gd name="connsiteX45" fmla="*/ 1923766 w 2303329"/>
                <a:gd name="connsiteY45" fmla="*/ 1491303 h 1862238"/>
                <a:gd name="connsiteX46" fmla="*/ 1889261 w 2303329"/>
                <a:gd name="connsiteY46" fmla="*/ 1517182 h 1862238"/>
                <a:gd name="connsiteX47" fmla="*/ 1820249 w 2303329"/>
                <a:gd name="connsiteY47" fmla="*/ 1586193 h 1862238"/>
                <a:gd name="connsiteX48" fmla="*/ 1742612 w 2303329"/>
                <a:gd name="connsiteY48" fmla="*/ 1655204 h 1862238"/>
                <a:gd name="connsiteX49" fmla="*/ 1725359 w 2303329"/>
                <a:gd name="connsiteY49" fmla="*/ 1681084 h 1862238"/>
                <a:gd name="connsiteX50" fmla="*/ 1690853 w 2303329"/>
                <a:gd name="connsiteY50" fmla="*/ 1698337 h 1862238"/>
                <a:gd name="connsiteX51" fmla="*/ 1647721 w 2303329"/>
                <a:gd name="connsiteY51" fmla="*/ 1724216 h 1862238"/>
                <a:gd name="connsiteX52" fmla="*/ 1613215 w 2303329"/>
                <a:gd name="connsiteY52" fmla="*/ 1750095 h 1862238"/>
                <a:gd name="connsiteX53" fmla="*/ 1570083 w 2303329"/>
                <a:gd name="connsiteY53" fmla="*/ 1767348 h 1862238"/>
                <a:gd name="connsiteX54" fmla="*/ 1475193 w 2303329"/>
                <a:gd name="connsiteY54" fmla="*/ 1810480 h 1862238"/>
                <a:gd name="connsiteX55" fmla="*/ 845465 w 2303329"/>
                <a:gd name="connsiteY55" fmla="*/ 1836359 h 1862238"/>
                <a:gd name="connsiteX56" fmla="*/ 741948 w 2303329"/>
                <a:gd name="connsiteY56" fmla="*/ 1862238 h 1862238"/>
                <a:gd name="connsiteX57" fmla="*/ 621178 w 2303329"/>
                <a:gd name="connsiteY57" fmla="*/ 1853612 h 1862238"/>
                <a:gd name="connsiteX58" fmla="*/ 569419 w 2303329"/>
                <a:gd name="connsiteY58" fmla="*/ 1819106 h 1862238"/>
                <a:gd name="connsiteX59" fmla="*/ 526287 w 2303329"/>
                <a:gd name="connsiteY59" fmla="*/ 1793227 h 1862238"/>
                <a:gd name="connsiteX60" fmla="*/ 422770 w 2303329"/>
                <a:gd name="connsiteY60" fmla="*/ 1706963 h 1862238"/>
                <a:gd name="connsiteX61" fmla="*/ 379638 w 2303329"/>
                <a:gd name="connsiteY61" fmla="*/ 1655204 h 1862238"/>
                <a:gd name="connsiteX62" fmla="*/ 319253 w 2303329"/>
                <a:gd name="connsiteY62" fmla="*/ 1603446 h 1862238"/>
                <a:gd name="connsiteX63" fmla="*/ 241615 w 2303329"/>
                <a:gd name="connsiteY63" fmla="*/ 1456797 h 1862238"/>
                <a:gd name="connsiteX64" fmla="*/ 215736 w 2303329"/>
                <a:gd name="connsiteY64" fmla="*/ 1422291 h 1862238"/>
                <a:gd name="connsiteX65" fmla="*/ 181231 w 2303329"/>
                <a:gd name="connsiteY65" fmla="*/ 1353280 h 1862238"/>
                <a:gd name="connsiteX66" fmla="*/ 155351 w 2303329"/>
                <a:gd name="connsiteY66" fmla="*/ 1068608 h 1862238"/>
                <a:gd name="connsiteX67" fmla="*/ 138098 w 2303329"/>
                <a:gd name="connsiteY67" fmla="*/ 965091 h 1862238"/>
                <a:gd name="connsiteX68" fmla="*/ 129472 w 2303329"/>
                <a:gd name="connsiteY68" fmla="*/ 904706 h 1862238"/>
                <a:gd name="connsiteX69" fmla="*/ 112219 w 2303329"/>
                <a:gd name="connsiteY69" fmla="*/ 809816 h 1862238"/>
                <a:gd name="connsiteX70" fmla="*/ 103593 w 2303329"/>
                <a:gd name="connsiteY70" fmla="*/ 749431 h 1862238"/>
                <a:gd name="connsiteX71" fmla="*/ 86340 w 2303329"/>
                <a:gd name="connsiteY71" fmla="*/ 706299 h 1862238"/>
                <a:gd name="connsiteX72" fmla="*/ 77714 w 2303329"/>
                <a:gd name="connsiteY72" fmla="*/ 654540 h 1862238"/>
                <a:gd name="connsiteX73" fmla="*/ 43208 w 2303329"/>
                <a:gd name="connsiteY73" fmla="*/ 568276 h 1862238"/>
                <a:gd name="connsiteX74" fmla="*/ 17329 w 2303329"/>
                <a:gd name="connsiteY74" fmla="*/ 490638 h 1862238"/>
                <a:gd name="connsiteX75" fmla="*/ 76 w 2303329"/>
                <a:gd name="connsiteY75" fmla="*/ 404374 h 1862238"/>
                <a:gd name="connsiteX76" fmla="*/ 8702 w 2303329"/>
                <a:gd name="connsiteY76" fmla="*/ 42065 h 186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03329" h="1862238">
                  <a:moveTo>
                    <a:pt x="8702" y="42065"/>
                  </a:moveTo>
                  <a:cubicBezTo>
                    <a:pt x="31706" y="-24071"/>
                    <a:pt x="106303" y="7559"/>
                    <a:pt x="138098" y="7559"/>
                  </a:cubicBezTo>
                  <a:cubicBezTo>
                    <a:pt x="241775" y="7559"/>
                    <a:pt x="345132" y="19061"/>
                    <a:pt x="448649" y="24812"/>
                  </a:cubicBezTo>
                  <a:cubicBezTo>
                    <a:pt x="460151" y="27687"/>
                    <a:pt x="472258" y="28768"/>
                    <a:pt x="483155" y="33438"/>
                  </a:cubicBezTo>
                  <a:cubicBezTo>
                    <a:pt x="503690" y="42238"/>
                    <a:pt x="553124" y="89350"/>
                    <a:pt x="560793" y="93823"/>
                  </a:cubicBezTo>
                  <a:cubicBezTo>
                    <a:pt x="576544" y="103011"/>
                    <a:pt x="625715" y="114367"/>
                    <a:pt x="647057" y="119703"/>
                  </a:cubicBezTo>
                  <a:cubicBezTo>
                    <a:pt x="658559" y="131205"/>
                    <a:pt x="668550" y="144448"/>
                    <a:pt x="681563" y="154208"/>
                  </a:cubicBezTo>
                  <a:cubicBezTo>
                    <a:pt x="710310" y="175768"/>
                    <a:pt x="727740" y="169838"/>
                    <a:pt x="759200" y="188714"/>
                  </a:cubicBezTo>
                  <a:cubicBezTo>
                    <a:pt x="774988" y="198187"/>
                    <a:pt x="786719" y="213462"/>
                    <a:pt x="802332" y="223220"/>
                  </a:cubicBezTo>
                  <a:cubicBezTo>
                    <a:pt x="815088" y="231192"/>
                    <a:pt x="862885" y="238592"/>
                    <a:pt x="871344" y="240472"/>
                  </a:cubicBezTo>
                  <a:cubicBezTo>
                    <a:pt x="893579" y="245413"/>
                    <a:pt x="910779" y="249869"/>
                    <a:pt x="931729" y="257725"/>
                  </a:cubicBezTo>
                  <a:cubicBezTo>
                    <a:pt x="946228" y="263162"/>
                    <a:pt x="961011" y="268053"/>
                    <a:pt x="974861" y="274978"/>
                  </a:cubicBezTo>
                  <a:cubicBezTo>
                    <a:pt x="984134" y="279615"/>
                    <a:pt x="992114" y="286480"/>
                    <a:pt x="1000740" y="292231"/>
                  </a:cubicBezTo>
                  <a:cubicBezTo>
                    <a:pt x="1089880" y="286480"/>
                    <a:pt x="1179180" y="282829"/>
                    <a:pt x="1268159" y="274978"/>
                  </a:cubicBezTo>
                  <a:cubicBezTo>
                    <a:pt x="1277217" y="274179"/>
                    <a:pt x="1285680" y="269934"/>
                    <a:pt x="1294038" y="266352"/>
                  </a:cubicBezTo>
                  <a:cubicBezTo>
                    <a:pt x="1325642" y="252807"/>
                    <a:pt x="1346236" y="240033"/>
                    <a:pt x="1371676" y="214593"/>
                  </a:cubicBezTo>
                  <a:cubicBezTo>
                    <a:pt x="1379007" y="207262"/>
                    <a:pt x="1380745" y="195079"/>
                    <a:pt x="1388929" y="188714"/>
                  </a:cubicBezTo>
                  <a:cubicBezTo>
                    <a:pt x="1402907" y="177842"/>
                    <a:pt x="1504835" y="124200"/>
                    <a:pt x="1518325" y="119703"/>
                  </a:cubicBezTo>
                  <a:cubicBezTo>
                    <a:pt x="1526951" y="116827"/>
                    <a:pt x="1536071" y="115143"/>
                    <a:pt x="1544204" y="111076"/>
                  </a:cubicBezTo>
                  <a:cubicBezTo>
                    <a:pt x="1559201" y="103578"/>
                    <a:pt x="1571769" y="91424"/>
                    <a:pt x="1587336" y="85197"/>
                  </a:cubicBezTo>
                  <a:cubicBezTo>
                    <a:pt x="1600949" y="79752"/>
                    <a:pt x="1616244" y="80126"/>
                    <a:pt x="1630468" y="76570"/>
                  </a:cubicBezTo>
                  <a:cubicBezTo>
                    <a:pt x="1639290" y="74365"/>
                    <a:pt x="1647605" y="70442"/>
                    <a:pt x="1656348" y="67944"/>
                  </a:cubicBezTo>
                  <a:cubicBezTo>
                    <a:pt x="1667748" y="64687"/>
                    <a:pt x="1679351" y="62193"/>
                    <a:pt x="1690853" y="59318"/>
                  </a:cubicBezTo>
                  <a:cubicBezTo>
                    <a:pt x="1786915" y="11287"/>
                    <a:pt x="1665909" y="68671"/>
                    <a:pt x="1759865" y="33438"/>
                  </a:cubicBezTo>
                  <a:cubicBezTo>
                    <a:pt x="1771905" y="28923"/>
                    <a:pt x="1781964" y="19569"/>
                    <a:pt x="1794370" y="16186"/>
                  </a:cubicBezTo>
                  <a:cubicBezTo>
                    <a:pt x="1813986" y="10836"/>
                    <a:pt x="1834627" y="10435"/>
                    <a:pt x="1854755" y="7559"/>
                  </a:cubicBezTo>
                  <a:cubicBezTo>
                    <a:pt x="1943895" y="10435"/>
                    <a:pt x="2033133" y="11098"/>
                    <a:pt x="2122174" y="16186"/>
                  </a:cubicBezTo>
                  <a:cubicBezTo>
                    <a:pt x="2134011" y="16862"/>
                    <a:pt x="2145579" y="20649"/>
                    <a:pt x="2156680" y="24812"/>
                  </a:cubicBezTo>
                  <a:cubicBezTo>
                    <a:pt x="2168721" y="29327"/>
                    <a:pt x="2179683" y="36314"/>
                    <a:pt x="2191185" y="42065"/>
                  </a:cubicBezTo>
                  <a:cubicBezTo>
                    <a:pt x="2202687" y="56442"/>
                    <a:pt x="2212005" y="72880"/>
                    <a:pt x="2225691" y="85197"/>
                  </a:cubicBezTo>
                  <a:cubicBezTo>
                    <a:pt x="2241103" y="99068"/>
                    <a:pt x="2277449" y="119703"/>
                    <a:pt x="2277449" y="119703"/>
                  </a:cubicBezTo>
                  <a:cubicBezTo>
                    <a:pt x="2280325" y="134080"/>
                    <a:pt x="2282895" y="148522"/>
                    <a:pt x="2286076" y="162835"/>
                  </a:cubicBezTo>
                  <a:cubicBezTo>
                    <a:pt x="2288648" y="174408"/>
                    <a:pt x="2292753" y="185646"/>
                    <a:pt x="2294702" y="197340"/>
                  </a:cubicBezTo>
                  <a:cubicBezTo>
                    <a:pt x="2298513" y="220208"/>
                    <a:pt x="2300453" y="243348"/>
                    <a:pt x="2303329" y="266352"/>
                  </a:cubicBezTo>
                  <a:cubicBezTo>
                    <a:pt x="2300453" y="387122"/>
                    <a:pt x="2302564" y="508113"/>
                    <a:pt x="2294702" y="628661"/>
                  </a:cubicBezTo>
                  <a:cubicBezTo>
                    <a:pt x="2293865" y="641493"/>
                    <a:pt x="2281144" y="650850"/>
                    <a:pt x="2277449" y="663167"/>
                  </a:cubicBezTo>
                  <a:cubicBezTo>
                    <a:pt x="2272423" y="679920"/>
                    <a:pt x="2272253" y="697774"/>
                    <a:pt x="2268823" y="714925"/>
                  </a:cubicBezTo>
                  <a:cubicBezTo>
                    <a:pt x="2261394" y="752074"/>
                    <a:pt x="2258132" y="754592"/>
                    <a:pt x="2242944" y="792563"/>
                  </a:cubicBezTo>
                  <a:cubicBezTo>
                    <a:pt x="2226450" y="908016"/>
                    <a:pt x="2245483" y="800507"/>
                    <a:pt x="2217065" y="904706"/>
                  </a:cubicBezTo>
                  <a:cubicBezTo>
                    <a:pt x="2213207" y="918851"/>
                    <a:pt x="2212296" y="933693"/>
                    <a:pt x="2208438" y="947838"/>
                  </a:cubicBezTo>
                  <a:cubicBezTo>
                    <a:pt x="2198605" y="983893"/>
                    <a:pt x="2153482" y="1100881"/>
                    <a:pt x="2148053" y="1111740"/>
                  </a:cubicBezTo>
                  <a:cubicBezTo>
                    <a:pt x="2130800" y="1146246"/>
                    <a:pt x="2106893" y="1178163"/>
                    <a:pt x="2096295" y="1215257"/>
                  </a:cubicBezTo>
                  <a:cubicBezTo>
                    <a:pt x="2087275" y="1246827"/>
                    <a:pt x="2072382" y="1308571"/>
                    <a:pt x="2053163" y="1336027"/>
                  </a:cubicBezTo>
                  <a:cubicBezTo>
                    <a:pt x="2044918" y="1347805"/>
                    <a:pt x="2030159" y="1353280"/>
                    <a:pt x="2018657" y="1361906"/>
                  </a:cubicBezTo>
                  <a:cubicBezTo>
                    <a:pt x="1955737" y="1466773"/>
                    <a:pt x="2032450" y="1346821"/>
                    <a:pt x="1958272" y="1439544"/>
                  </a:cubicBezTo>
                  <a:cubicBezTo>
                    <a:pt x="1945319" y="1455736"/>
                    <a:pt x="1937542" y="1475805"/>
                    <a:pt x="1923766" y="1491303"/>
                  </a:cubicBezTo>
                  <a:cubicBezTo>
                    <a:pt x="1914214" y="1502049"/>
                    <a:pt x="1898813" y="1506436"/>
                    <a:pt x="1889261" y="1517182"/>
                  </a:cubicBezTo>
                  <a:cubicBezTo>
                    <a:pt x="1822639" y="1592131"/>
                    <a:pt x="1888795" y="1551920"/>
                    <a:pt x="1820249" y="1586193"/>
                  </a:cubicBezTo>
                  <a:cubicBezTo>
                    <a:pt x="1761846" y="1664066"/>
                    <a:pt x="1835297" y="1574104"/>
                    <a:pt x="1742612" y="1655204"/>
                  </a:cubicBezTo>
                  <a:cubicBezTo>
                    <a:pt x="1734809" y="1662031"/>
                    <a:pt x="1733324" y="1674447"/>
                    <a:pt x="1725359" y="1681084"/>
                  </a:cubicBezTo>
                  <a:cubicBezTo>
                    <a:pt x="1715480" y="1689317"/>
                    <a:pt x="1702094" y="1692092"/>
                    <a:pt x="1690853" y="1698337"/>
                  </a:cubicBezTo>
                  <a:cubicBezTo>
                    <a:pt x="1676196" y="1706480"/>
                    <a:pt x="1661672" y="1714916"/>
                    <a:pt x="1647721" y="1724216"/>
                  </a:cubicBezTo>
                  <a:cubicBezTo>
                    <a:pt x="1635758" y="1732191"/>
                    <a:pt x="1625783" y="1743113"/>
                    <a:pt x="1613215" y="1750095"/>
                  </a:cubicBezTo>
                  <a:cubicBezTo>
                    <a:pt x="1599679" y="1757615"/>
                    <a:pt x="1583933" y="1760423"/>
                    <a:pt x="1570083" y="1767348"/>
                  </a:cubicBezTo>
                  <a:cubicBezTo>
                    <a:pt x="1520738" y="1792021"/>
                    <a:pt x="1561078" y="1795672"/>
                    <a:pt x="1475193" y="1810480"/>
                  </a:cubicBezTo>
                  <a:cubicBezTo>
                    <a:pt x="1311432" y="1838715"/>
                    <a:pt x="944743" y="1834450"/>
                    <a:pt x="845465" y="1836359"/>
                  </a:cubicBezTo>
                  <a:cubicBezTo>
                    <a:pt x="813346" y="1847065"/>
                    <a:pt x="776798" y="1862238"/>
                    <a:pt x="741948" y="1862238"/>
                  </a:cubicBezTo>
                  <a:cubicBezTo>
                    <a:pt x="701589" y="1862238"/>
                    <a:pt x="661435" y="1856487"/>
                    <a:pt x="621178" y="1853612"/>
                  </a:cubicBezTo>
                  <a:cubicBezTo>
                    <a:pt x="603925" y="1842110"/>
                    <a:pt x="586913" y="1830238"/>
                    <a:pt x="569419" y="1819106"/>
                  </a:cubicBezTo>
                  <a:cubicBezTo>
                    <a:pt x="555274" y="1810104"/>
                    <a:pt x="540238" y="1802527"/>
                    <a:pt x="526287" y="1793227"/>
                  </a:cubicBezTo>
                  <a:cubicBezTo>
                    <a:pt x="496151" y="1773136"/>
                    <a:pt x="441323" y="1725516"/>
                    <a:pt x="422770" y="1706963"/>
                  </a:cubicBezTo>
                  <a:cubicBezTo>
                    <a:pt x="406890" y="1691083"/>
                    <a:pt x="395518" y="1671084"/>
                    <a:pt x="379638" y="1655204"/>
                  </a:cubicBezTo>
                  <a:cubicBezTo>
                    <a:pt x="360892" y="1636458"/>
                    <a:pt x="335970" y="1624021"/>
                    <a:pt x="319253" y="1603446"/>
                  </a:cubicBezTo>
                  <a:cubicBezTo>
                    <a:pt x="252159" y="1520869"/>
                    <a:pt x="283362" y="1533333"/>
                    <a:pt x="241615" y="1456797"/>
                  </a:cubicBezTo>
                  <a:cubicBezTo>
                    <a:pt x="234730" y="1444175"/>
                    <a:pt x="222980" y="1434710"/>
                    <a:pt x="215736" y="1422291"/>
                  </a:cubicBezTo>
                  <a:cubicBezTo>
                    <a:pt x="202777" y="1400076"/>
                    <a:pt x="192733" y="1376284"/>
                    <a:pt x="181231" y="1353280"/>
                  </a:cubicBezTo>
                  <a:cubicBezTo>
                    <a:pt x="148241" y="1122353"/>
                    <a:pt x="176878" y="1348456"/>
                    <a:pt x="155351" y="1068608"/>
                  </a:cubicBezTo>
                  <a:cubicBezTo>
                    <a:pt x="151322" y="1016232"/>
                    <a:pt x="145903" y="1011919"/>
                    <a:pt x="138098" y="965091"/>
                  </a:cubicBezTo>
                  <a:cubicBezTo>
                    <a:pt x="134755" y="945035"/>
                    <a:pt x="132564" y="924802"/>
                    <a:pt x="129472" y="904706"/>
                  </a:cubicBezTo>
                  <a:cubicBezTo>
                    <a:pt x="100710" y="717747"/>
                    <a:pt x="139135" y="971312"/>
                    <a:pt x="112219" y="809816"/>
                  </a:cubicBezTo>
                  <a:cubicBezTo>
                    <a:pt x="108876" y="789760"/>
                    <a:pt x="108524" y="769157"/>
                    <a:pt x="103593" y="749431"/>
                  </a:cubicBezTo>
                  <a:cubicBezTo>
                    <a:pt x="99837" y="734408"/>
                    <a:pt x="92091" y="720676"/>
                    <a:pt x="86340" y="706299"/>
                  </a:cubicBezTo>
                  <a:cubicBezTo>
                    <a:pt x="83465" y="689046"/>
                    <a:pt x="82931" y="671235"/>
                    <a:pt x="77714" y="654540"/>
                  </a:cubicBezTo>
                  <a:cubicBezTo>
                    <a:pt x="68477" y="624980"/>
                    <a:pt x="50719" y="598321"/>
                    <a:pt x="43208" y="568276"/>
                  </a:cubicBezTo>
                  <a:cubicBezTo>
                    <a:pt x="22540" y="485601"/>
                    <a:pt x="49808" y="588070"/>
                    <a:pt x="17329" y="490638"/>
                  </a:cubicBezTo>
                  <a:cubicBezTo>
                    <a:pt x="8748" y="464895"/>
                    <a:pt x="4325" y="429867"/>
                    <a:pt x="76" y="404374"/>
                  </a:cubicBezTo>
                  <a:cubicBezTo>
                    <a:pt x="17616" y="53574"/>
                    <a:pt x="-14302" y="108201"/>
                    <a:pt x="8702" y="42065"/>
                  </a:cubicBezTo>
                  <a:close/>
                </a:path>
              </a:pathLst>
            </a:cu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5B45751E-CE17-AF24-4B99-87632BED944B}"/>
                </a:ext>
              </a:extLst>
            </p:cNvPr>
            <p:cNvSpPr txBox="1"/>
            <p:nvPr/>
          </p:nvSpPr>
          <p:spPr>
            <a:xfrm>
              <a:off x="3200400" y="1363496"/>
              <a:ext cx="356188" cy="400110"/>
            </a:xfrm>
            <a:prstGeom prst="rect">
              <a:avLst/>
            </a:prstGeom>
            <a:noFill/>
          </p:spPr>
          <p:txBody>
            <a:bodyPr wrap="none" rtlCol="0">
              <a:spAutoFit/>
            </a:bodyPr>
            <a:lstStyle/>
            <a:p>
              <a:r>
                <a:rPr lang="en-US" dirty="0"/>
                <a:t>A</a:t>
              </a:r>
              <a:endParaRPr lang="en-IN" dirty="0"/>
            </a:p>
          </p:txBody>
        </p:sp>
        <p:sp>
          <p:nvSpPr>
            <p:cNvPr id="6" name="TextBox 5">
              <a:extLst>
                <a:ext uri="{FF2B5EF4-FFF2-40B4-BE49-F238E27FC236}">
                  <a16:creationId xmlns:a16="http://schemas.microsoft.com/office/drawing/2014/main" id="{D0E8ADB4-C052-387E-F20D-106D67DE98BF}"/>
                </a:ext>
              </a:extLst>
            </p:cNvPr>
            <p:cNvSpPr txBox="1"/>
            <p:nvPr/>
          </p:nvSpPr>
          <p:spPr>
            <a:xfrm>
              <a:off x="5059044" y="1363496"/>
              <a:ext cx="356188" cy="400110"/>
            </a:xfrm>
            <a:prstGeom prst="rect">
              <a:avLst/>
            </a:prstGeom>
            <a:noFill/>
          </p:spPr>
          <p:txBody>
            <a:bodyPr wrap="none" rtlCol="0">
              <a:spAutoFit/>
            </a:bodyPr>
            <a:lstStyle/>
            <a:p>
              <a:r>
                <a:rPr lang="en-US" dirty="0"/>
                <a:t>B</a:t>
              </a:r>
              <a:endParaRPr lang="en-IN" dirty="0"/>
            </a:p>
          </p:txBody>
        </p:sp>
        <p:sp>
          <p:nvSpPr>
            <p:cNvPr id="8" name="TextBox 7">
              <a:extLst>
                <a:ext uri="{FF2B5EF4-FFF2-40B4-BE49-F238E27FC236}">
                  <a16:creationId xmlns:a16="http://schemas.microsoft.com/office/drawing/2014/main" id="{B454E455-516D-0FDD-E78D-FDF690671922}"/>
                </a:ext>
              </a:extLst>
            </p:cNvPr>
            <p:cNvSpPr txBox="1"/>
            <p:nvPr/>
          </p:nvSpPr>
          <p:spPr>
            <a:xfrm>
              <a:off x="4139612" y="5105400"/>
              <a:ext cx="370614" cy="400110"/>
            </a:xfrm>
            <a:prstGeom prst="rect">
              <a:avLst/>
            </a:prstGeom>
            <a:noFill/>
          </p:spPr>
          <p:txBody>
            <a:bodyPr wrap="none" rtlCol="0">
              <a:spAutoFit/>
            </a:bodyPr>
            <a:lstStyle/>
            <a:p>
              <a:r>
                <a:rPr lang="en-US" dirty="0"/>
                <a:t>C</a:t>
              </a:r>
              <a:endParaRPr lang="en-IN" dirty="0"/>
            </a:p>
          </p:txBody>
        </p:sp>
        <p:sp>
          <p:nvSpPr>
            <p:cNvPr id="7" name="TextBox 6">
              <a:extLst>
                <a:ext uri="{FF2B5EF4-FFF2-40B4-BE49-F238E27FC236}">
                  <a16:creationId xmlns:a16="http://schemas.microsoft.com/office/drawing/2014/main" id="{925E650B-85AB-43D5-76BA-8A49F9745E02}"/>
                </a:ext>
              </a:extLst>
            </p:cNvPr>
            <p:cNvSpPr txBox="1"/>
            <p:nvPr/>
          </p:nvSpPr>
          <p:spPr>
            <a:xfrm>
              <a:off x="3365206" y="3228735"/>
              <a:ext cx="327334" cy="400110"/>
            </a:xfrm>
            <a:prstGeom prst="rect">
              <a:avLst/>
            </a:prstGeom>
            <a:noFill/>
          </p:spPr>
          <p:txBody>
            <a:bodyPr wrap="none" rtlCol="0">
              <a:spAutoFit/>
            </a:bodyPr>
            <a:lstStyle/>
            <a:p>
              <a:r>
                <a:rPr lang="en-US" dirty="0"/>
                <a:t>2</a:t>
              </a:r>
              <a:endParaRPr lang="en-IN" dirty="0"/>
            </a:p>
          </p:txBody>
        </p:sp>
        <p:sp>
          <p:nvSpPr>
            <p:cNvPr id="10" name="TextBox 9">
              <a:extLst>
                <a:ext uri="{FF2B5EF4-FFF2-40B4-BE49-F238E27FC236}">
                  <a16:creationId xmlns:a16="http://schemas.microsoft.com/office/drawing/2014/main" id="{DB68C313-6034-225F-7F76-7BB4D647C767}"/>
                </a:ext>
              </a:extLst>
            </p:cNvPr>
            <p:cNvSpPr txBox="1"/>
            <p:nvPr/>
          </p:nvSpPr>
          <p:spPr>
            <a:xfrm>
              <a:off x="4730128" y="3212969"/>
              <a:ext cx="327334" cy="400110"/>
            </a:xfrm>
            <a:prstGeom prst="rect">
              <a:avLst/>
            </a:prstGeom>
            <a:noFill/>
          </p:spPr>
          <p:txBody>
            <a:bodyPr wrap="none" rtlCol="0">
              <a:spAutoFit/>
            </a:bodyPr>
            <a:lstStyle/>
            <a:p>
              <a:r>
                <a:rPr lang="en-US" dirty="0"/>
                <a:t>1</a:t>
              </a:r>
              <a:endParaRPr lang="en-IN" dirty="0"/>
            </a:p>
          </p:txBody>
        </p:sp>
        <p:sp>
          <p:nvSpPr>
            <p:cNvPr id="11" name="TextBox 10">
              <a:extLst>
                <a:ext uri="{FF2B5EF4-FFF2-40B4-BE49-F238E27FC236}">
                  <a16:creationId xmlns:a16="http://schemas.microsoft.com/office/drawing/2014/main" id="{06E1DA36-DF8F-C981-6D40-02E637088B69}"/>
                </a:ext>
              </a:extLst>
            </p:cNvPr>
            <p:cNvSpPr txBox="1"/>
            <p:nvPr/>
          </p:nvSpPr>
          <p:spPr>
            <a:xfrm>
              <a:off x="3975945" y="2521574"/>
              <a:ext cx="327334" cy="400110"/>
            </a:xfrm>
            <a:prstGeom prst="rect">
              <a:avLst/>
            </a:prstGeom>
            <a:noFill/>
          </p:spPr>
          <p:txBody>
            <a:bodyPr wrap="none" rtlCol="0">
              <a:spAutoFit/>
            </a:bodyPr>
            <a:lstStyle/>
            <a:p>
              <a:r>
                <a:rPr lang="en-US" dirty="0"/>
                <a:t>1</a:t>
              </a:r>
              <a:endParaRPr lang="en-IN" dirty="0"/>
            </a:p>
          </p:txBody>
        </p:sp>
        <p:sp>
          <p:nvSpPr>
            <p:cNvPr id="12" name="TextBox 11">
              <a:extLst>
                <a:ext uri="{FF2B5EF4-FFF2-40B4-BE49-F238E27FC236}">
                  <a16:creationId xmlns:a16="http://schemas.microsoft.com/office/drawing/2014/main" id="{99A8B444-A224-C11E-55D3-A9AB030D661E}"/>
                </a:ext>
              </a:extLst>
            </p:cNvPr>
            <p:cNvSpPr txBox="1"/>
            <p:nvPr/>
          </p:nvSpPr>
          <p:spPr>
            <a:xfrm>
              <a:off x="3200400" y="2437820"/>
              <a:ext cx="327334" cy="400110"/>
            </a:xfrm>
            <a:prstGeom prst="rect">
              <a:avLst/>
            </a:prstGeom>
            <a:noFill/>
          </p:spPr>
          <p:txBody>
            <a:bodyPr wrap="none" rtlCol="0">
              <a:spAutoFit/>
            </a:bodyPr>
            <a:lstStyle/>
            <a:p>
              <a:r>
                <a:rPr lang="en-US" dirty="0"/>
                <a:t>3</a:t>
              </a:r>
              <a:endParaRPr lang="en-IN" dirty="0"/>
            </a:p>
          </p:txBody>
        </p:sp>
        <p:sp>
          <p:nvSpPr>
            <p:cNvPr id="13" name="TextBox 12">
              <a:extLst>
                <a:ext uri="{FF2B5EF4-FFF2-40B4-BE49-F238E27FC236}">
                  <a16:creationId xmlns:a16="http://schemas.microsoft.com/office/drawing/2014/main" id="{BF51C86C-7F3A-6D6F-4425-141F399A4468}"/>
                </a:ext>
              </a:extLst>
            </p:cNvPr>
            <p:cNvSpPr txBox="1"/>
            <p:nvPr/>
          </p:nvSpPr>
          <p:spPr>
            <a:xfrm>
              <a:off x="4904263" y="2475201"/>
              <a:ext cx="327334" cy="400110"/>
            </a:xfrm>
            <a:prstGeom prst="rect">
              <a:avLst/>
            </a:prstGeom>
            <a:noFill/>
          </p:spPr>
          <p:txBody>
            <a:bodyPr wrap="none" rtlCol="0">
              <a:spAutoFit/>
            </a:bodyPr>
            <a:lstStyle/>
            <a:p>
              <a:r>
                <a:rPr lang="en-US" dirty="0"/>
                <a:t>4</a:t>
              </a:r>
              <a:endParaRPr lang="en-IN" dirty="0"/>
            </a:p>
          </p:txBody>
        </p:sp>
        <p:sp>
          <p:nvSpPr>
            <p:cNvPr id="14" name="TextBox 13">
              <a:extLst>
                <a:ext uri="{FF2B5EF4-FFF2-40B4-BE49-F238E27FC236}">
                  <a16:creationId xmlns:a16="http://schemas.microsoft.com/office/drawing/2014/main" id="{63FE4E5C-460A-9B6B-8D45-47205141CE54}"/>
                </a:ext>
              </a:extLst>
            </p:cNvPr>
            <p:cNvSpPr txBox="1"/>
            <p:nvPr/>
          </p:nvSpPr>
          <p:spPr>
            <a:xfrm>
              <a:off x="4102057" y="4029974"/>
              <a:ext cx="327334" cy="400110"/>
            </a:xfrm>
            <a:prstGeom prst="rect">
              <a:avLst/>
            </a:prstGeom>
            <a:noFill/>
          </p:spPr>
          <p:txBody>
            <a:bodyPr wrap="none" rtlCol="0">
              <a:spAutoFit/>
            </a:bodyPr>
            <a:lstStyle/>
            <a:p>
              <a:r>
                <a:rPr lang="en-US" dirty="0"/>
                <a:t>3</a:t>
              </a:r>
              <a:endParaRPr lang="en-IN" dirty="0"/>
            </a:p>
          </p:txBody>
        </p:sp>
        <p:sp>
          <p:nvSpPr>
            <p:cNvPr id="17" name="Rectangle 16">
              <a:extLst>
                <a:ext uri="{FF2B5EF4-FFF2-40B4-BE49-F238E27FC236}">
                  <a16:creationId xmlns:a16="http://schemas.microsoft.com/office/drawing/2014/main" id="{A4A1B54D-7143-AB11-BB2F-623AE6C6E9BC}"/>
                </a:ext>
              </a:extLst>
            </p:cNvPr>
            <p:cNvSpPr/>
            <p:nvPr/>
          </p:nvSpPr>
          <p:spPr>
            <a:xfrm>
              <a:off x="2286000" y="1219200"/>
              <a:ext cx="3810000" cy="4343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19" name="TextBox 18">
            <a:extLst>
              <a:ext uri="{FF2B5EF4-FFF2-40B4-BE49-F238E27FC236}">
                <a16:creationId xmlns:a16="http://schemas.microsoft.com/office/drawing/2014/main" id="{B9491985-9218-BFA3-179C-67F36A729A40}"/>
              </a:ext>
            </a:extLst>
          </p:cNvPr>
          <p:cNvSpPr txBox="1"/>
          <p:nvPr/>
        </p:nvSpPr>
        <p:spPr>
          <a:xfrm>
            <a:off x="260730" y="1271808"/>
            <a:ext cx="5040162" cy="2554545"/>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Number of models with exactly one feature</a:t>
            </a:r>
          </a:p>
          <a:p>
            <a:r>
              <a:rPr lang="en-US" dirty="0">
                <a:latin typeface="Times New Roman" panose="02020603050405020304" pitchFamily="18" charset="0"/>
                <a:cs typeface="Times New Roman" panose="02020603050405020304" pitchFamily="18" charset="0"/>
              </a:rPr>
              <a:t>= 3 + 3 + 4 = 10</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(ii) Number of models with none of the feature</a:t>
            </a:r>
          </a:p>
          <a:p>
            <a:r>
              <a:rPr lang="en-US" dirty="0">
                <a:latin typeface="Times New Roman" panose="02020603050405020304" pitchFamily="18" charset="0"/>
                <a:cs typeface="Times New Roman" panose="02020603050405020304" pitchFamily="18" charset="0"/>
              </a:rPr>
              <a:t>= 15 – 14 = 1</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(iii) Number of models with exactly two of the </a:t>
            </a:r>
          </a:p>
          <a:p>
            <a:r>
              <a:rPr lang="en-US" dirty="0">
                <a:latin typeface="Times New Roman" panose="02020603050405020304" pitchFamily="18" charset="0"/>
                <a:cs typeface="Times New Roman" panose="02020603050405020304" pitchFamily="18" charset="0"/>
              </a:rPr>
              <a:t> features = 2 + 1  + 1 = 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276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Problem: Find the number of integers between 1 and 500, both inclusive that are divisible by any of the integers 2, 3, 5, 6 and the total numbers that are not divisible by 2, 3, 5, 6.</a:t>
                </a:r>
              </a:p>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Solution: Let </a:t>
                </a:r>
                <a14:m>
                  <m:oMath xmlns:m="http://schemas.openxmlformats.org/officeDocument/2006/math">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𝐶</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oMath>
                </a14:m>
                <a:r>
                  <a:rPr lang="en-US" sz="2200" dirty="0">
                    <a:latin typeface="Times New Roman" panose="02020603050405020304" pitchFamily="18" charset="0"/>
                    <a:cs typeface="Times New Roman" panose="02020603050405020304" pitchFamily="18" charset="0"/>
                    <a:sym typeface="Zapf Dingbats"/>
                  </a:rPr>
                  <a:t> are the set of positive integers between 1 and 500 that are divisible by 2, 3, 5 and 6 respectively.</a:t>
                </a:r>
              </a:p>
              <a:p>
                <a:pPr marL="0" indent="0" algn="just">
                  <a:lnSpc>
                    <a:spcPct val="150000"/>
                  </a:lnSpc>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𝐴</m:t>
                          </m:r>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f>
                            <m:fPr>
                              <m:ctrlPr>
                                <a:rPr lang="en-US" sz="2200" b="0" i="1" smtClean="0">
                                  <a:latin typeface="Cambria Math" panose="02040503050406030204" pitchFamily="18" charset="0"/>
                                  <a:cs typeface="Times New Roman" panose="02020603050405020304" pitchFamily="18" charset="0"/>
                                  <a:sym typeface="Zapf Dingbats"/>
                                </a:rPr>
                              </m:ctrlPr>
                            </m:fPr>
                            <m:num>
                              <m:r>
                                <a:rPr lang="en-US" sz="2200" b="0" i="1" smtClean="0">
                                  <a:latin typeface="Cambria Math" panose="02040503050406030204" pitchFamily="18" charset="0"/>
                                  <a:cs typeface="Times New Roman" panose="02020603050405020304" pitchFamily="18" charset="0"/>
                                  <a:sym typeface="Zapf Dingbats"/>
                                </a:rPr>
                                <m:t>500</m:t>
                              </m:r>
                            </m:num>
                            <m:den>
                              <m:r>
                                <a:rPr lang="en-US" sz="2200" b="0" i="1" smtClean="0">
                                  <a:latin typeface="Cambria Math" panose="02040503050406030204" pitchFamily="18" charset="0"/>
                                  <a:cs typeface="Times New Roman" panose="02020603050405020304" pitchFamily="18" charset="0"/>
                                  <a:sym typeface="Zapf Dingbats"/>
                                </a:rPr>
                                <m:t>2</m:t>
                              </m:r>
                            </m:den>
                          </m:f>
                        </m:e>
                      </m:d>
                      <m:r>
                        <a:rPr lang="en-US" sz="2200" b="0" i="1" smtClean="0">
                          <a:latin typeface="Cambria Math" panose="02040503050406030204" pitchFamily="18" charset="0"/>
                          <a:cs typeface="Times New Roman" panose="02020603050405020304" pitchFamily="18" charset="0"/>
                          <a:sym typeface="Zapf Dingbats"/>
                        </a:rPr>
                        <m:t>=250,   </m:t>
                      </m:r>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𝐵</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1" smtClean="0">
                                  <a:latin typeface="Cambria Math" panose="02040503050406030204" pitchFamily="18" charset="0"/>
                                  <a:cs typeface="Times New Roman" panose="02020603050405020304" pitchFamily="18" charset="0"/>
                                  <a:sym typeface="Zapf Dingbats"/>
                                </a:rPr>
                                <m:t>3</m:t>
                              </m:r>
                            </m:den>
                          </m:f>
                        </m:e>
                      </m:d>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166</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𝐶</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1" smtClean="0">
                                  <a:latin typeface="Cambria Math" panose="02040503050406030204" pitchFamily="18" charset="0"/>
                                  <a:cs typeface="Times New Roman" panose="02020603050405020304" pitchFamily="18" charset="0"/>
                                  <a:sym typeface="Zapf Dingbats"/>
                                </a:rPr>
                                <m:t>5</m:t>
                              </m:r>
                            </m:den>
                          </m:f>
                        </m:e>
                      </m:d>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10</m:t>
                      </m:r>
                      <m:r>
                        <a:rPr lang="en-US" sz="2200" i="1">
                          <a:latin typeface="Cambria Math" panose="02040503050406030204" pitchFamily="18" charset="0"/>
                          <a:cs typeface="Times New Roman" panose="02020603050405020304" pitchFamily="18" charset="0"/>
                          <a:sym typeface="Zapf Dingbats"/>
                        </a:rPr>
                        <m:t>0,   </m:t>
                      </m:r>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i="1">
                              <a:latin typeface="Cambria Math" panose="02040503050406030204" pitchFamily="18" charset="0"/>
                              <a:cs typeface="Times New Roman" panose="02020603050405020304" pitchFamily="18" charset="0"/>
                              <a:sym typeface="Zapf Dingbats"/>
                            </a:rPr>
                            <m:t>𝐵</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1" smtClean="0">
                                  <a:latin typeface="Cambria Math" panose="02040503050406030204" pitchFamily="18" charset="0"/>
                                  <a:cs typeface="Times New Roman" panose="02020603050405020304" pitchFamily="18" charset="0"/>
                                  <a:sym typeface="Zapf Dingbats"/>
                                </a:rPr>
                                <m:t>6</m:t>
                              </m:r>
                            </m:den>
                          </m:f>
                        </m:e>
                      </m:d>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83</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195" r="-1125"/>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31</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421355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endParaRPr lang="en-US" sz="2200" b="0" i="1" dirty="0">
                  <a:latin typeface="Cambria Math" panose="020405030504060302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f>
                            <m:fPr>
                              <m:ctrlPr>
                                <a:rPr lang="en-US" sz="2200" b="0" i="1" smtClean="0">
                                  <a:latin typeface="Cambria Math" panose="02040503050406030204" pitchFamily="18" charset="0"/>
                                  <a:cs typeface="Times New Roman" panose="02020603050405020304" pitchFamily="18" charset="0"/>
                                  <a:sym typeface="Zapf Dingbats"/>
                                </a:rPr>
                              </m:ctrlPr>
                            </m:fPr>
                            <m:num>
                              <m:r>
                                <a:rPr lang="en-US" sz="2200" b="0" i="1" smtClean="0">
                                  <a:latin typeface="Cambria Math" panose="02040503050406030204" pitchFamily="18" charset="0"/>
                                  <a:cs typeface="Times New Roman" panose="02020603050405020304" pitchFamily="18" charset="0"/>
                                  <a:sym typeface="Zapf Dingbats"/>
                                </a:rPr>
                                <m:t>500</m:t>
                              </m:r>
                            </m:num>
                            <m:den>
                              <m:r>
                                <m:rPr>
                                  <m:sty m:val="p"/>
                                </m:rPr>
                                <a:rPr lang="en-US" sz="2200" b="0" i="0" smtClean="0">
                                  <a:latin typeface="Cambria Math" panose="02040503050406030204" pitchFamily="18" charset="0"/>
                                  <a:cs typeface="Times New Roman" panose="02020603050405020304" pitchFamily="18" charset="0"/>
                                  <a:sym typeface="Zapf Dingbats"/>
                                </a:rPr>
                                <m:t>LCM</m:t>
                              </m:r>
                              <m:r>
                                <a:rPr lang="en-US" sz="2200" b="0" i="0"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(2,3)</m:t>
                              </m:r>
                            </m:den>
                          </m:f>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2 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b="0" i="0" smtClean="0">
                                  <a:latin typeface="Cambria Math" panose="02040503050406030204" pitchFamily="18" charset="0"/>
                                  <a:cs typeface="Times New Roman" panose="02020603050405020304" pitchFamily="18" charset="0"/>
                                  <a:sym typeface="Zapf Dingbats"/>
                                </a:rPr>
                                <m:t> 3</m:t>
                              </m:r>
                            </m:den>
                          </m:f>
                        </m:e>
                      </m:d>
                      <m:r>
                        <a:rPr lang="en-US" sz="2200" b="0" i="1" smtClean="0">
                          <a:latin typeface="Cambria Math" panose="02040503050406030204" pitchFamily="18" charset="0"/>
                          <a:cs typeface="Times New Roman" panose="02020603050405020304" pitchFamily="18" charset="0"/>
                          <a:sym typeface="Zapf Dingbats"/>
                        </a:rPr>
                        <m:t>=83</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i="1">
                              <a:latin typeface="Cambria Math" panose="02040503050406030204" pitchFamily="18" charset="0"/>
                              <a:cs typeface="Times New Roman" panose="02020603050405020304" pitchFamily="18" charset="0"/>
                              <a:sym typeface="Zapf Dingbats"/>
                            </a:rPr>
                            <m:t>𝐴</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m:rPr>
                                  <m:sty m:val="p"/>
                                </m:rPr>
                                <a:rPr lang="en-US" sz="2200">
                                  <a:latin typeface="Cambria Math" panose="02040503050406030204" pitchFamily="18" charset="0"/>
                                  <a:cs typeface="Times New Roman" panose="02020603050405020304" pitchFamily="18" charset="0"/>
                                  <a:sym typeface="Zapf Dingbats"/>
                                </a:rPr>
                                <m:t>LCM</m:t>
                              </m:r>
                              <m:r>
                                <a:rPr lang="en-US" sz="2200">
                                  <a:latin typeface="Cambria Math" panose="02040503050406030204" pitchFamily="18" charset="0"/>
                                  <a:cs typeface="Times New Roman" panose="02020603050405020304" pitchFamily="18" charset="0"/>
                                  <a:sym typeface="Zapf Dingbats"/>
                                </a:rPr>
                                <m:t> </m:t>
                              </m:r>
                              <m:r>
                                <a:rPr lang="en-US" sz="2200" i="1">
                                  <a:latin typeface="Cambria Math" panose="02040503050406030204" pitchFamily="18" charset="0"/>
                                  <a:cs typeface="Times New Roman" panose="02020603050405020304" pitchFamily="18" charset="0"/>
                                  <a:sym typeface="Zapf Dingbats"/>
                                </a:rPr>
                                <m:t>(2,</m:t>
                              </m:r>
                              <m:r>
                                <a:rPr lang="en-US" sz="2200" b="0" i="1" smtClean="0">
                                  <a:latin typeface="Cambria Math" panose="02040503050406030204" pitchFamily="18" charset="0"/>
                                  <a:cs typeface="Times New Roman" panose="02020603050405020304" pitchFamily="18" charset="0"/>
                                  <a:sym typeface="Zapf Dingbats"/>
                                </a:rPr>
                                <m:t>5</m:t>
                              </m:r>
                              <m:r>
                                <a:rPr lang="en-US" sz="2200" i="1">
                                  <a:latin typeface="Cambria Math" panose="02040503050406030204" pitchFamily="18" charset="0"/>
                                  <a:cs typeface="Times New Roman" panose="02020603050405020304" pitchFamily="18" charset="0"/>
                                  <a:sym typeface="Zapf Dingbats"/>
                                </a:rPr>
                                <m:t>)</m:t>
                              </m:r>
                            </m:den>
                          </m:f>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a:latin typeface="Cambria Math" panose="02040503050406030204" pitchFamily="18" charset="0"/>
                                  <a:cs typeface="Times New Roman" panose="02020603050405020304" pitchFamily="18" charset="0"/>
                                  <a:sym typeface="Zapf Dingbats"/>
                                </a:rPr>
                                <m:t>2 </m:t>
                              </m:r>
                              <m:r>
                                <m:rPr>
                                  <m:sty m:val="p"/>
                                </m:rPr>
                                <a:rPr lang="en-US" sz="2200">
                                  <a:latin typeface="Cambria Math" panose="02040503050406030204" pitchFamily="18" charset="0"/>
                                  <a:cs typeface="Times New Roman" panose="02020603050405020304" pitchFamily="18" charset="0"/>
                                  <a:sym typeface="Zapf Dingbats"/>
                                </a:rPr>
                                <m:t>x</m:t>
                              </m:r>
                              <m:r>
                                <a:rPr lang="en-US" sz="220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5</m:t>
                              </m:r>
                            </m:den>
                          </m:f>
                        </m:e>
                      </m:d>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50</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i="1">
                              <a:latin typeface="Cambria Math" panose="02040503050406030204" pitchFamily="18" charset="0"/>
                              <a:cs typeface="Times New Roman" panose="02020603050405020304" pitchFamily="18" charset="0"/>
                              <a:sym typeface="Zapf Dingbats"/>
                            </a:rPr>
                            <m:t>𝐴</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m:rPr>
                                  <m:sty m:val="p"/>
                                </m:rPr>
                                <a:rPr lang="en-US" sz="2200">
                                  <a:latin typeface="Cambria Math" panose="02040503050406030204" pitchFamily="18" charset="0"/>
                                  <a:cs typeface="Times New Roman" panose="02020603050405020304" pitchFamily="18" charset="0"/>
                                  <a:sym typeface="Zapf Dingbats"/>
                                </a:rPr>
                                <m:t>LCM</m:t>
                              </m:r>
                              <m:r>
                                <a:rPr lang="en-US" sz="2200">
                                  <a:latin typeface="Cambria Math" panose="02040503050406030204" pitchFamily="18" charset="0"/>
                                  <a:cs typeface="Times New Roman" panose="02020603050405020304" pitchFamily="18" charset="0"/>
                                  <a:sym typeface="Zapf Dingbats"/>
                                </a:rPr>
                                <m:t> </m:t>
                              </m:r>
                              <m:r>
                                <a:rPr lang="en-US" sz="2200" i="1">
                                  <a:latin typeface="Cambria Math" panose="02040503050406030204" pitchFamily="18" charset="0"/>
                                  <a:cs typeface="Times New Roman" panose="02020603050405020304" pitchFamily="18" charset="0"/>
                                  <a:sym typeface="Zapf Dingbats"/>
                                </a:rPr>
                                <m:t>(2,</m:t>
                              </m:r>
                              <m:r>
                                <a:rPr lang="en-US" sz="2200" b="0" i="1" smtClean="0">
                                  <a:latin typeface="Cambria Math" panose="02040503050406030204" pitchFamily="18" charset="0"/>
                                  <a:cs typeface="Times New Roman" panose="02020603050405020304" pitchFamily="18" charset="0"/>
                                  <a:sym typeface="Zapf Dingbats"/>
                                </a:rPr>
                                <m:t>6</m:t>
                              </m:r>
                              <m:r>
                                <a:rPr lang="en-US" sz="2200" i="1">
                                  <a:latin typeface="Cambria Math" panose="02040503050406030204" pitchFamily="18" charset="0"/>
                                  <a:cs typeface="Times New Roman" panose="02020603050405020304" pitchFamily="18" charset="0"/>
                                  <a:sym typeface="Zapf Dingbats"/>
                                </a:rPr>
                                <m:t>)</m:t>
                              </m:r>
                            </m:den>
                          </m:f>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6</m:t>
                              </m:r>
                            </m:den>
                          </m:f>
                        </m:e>
                      </m:d>
                      <m:r>
                        <a:rPr lang="en-US" sz="2200" i="1">
                          <a:latin typeface="Cambria Math" panose="02040503050406030204" pitchFamily="18" charset="0"/>
                          <a:cs typeface="Times New Roman" panose="02020603050405020304" pitchFamily="18" charset="0"/>
                          <a:sym typeface="Zapf Dingbats"/>
                        </a:rPr>
                        <m:t>=83</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32</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32617724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endParaRPr lang="en-US" sz="2200" b="0" i="1" dirty="0">
                  <a:latin typeface="Cambria Math" panose="020405030504060302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f>
                            <m:fPr>
                              <m:ctrlPr>
                                <a:rPr lang="en-US" sz="2200" b="0" i="1" smtClean="0">
                                  <a:latin typeface="Cambria Math" panose="02040503050406030204" pitchFamily="18" charset="0"/>
                                  <a:cs typeface="Times New Roman" panose="02020603050405020304" pitchFamily="18" charset="0"/>
                                  <a:sym typeface="Zapf Dingbats"/>
                                </a:rPr>
                              </m:ctrlPr>
                            </m:fPr>
                            <m:num>
                              <m:r>
                                <a:rPr lang="en-US" sz="2200" b="0" i="1" smtClean="0">
                                  <a:latin typeface="Cambria Math" panose="02040503050406030204" pitchFamily="18" charset="0"/>
                                  <a:cs typeface="Times New Roman" panose="02020603050405020304" pitchFamily="18" charset="0"/>
                                  <a:sym typeface="Zapf Dingbats"/>
                                </a:rPr>
                                <m:t>500</m:t>
                              </m:r>
                            </m:num>
                            <m:den>
                              <m:r>
                                <m:rPr>
                                  <m:sty m:val="p"/>
                                </m:rPr>
                                <a:rPr lang="en-US" sz="2200" b="0" i="0" smtClean="0">
                                  <a:latin typeface="Cambria Math" panose="02040503050406030204" pitchFamily="18" charset="0"/>
                                  <a:cs typeface="Times New Roman" panose="02020603050405020304" pitchFamily="18" charset="0"/>
                                  <a:sym typeface="Zapf Dingbats"/>
                                </a:rPr>
                                <m:t>LCM</m:t>
                              </m:r>
                              <m:r>
                                <a:rPr lang="en-US" sz="2200" b="0" i="0"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(3,5)</m:t>
                              </m:r>
                            </m:den>
                          </m:f>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3 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b="0" i="0"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5</m:t>
                              </m:r>
                            </m:den>
                          </m:f>
                        </m:e>
                      </m:d>
                      <m:r>
                        <a:rPr lang="en-US" sz="2200" b="0" i="1" smtClean="0">
                          <a:latin typeface="Cambria Math" panose="02040503050406030204" pitchFamily="18" charset="0"/>
                          <a:cs typeface="Times New Roman" panose="02020603050405020304" pitchFamily="18" charset="0"/>
                          <a:sym typeface="Zapf Dingbats"/>
                        </a:rPr>
                        <m:t>=33</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𝐵</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m:rPr>
                                  <m:sty m:val="p"/>
                                </m:rPr>
                                <a:rPr lang="en-US" sz="2200">
                                  <a:latin typeface="Cambria Math" panose="02040503050406030204" pitchFamily="18" charset="0"/>
                                  <a:cs typeface="Times New Roman" panose="02020603050405020304" pitchFamily="18" charset="0"/>
                                  <a:sym typeface="Zapf Dingbats"/>
                                </a:rPr>
                                <m:t>LCM</m:t>
                              </m:r>
                              <m:r>
                                <a:rPr lang="en-US" sz="2200">
                                  <a:latin typeface="Cambria Math" panose="02040503050406030204" pitchFamily="18" charset="0"/>
                                  <a:cs typeface="Times New Roman" panose="02020603050405020304" pitchFamily="18" charset="0"/>
                                  <a:sym typeface="Zapf Dingbats"/>
                                </a:rPr>
                                <m:t> </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3</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6</m:t>
                              </m:r>
                              <m:r>
                                <a:rPr lang="en-US" sz="2200" i="1">
                                  <a:latin typeface="Cambria Math" panose="02040503050406030204" pitchFamily="18" charset="0"/>
                                  <a:cs typeface="Times New Roman" panose="02020603050405020304" pitchFamily="18" charset="0"/>
                                  <a:sym typeface="Zapf Dingbats"/>
                                </a:rPr>
                                <m:t>)</m:t>
                              </m:r>
                            </m:den>
                          </m:f>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smtClean="0">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6</m:t>
                              </m:r>
                            </m:den>
                          </m:f>
                        </m:e>
                      </m:d>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83</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𝐶</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m:rPr>
                                  <m:sty m:val="p"/>
                                </m:rPr>
                                <a:rPr lang="en-US" sz="2200">
                                  <a:latin typeface="Cambria Math" panose="02040503050406030204" pitchFamily="18" charset="0"/>
                                  <a:cs typeface="Times New Roman" panose="02020603050405020304" pitchFamily="18" charset="0"/>
                                  <a:sym typeface="Zapf Dingbats"/>
                                </a:rPr>
                                <m:t>LCM</m:t>
                              </m:r>
                              <m:r>
                                <a:rPr lang="en-US" sz="2200">
                                  <a:latin typeface="Cambria Math" panose="02040503050406030204" pitchFamily="18" charset="0"/>
                                  <a:cs typeface="Times New Roman" panose="02020603050405020304" pitchFamily="18" charset="0"/>
                                  <a:sym typeface="Zapf Dingbats"/>
                                </a:rPr>
                                <m:t> </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5</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6</m:t>
                              </m:r>
                              <m:r>
                                <a:rPr lang="en-US" sz="2200" i="1">
                                  <a:latin typeface="Cambria Math" panose="02040503050406030204" pitchFamily="18" charset="0"/>
                                  <a:cs typeface="Times New Roman" panose="02020603050405020304" pitchFamily="18" charset="0"/>
                                  <a:sym typeface="Zapf Dingbats"/>
                                </a:rPr>
                                <m:t>)</m:t>
                              </m:r>
                            </m:den>
                          </m:f>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5 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6</m:t>
                              </m:r>
                            </m:den>
                          </m:f>
                        </m:e>
                      </m:d>
                      <m:r>
                        <a:rPr lang="en-US" sz="2200" i="1">
                          <a:latin typeface="Cambria Math" panose="02040503050406030204" pitchFamily="18" charset="0"/>
                          <a:cs typeface="Times New Roman" panose="02020603050405020304" pitchFamily="18" charset="0"/>
                          <a:sym typeface="Zapf Dingbats"/>
                        </a:rPr>
                        <m:t>=</m:t>
                      </m:r>
                      <m:r>
                        <a:rPr lang="en-US" sz="2200" b="0" i="0" smtClean="0">
                          <a:latin typeface="Cambria Math" panose="02040503050406030204" pitchFamily="18" charset="0"/>
                          <a:cs typeface="Times New Roman" panose="02020603050405020304" pitchFamily="18" charset="0"/>
                          <a:sym typeface="Zapf Dingbats"/>
                        </a:rPr>
                        <m:t>16</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33</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2227462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f>
                            <m:fPr>
                              <m:ctrlPr>
                                <a:rPr lang="en-US" sz="2200" b="0" i="1" smtClean="0">
                                  <a:latin typeface="Cambria Math" panose="02040503050406030204" pitchFamily="18" charset="0"/>
                                  <a:cs typeface="Times New Roman" panose="02020603050405020304" pitchFamily="18" charset="0"/>
                                  <a:sym typeface="Zapf Dingbats"/>
                                </a:rPr>
                              </m:ctrlPr>
                            </m:fPr>
                            <m:num>
                              <m:r>
                                <a:rPr lang="en-US" sz="2200" b="0" i="1" smtClean="0">
                                  <a:latin typeface="Cambria Math" panose="02040503050406030204" pitchFamily="18" charset="0"/>
                                  <a:cs typeface="Times New Roman" panose="02020603050405020304" pitchFamily="18" charset="0"/>
                                  <a:sym typeface="Zapf Dingbats"/>
                                </a:rPr>
                                <m:t>500</m:t>
                              </m:r>
                            </m:num>
                            <m:den>
                              <m:r>
                                <m:rPr>
                                  <m:sty m:val="p"/>
                                </m:rPr>
                                <a:rPr lang="en-US" sz="2200" b="0" i="0" smtClean="0">
                                  <a:latin typeface="Cambria Math" panose="02040503050406030204" pitchFamily="18" charset="0"/>
                                  <a:cs typeface="Times New Roman" panose="02020603050405020304" pitchFamily="18" charset="0"/>
                                  <a:sym typeface="Zapf Dingbats"/>
                                </a:rPr>
                                <m:t>LCM</m:t>
                              </m:r>
                              <m:r>
                                <a:rPr lang="en-US" sz="2200" b="0" i="0"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(2, 3, 5)</m:t>
                              </m:r>
                            </m:den>
                          </m:f>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2 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b="0" i="0" smtClean="0">
                                  <a:latin typeface="Cambria Math" panose="02040503050406030204" pitchFamily="18" charset="0"/>
                                  <a:cs typeface="Times New Roman" panose="02020603050405020304" pitchFamily="18" charset="0"/>
                                  <a:sym typeface="Zapf Dingbats"/>
                                </a:rPr>
                                <m:t> 3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b="0" i="0"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5</m:t>
                              </m:r>
                            </m:den>
                          </m:f>
                        </m:e>
                      </m:d>
                      <m:r>
                        <a:rPr lang="en-US" sz="2200" b="0" i="1" smtClean="0">
                          <a:latin typeface="Cambria Math" panose="02040503050406030204" pitchFamily="18" charset="0"/>
                          <a:cs typeface="Times New Roman" panose="02020603050405020304" pitchFamily="18" charset="0"/>
                          <a:sym typeface="Zapf Dingbats"/>
                        </a:rPr>
                        <m:t>=16</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m:rPr>
                                  <m:sty m:val="p"/>
                                </m:rPr>
                                <a:rPr lang="en-US" sz="2200">
                                  <a:latin typeface="Cambria Math" panose="02040503050406030204" pitchFamily="18" charset="0"/>
                                  <a:cs typeface="Times New Roman" panose="02020603050405020304" pitchFamily="18" charset="0"/>
                                  <a:sym typeface="Zapf Dingbats"/>
                                </a:rPr>
                                <m:t>LCM</m:t>
                              </m:r>
                              <m:r>
                                <a:rPr lang="en-US" sz="2200">
                                  <a:latin typeface="Cambria Math" panose="02040503050406030204" pitchFamily="18" charset="0"/>
                                  <a:cs typeface="Times New Roman" panose="02020603050405020304" pitchFamily="18" charset="0"/>
                                  <a:sym typeface="Zapf Dingbats"/>
                                </a:rPr>
                                <m:t> </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2, 3</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6</m:t>
                              </m:r>
                              <m:r>
                                <a:rPr lang="en-US" sz="2200" i="1">
                                  <a:latin typeface="Cambria Math" panose="02040503050406030204" pitchFamily="18" charset="0"/>
                                  <a:cs typeface="Times New Roman" panose="02020603050405020304" pitchFamily="18" charset="0"/>
                                  <a:sym typeface="Zapf Dingbats"/>
                                </a:rPr>
                                <m:t>)</m:t>
                              </m:r>
                            </m:den>
                          </m:f>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smtClean="0">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6</m:t>
                              </m:r>
                            </m:den>
                          </m:f>
                        </m:e>
                      </m:d>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83</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m:rPr>
                                  <m:sty m:val="p"/>
                                </m:rPr>
                                <a:rPr lang="en-US" sz="2200">
                                  <a:latin typeface="Cambria Math" panose="02040503050406030204" pitchFamily="18" charset="0"/>
                                  <a:cs typeface="Times New Roman" panose="02020603050405020304" pitchFamily="18" charset="0"/>
                                  <a:sym typeface="Zapf Dingbats"/>
                                </a:rPr>
                                <m:t>LCM</m:t>
                              </m:r>
                              <m:r>
                                <a:rPr lang="en-US" sz="2200">
                                  <a:latin typeface="Cambria Math" panose="02040503050406030204" pitchFamily="18" charset="0"/>
                                  <a:cs typeface="Times New Roman" panose="02020603050405020304" pitchFamily="18" charset="0"/>
                                  <a:sym typeface="Zapf Dingbats"/>
                                </a:rPr>
                                <m:t> </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2, 5</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6</m:t>
                              </m:r>
                              <m:r>
                                <a:rPr lang="en-US" sz="2200" i="1">
                                  <a:latin typeface="Cambria Math" panose="02040503050406030204" pitchFamily="18" charset="0"/>
                                  <a:cs typeface="Times New Roman" panose="02020603050405020304" pitchFamily="18" charset="0"/>
                                  <a:sym typeface="Zapf Dingbats"/>
                                </a:rPr>
                                <m:t>)</m:t>
                              </m:r>
                            </m:den>
                          </m:f>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5 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6</m:t>
                              </m:r>
                            </m:den>
                          </m:f>
                        </m:e>
                      </m:d>
                      <m:r>
                        <a:rPr lang="en-US" sz="2200" i="1">
                          <a:latin typeface="Cambria Math" panose="02040503050406030204" pitchFamily="18" charset="0"/>
                          <a:cs typeface="Times New Roman" panose="02020603050405020304" pitchFamily="18" charset="0"/>
                          <a:sym typeface="Zapf Dingbats"/>
                        </a:rPr>
                        <m:t>=</m:t>
                      </m:r>
                      <m:r>
                        <a:rPr lang="en-US" sz="2200" b="0" i="0" smtClean="0">
                          <a:latin typeface="Cambria Math" panose="02040503050406030204" pitchFamily="18" charset="0"/>
                          <a:cs typeface="Times New Roman" panose="02020603050405020304" pitchFamily="18" charset="0"/>
                          <a:sym typeface="Zapf Dingbats"/>
                        </a:rPr>
                        <m:t>16</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m:rPr>
                                  <m:sty m:val="p"/>
                                </m:rPr>
                                <a:rPr lang="en-US" sz="2200">
                                  <a:latin typeface="Cambria Math" panose="02040503050406030204" pitchFamily="18" charset="0"/>
                                  <a:cs typeface="Times New Roman" panose="02020603050405020304" pitchFamily="18" charset="0"/>
                                  <a:sym typeface="Zapf Dingbats"/>
                                </a:rPr>
                                <m:t>LCM</m:t>
                              </m:r>
                              <m:r>
                                <a:rPr lang="en-US" sz="2200">
                                  <a:latin typeface="Cambria Math" panose="02040503050406030204" pitchFamily="18" charset="0"/>
                                  <a:cs typeface="Times New Roman" panose="02020603050405020304" pitchFamily="18" charset="0"/>
                                  <a:sym typeface="Zapf Dingbats"/>
                                </a:rPr>
                                <m:t> </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3, 5</m:t>
                              </m:r>
                              <m:r>
                                <a:rPr lang="en-US" sz="2200" i="1">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6</m:t>
                              </m:r>
                              <m:r>
                                <a:rPr lang="en-US" sz="2200" i="1">
                                  <a:latin typeface="Cambria Math" panose="02040503050406030204" pitchFamily="18" charset="0"/>
                                  <a:cs typeface="Times New Roman" panose="02020603050405020304" pitchFamily="18" charset="0"/>
                                  <a:sym typeface="Zapf Dingbats"/>
                                </a:rPr>
                                <m:t>)</m:t>
                              </m:r>
                            </m:den>
                          </m:f>
                        </m:e>
                      </m:d>
                      <m:r>
                        <a:rPr lang="en-US" sz="2200" i="1">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5 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6</m:t>
                              </m:r>
                            </m:den>
                          </m:f>
                        </m:e>
                      </m:d>
                      <m:r>
                        <a:rPr lang="en-US" sz="2200" i="1">
                          <a:latin typeface="Cambria Math" panose="02040503050406030204" pitchFamily="18" charset="0"/>
                          <a:cs typeface="Times New Roman" panose="02020603050405020304" pitchFamily="18" charset="0"/>
                          <a:sym typeface="Zapf Dingbats"/>
                        </a:rPr>
                        <m:t>=</m:t>
                      </m:r>
                      <m:r>
                        <a:rPr lang="en-US" sz="2200" b="0" i="0" smtClean="0">
                          <a:latin typeface="Cambria Math" panose="02040503050406030204" pitchFamily="18" charset="0"/>
                          <a:cs typeface="Times New Roman" panose="02020603050405020304" pitchFamily="18" charset="0"/>
                          <a:sym typeface="Zapf Dingbats"/>
                        </a:rPr>
                        <m:t>16</m:t>
                      </m:r>
                    </m:oMath>
                  </m:oMathPara>
                </a14:m>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34</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028565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r>
                            <a:rPr lang="en-US" sz="2200" b="0" i="1" smtClean="0">
                              <a:latin typeface="Cambria Math" panose="02040503050406030204" pitchFamily="18" charset="0"/>
                              <a:cs typeface="Times New Roman" panose="02020603050405020304" pitchFamily="18" charset="0"/>
                              <a:sym typeface="Zapf Dingbats"/>
                            </a:rPr>
                            <m:t>𝐴</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𝐵</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𝐶</m:t>
                          </m:r>
                          <m:r>
                            <a:rPr lang="en-US" sz="2200" b="0" i="1" smtClean="0">
                              <a:latin typeface="Cambria Math" panose="02040503050406030204" pitchFamily="18" charset="0"/>
                              <a:cs typeface="Times New Roman" panose="02020603050405020304" pitchFamily="18" charset="0"/>
                              <a:sym typeface="Zapf Dingbats"/>
                            </a:rPr>
                            <m:t>∩</m:t>
                          </m:r>
                          <m:r>
                            <a:rPr lang="en-US" sz="2200" b="0" i="1" smtClean="0">
                              <a:latin typeface="Cambria Math" panose="02040503050406030204" pitchFamily="18" charset="0"/>
                              <a:cs typeface="Times New Roman" panose="02020603050405020304" pitchFamily="18" charset="0"/>
                              <a:sym typeface="Zapf Dingbats"/>
                            </a:rPr>
                            <m:t>𝐷</m:t>
                          </m:r>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b="0" i="1" smtClean="0">
                              <a:latin typeface="Cambria Math" panose="02040503050406030204" pitchFamily="18" charset="0"/>
                              <a:cs typeface="Times New Roman" panose="02020603050405020304" pitchFamily="18" charset="0"/>
                              <a:sym typeface="Zapf Dingbats"/>
                            </a:rPr>
                          </m:ctrlPr>
                        </m:dPr>
                        <m:e>
                          <m:f>
                            <m:fPr>
                              <m:ctrlPr>
                                <a:rPr lang="en-US" sz="2200" b="0" i="1" smtClean="0">
                                  <a:latin typeface="Cambria Math" panose="02040503050406030204" pitchFamily="18" charset="0"/>
                                  <a:cs typeface="Times New Roman" panose="02020603050405020304" pitchFamily="18" charset="0"/>
                                  <a:sym typeface="Zapf Dingbats"/>
                                </a:rPr>
                              </m:ctrlPr>
                            </m:fPr>
                            <m:num>
                              <m:r>
                                <a:rPr lang="en-US" sz="2200" b="0" i="1" smtClean="0">
                                  <a:latin typeface="Cambria Math" panose="02040503050406030204" pitchFamily="18" charset="0"/>
                                  <a:cs typeface="Times New Roman" panose="02020603050405020304" pitchFamily="18" charset="0"/>
                                  <a:sym typeface="Zapf Dingbats"/>
                                </a:rPr>
                                <m:t>500</m:t>
                              </m:r>
                            </m:num>
                            <m:den>
                              <m:r>
                                <m:rPr>
                                  <m:sty m:val="p"/>
                                </m:rPr>
                                <a:rPr lang="en-US" sz="2200" b="0" i="0" smtClean="0">
                                  <a:latin typeface="Cambria Math" panose="02040503050406030204" pitchFamily="18" charset="0"/>
                                  <a:cs typeface="Times New Roman" panose="02020603050405020304" pitchFamily="18" charset="0"/>
                                  <a:sym typeface="Zapf Dingbats"/>
                                </a:rPr>
                                <m:t>LCM</m:t>
                              </m:r>
                              <m:r>
                                <a:rPr lang="en-US" sz="2200" b="0" i="0" smtClean="0">
                                  <a:latin typeface="Cambria Math" panose="02040503050406030204" pitchFamily="18" charset="0"/>
                                  <a:cs typeface="Times New Roman" panose="02020603050405020304" pitchFamily="18" charset="0"/>
                                  <a:sym typeface="Zapf Dingbats"/>
                                </a:rPr>
                                <m:t> </m:t>
                              </m:r>
                              <m:r>
                                <a:rPr lang="en-US" sz="2200" b="0" i="1" smtClean="0">
                                  <a:latin typeface="Cambria Math" panose="02040503050406030204" pitchFamily="18" charset="0"/>
                                  <a:cs typeface="Times New Roman" panose="02020603050405020304" pitchFamily="18" charset="0"/>
                                  <a:sym typeface="Zapf Dingbats"/>
                                </a:rPr>
                                <m:t>(2, 3, 5, 6)</m:t>
                              </m:r>
                            </m:den>
                          </m:f>
                        </m:e>
                      </m:d>
                      <m:r>
                        <a:rPr lang="en-US" sz="2200" b="0" i="1" smtClean="0">
                          <a:latin typeface="Cambria Math" panose="02040503050406030204" pitchFamily="18" charset="0"/>
                          <a:cs typeface="Times New Roman" panose="02020603050405020304" pitchFamily="18" charset="0"/>
                          <a:sym typeface="Zapf Dingbats"/>
                        </a:rPr>
                        <m:t>=</m:t>
                      </m:r>
                      <m:d>
                        <m:dPr>
                          <m:begChr m:val="⌊"/>
                          <m:endChr m:val="⌋"/>
                          <m:ctrlPr>
                            <a:rPr lang="en-US" sz="2200" i="1">
                              <a:latin typeface="Cambria Math" panose="02040503050406030204" pitchFamily="18" charset="0"/>
                              <a:cs typeface="Times New Roman" panose="02020603050405020304" pitchFamily="18" charset="0"/>
                              <a:sym typeface="Zapf Dingbats"/>
                            </a:rPr>
                          </m:ctrlPr>
                        </m:dPr>
                        <m:e>
                          <m:f>
                            <m:fPr>
                              <m:ctrlPr>
                                <a:rPr lang="en-US" sz="2200" i="1">
                                  <a:latin typeface="Cambria Math" panose="02040503050406030204" pitchFamily="18" charset="0"/>
                                  <a:cs typeface="Times New Roman" panose="02020603050405020304" pitchFamily="18" charset="0"/>
                                  <a:sym typeface="Zapf Dingbats"/>
                                </a:rPr>
                              </m:ctrlPr>
                            </m:fPr>
                            <m:num>
                              <m:r>
                                <a:rPr lang="en-US" sz="2200" i="1">
                                  <a:latin typeface="Cambria Math" panose="02040503050406030204" pitchFamily="18" charset="0"/>
                                  <a:cs typeface="Times New Roman" panose="02020603050405020304" pitchFamily="18" charset="0"/>
                                  <a:sym typeface="Zapf Dingbats"/>
                                </a:rPr>
                                <m:t>500</m:t>
                              </m:r>
                            </m:num>
                            <m:den>
                              <m:r>
                                <a:rPr lang="en-US" sz="2200" b="0" i="0" smtClean="0">
                                  <a:latin typeface="Cambria Math" panose="02040503050406030204" pitchFamily="18" charset="0"/>
                                  <a:cs typeface="Times New Roman" panose="02020603050405020304" pitchFamily="18" charset="0"/>
                                  <a:sym typeface="Zapf Dingbats"/>
                                </a:rPr>
                                <m:t>5 </m:t>
                              </m:r>
                              <m:r>
                                <m:rPr>
                                  <m:sty m:val="p"/>
                                </m:rPr>
                                <a:rPr lang="en-US" sz="2200" b="0" i="0" smtClean="0">
                                  <a:latin typeface="Cambria Math" panose="02040503050406030204" pitchFamily="18" charset="0"/>
                                  <a:cs typeface="Times New Roman" panose="02020603050405020304" pitchFamily="18" charset="0"/>
                                  <a:sym typeface="Zapf Dingbats"/>
                                </a:rPr>
                                <m:t>x</m:t>
                              </m:r>
                              <m:r>
                                <a:rPr lang="en-US" sz="2200" b="0" i="0" smtClean="0">
                                  <a:latin typeface="Cambria Math" panose="02040503050406030204" pitchFamily="18" charset="0"/>
                                  <a:cs typeface="Times New Roman" panose="02020603050405020304" pitchFamily="18" charset="0"/>
                                  <a:sym typeface="Zapf Dingbats"/>
                                </a:rPr>
                                <m:t> 6</m:t>
                              </m:r>
                            </m:den>
                          </m:f>
                        </m:e>
                      </m:d>
                      <m:r>
                        <a:rPr lang="en-US" sz="2200" b="0" i="1" smtClean="0">
                          <a:latin typeface="Cambria Math" panose="02040503050406030204" pitchFamily="18" charset="0"/>
                          <a:cs typeface="Times New Roman" panose="02020603050405020304" pitchFamily="18" charset="0"/>
                          <a:sym typeface="Zapf Dingbats"/>
                        </a:rPr>
                        <m:t>=16</m:t>
                      </m:r>
                    </m:oMath>
                  </m:oMathPara>
                </a14:m>
                <a:endParaRPr lang="en-US" sz="2200" b="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 xmlns:m="http://schemas.openxmlformats.org/officeDocument/2006/math">
                    <m:r>
                      <a:rPr lang="en-US" sz="2200" b="0" i="1" smtClean="0">
                        <a:latin typeface="Cambria Math" panose="02040503050406030204" pitchFamily="18" charset="0"/>
                        <a:cs typeface="Times New Roman" panose="02020603050405020304" pitchFamily="18" charset="0"/>
                        <a:sym typeface="Zapf Dingbats"/>
                      </a:rPr>
                      <m:t>∴</m:t>
                    </m:r>
                    <m:r>
                      <m:rPr>
                        <m:sty m:val="p"/>
                      </m:rPr>
                      <a:rPr lang="en-US" sz="2200" b="0" i="0" smtClean="0">
                        <a:latin typeface="Cambria Math" panose="02040503050406030204" pitchFamily="18" charset="0"/>
                        <a:cs typeface="Times New Roman" panose="02020603050405020304" pitchFamily="18" charset="0"/>
                        <a:sym typeface="Zapf Dingbats"/>
                      </a:rPr>
                      <m:t>we</m:t>
                    </m:r>
                    <m:r>
                      <a:rPr lang="en-US" sz="2200" b="0" i="0" smtClean="0">
                        <a:latin typeface="Cambria Math" panose="02040503050406030204" pitchFamily="18" charset="0"/>
                        <a:cs typeface="Times New Roman" panose="02020603050405020304" pitchFamily="18" charset="0"/>
                        <a:sym typeface="Zapf Dingbats"/>
                      </a:rPr>
                      <m:t> </m:t>
                    </m:r>
                    <m:r>
                      <m:rPr>
                        <m:sty m:val="p"/>
                      </m:rPr>
                      <a:rPr lang="en-US" sz="2200" b="0" i="0" smtClean="0">
                        <a:latin typeface="Cambria Math" panose="02040503050406030204" pitchFamily="18" charset="0"/>
                        <a:cs typeface="Times New Roman" panose="02020603050405020304" pitchFamily="18" charset="0"/>
                        <a:sym typeface="Zapf Dingbats"/>
                      </a:rPr>
                      <m:t>have</m:t>
                    </m:r>
                  </m:oMath>
                </a14:m>
                <a:r>
                  <a:rPr lang="en-US" sz="2200" dirty="0">
                    <a:latin typeface="Times New Roman" panose="02020603050405020304" pitchFamily="18" charset="0"/>
                    <a:cs typeface="Times New Roman" panose="02020603050405020304" pitchFamily="18" charset="0"/>
                    <a:sym typeface="Zapf Dingbats"/>
                  </a:rPr>
                  <a:t> </a:t>
                </a:r>
              </a:p>
              <a:p>
                <a:pPr marL="0" indent="0" algn="just">
                  <a:lnSpc>
                    <a:spcPct val="150000"/>
                  </a:lnSpc>
                  <a:buNone/>
                </a:pPr>
                <a14:m>
                  <m:oMathPara xmlns:m="http://schemas.openxmlformats.org/officeDocument/2006/math">
                    <m:oMathParaPr>
                      <m:jc m:val="left"/>
                    </m:oMathParaPr>
                    <m:oMath xmlns:m="http://schemas.openxmlformats.org/officeDocument/2006/math">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a:latin typeface="Cambria Math" panose="02040503050406030204" pitchFamily="18" charset="0"/>
                              <a:cs typeface="Times New Roman" panose="02020603050405020304" pitchFamily="18" charset="0"/>
                              <a:sym typeface="Zapf Dingbats"/>
                            </a:rPr>
                            <m:t>𝑨</m:t>
                          </m:r>
                          <m:r>
                            <a:rPr lang="en-US" sz="2000" b="1" i="1">
                              <a:latin typeface="Cambria Math" panose="02040503050406030204" pitchFamily="18" charset="0"/>
                              <a:cs typeface="Times New Roman" panose="02020603050405020304" pitchFamily="18" charset="0"/>
                              <a:sym typeface="Zapf Dingbats"/>
                            </a:rPr>
                            <m:t>∪</m:t>
                          </m:r>
                          <m:r>
                            <a:rPr lang="en-US" sz="2000" b="1" i="1">
                              <a:latin typeface="Cambria Math" panose="02040503050406030204" pitchFamily="18" charset="0"/>
                              <a:cs typeface="Times New Roman" panose="02020603050405020304" pitchFamily="18" charset="0"/>
                              <a:sym typeface="Zapf Dingbats"/>
                            </a:rPr>
                            <m:t>𝑩</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𝑪</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𝑫</m:t>
                          </m:r>
                        </m:e>
                      </m:d>
                      <m:r>
                        <a:rPr lang="en-US" sz="2000" b="1" i="1">
                          <a:latin typeface="Cambria Math" panose="02040503050406030204" pitchFamily="18" charset="0"/>
                          <a:cs typeface="Times New Roman" panose="02020603050405020304" pitchFamily="18" charset="0"/>
                          <a:sym typeface="Zapf Dingbats"/>
                        </a:rPr>
                        <m:t>=</m:t>
                      </m:r>
                      <m:d>
                        <m:dPr>
                          <m:begChr m:val="|"/>
                          <m:endChr m:val="|"/>
                          <m:ctrlPr>
                            <a:rPr lang="en-US" sz="2000" b="1" i="1">
                              <a:latin typeface="Cambria Math" panose="02040503050406030204" pitchFamily="18" charset="0"/>
                              <a:cs typeface="Times New Roman" panose="02020603050405020304" pitchFamily="18" charset="0"/>
                              <a:sym typeface="Zapf Dingbats"/>
                            </a:rPr>
                          </m:ctrlPr>
                        </m:dPr>
                        <m:e>
                          <m:r>
                            <a:rPr lang="en-US" sz="2000" b="1" i="1">
                              <a:latin typeface="Cambria Math" panose="02040503050406030204" pitchFamily="18" charset="0"/>
                              <a:cs typeface="Times New Roman" panose="02020603050405020304" pitchFamily="18" charset="0"/>
                              <a:sym typeface="Zapf Dingbats"/>
                            </a:rPr>
                            <m:t>𝑨</m:t>
                          </m:r>
                        </m:e>
                      </m:d>
                      <m:r>
                        <a:rPr lang="en-US" sz="2000" b="1" i="1">
                          <a:latin typeface="Cambria Math" panose="02040503050406030204" pitchFamily="18" charset="0"/>
                          <a:cs typeface="Times New Roman" panose="02020603050405020304" pitchFamily="18" charset="0"/>
                          <a:sym typeface="Zapf Dingbats"/>
                        </a:rPr>
                        <m:t>+</m:t>
                      </m:r>
                      <m:d>
                        <m:dPr>
                          <m:begChr m:val="|"/>
                          <m:endChr m:val="|"/>
                          <m:ctrlPr>
                            <a:rPr lang="en-US" sz="2000" b="1" i="1">
                              <a:latin typeface="Cambria Math" panose="02040503050406030204" pitchFamily="18" charset="0"/>
                              <a:cs typeface="Times New Roman" panose="02020603050405020304" pitchFamily="18" charset="0"/>
                              <a:sym typeface="Zapf Dingbats"/>
                            </a:rPr>
                          </m:ctrlPr>
                        </m:dPr>
                        <m:e>
                          <m:r>
                            <a:rPr lang="en-US" sz="2000" b="1" i="1">
                              <a:latin typeface="Cambria Math" panose="02040503050406030204" pitchFamily="18" charset="0"/>
                              <a:cs typeface="Times New Roman" panose="02020603050405020304" pitchFamily="18" charset="0"/>
                              <a:sym typeface="Zapf Dingbats"/>
                            </a:rPr>
                            <m:t>𝑩</m:t>
                          </m:r>
                        </m:e>
                      </m:d>
                      <m:r>
                        <a:rPr lang="en-US" sz="2000" b="1" i="1" smtClean="0">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𝑪</m:t>
                          </m:r>
                        </m:e>
                      </m:d>
                      <m:r>
                        <a:rPr lang="en-US" sz="2000" b="1" i="1" smtClean="0">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𝑫</m:t>
                          </m:r>
                        </m:e>
                      </m:d>
                      <m:r>
                        <a:rPr lang="en-US" sz="2000" b="1" i="1">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a:latin typeface="Cambria Math" panose="02040503050406030204" pitchFamily="18" charset="0"/>
                              <a:cs typeface="Times New Roman" panose="02020603050405020304" pitchFamily="18" charset="0"/>
                              <a:sym typeface="Zapf Dingbats"/>
                            </a:rPr>
                            <m:t>𝑨</m:t>
                          </m:r>
                          <m:r>
                            <a:rPr lang="en-US" sz="2000" b="1" i="1">
                              <a:latin typeface="Cambria Math" panose="02040503050406030204" pitchFamily="18" charset="0"/>
                              <a:ea typeface="Cambria Math" panose="02040503050406030204" pitchFamily="18" charset="0"/>
                              <a:cs typeface="Times New Roman" panose="02020603050405020304" pitchFamily="18" charset="0"/>
                              <a:sym typeface="Zapf Dingbats"/>
                            </a:rPr>
                            <m:t>∩</m:t>
                          </m:r>
                          <m:r>
                            <a:rPr lang="en-US" sz="2000" b="1" i="1">
                              <a:latin typeface="Cambria Math" panose="02040503050406030204" pitchFamily="18" charset="0"/>
                              <a:ea typeface="Cambria Math" panose="02040503050406030204" pitchFamily="18" charset="0"/>
                              <a:cs typeface="Times New Roman" panose="02020603050405020304" pitchFamily="18" charset="0"/>
                              <a:sym typeface="Zapf Dingbats"/>
                            </a:rPr>
                            <m:t>𝑩</m:t>
                          </m:r>
                        </m:e>
                      </m:d>
                      <m:r>
                        <a:rPr lang="en-US" sz="2000" b="1" i="1" smtClean="0">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ea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𝑨</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𝑪</m:t>
                          </m:r>
                        </m:e>
                      </m:d>
                      <m:r>
                        <a:rPr lang="en-US" sz="2000" b="1" i="1" smtClean="0">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𝑨</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𝑫</m:t>
                          </m:r>
                        </m:e>
                      </m:d>
                      <m:r>
                        <a:rPr lang="en-US" sz="2000" b="1" i="1">
                          <a:latin typeface="Cambria Math" panose="02040503050406030204" pitchFamily="18" charset="0"/>
                          <a:cs typeface="Times New Roman" panose="02020603050405020304" pitchFamily="18" charset="0"/>
                          <a:sym typeface="Zapf Dingbats"/>
                        </a:rPr>
                        <m:t>−</m:t>
                      </m:r>
                      <m:d>
                        <m:dPr>
                          <m:begChr m:val="|"/>
                          <m:endChr m:val="|"/>
                          <m:ctrlPr>
                            <a:rPr lang="en-US" sz="2000" b="1" i="1">
                              <a:latin typeface="Cambria Math" panose="02040503050406030204" pitchFamily="18" charset="0"/>
                              <a:ea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𝑩</m:t>
                          </m:r>
                          <m:r>
                            <a:rPr lang="en-US" sz="2000" b="1" i="1">
                              <a:latin typeface="Cambria Math" panose="02040503050406030204" pitchFamily="18" charset="0"/>
                              <a:cs typeface="Times New Roman" panose="02020603050405020304" pitchFamily="18" charset="0"/>
                              <a:sym typeface="Zapf Dingbats"/>
                            </a:rPr>
                            <m:t>∩</m:t>
                          </m:r>
                          <m:r>
                            <a:rPr lang="en-US" sz="2000" b="1" i="1">
                              <a:latin typeface="Cambria Math" panose="02040503050406030204" pitchFamily="18" charset="0"/>
                              <a:cs typeface="Times New Roman" panose="02020603050405020304" pitchFamily="18" charset="0"/>
                              <a:sym typeface="Zapf Dingbats"/>
                            </a:rPr>
                            <m:t>𝑪</m:t>
                          </m:r>
                        </m:e>
                      </m:d>
                      <m:r>
                        <a:rPr lang="en-US" sz="2000" b="1" i="1">
                          <a:latin typeface="Cambria Math" panose="02040503050406030204" pitchFamily="18" charset="0"/>
                          <a:cs typeface="Times New Roman" panose="02020603050405020304" pitchFamily="18" charset="0"/>
                          <a:sym typeface="Zapf Dingbats"/>
                        </a:rPr>
                        <m:t>−</m:t>
                      </m:r>
                      <m:d>
                        <m:dPr>
                          <m:begChr m:val="|"/>
                          <m:endChr m:val="|"/>
                          <m:ctrlPr>
                            <a:rPr lang="en-US" sz="2000" b="1" i="1">
                              <a:latin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𝑩</m:t>
                          </m:r>
                          <m:r>
                            <a:rPr lang="en-US" sz="2000" b="1" i="1">
                              <a:latin typeface="Cambria Math" panose="02040503050406030204" pitchFamily="18" charset="0"/>
                              <a:cs typeface="Times New Roman" panose="02020603050405020304" pitchFamily="18" charset="0"/>
                              <a:sym typeface="Zapf Dingbats"/>
                            </a:rPr>
                            <m:t>∩</m:t>
                          </m:r>
                          <m:r>
                            <a:rPr lang="en-US" sz="2000" b="1" i="1">
                              <a:latin typeface="Cambria Math" panose="02040503050406030204" pitchFamily="18" charset="0"/>
                              <a:cs typeface="Times New Roman" panose="02020603050405020304" pitchFamily="18" charset="0"/>
                              <a:sym typeface="Zapf Dingbats"/>
                            </a:rPr>
                            <m:t>𝑫</m:t>
                          </m:r>
                        </m:e>
                      </m:d>
                      <m:r>
                        <a:rPr lang="en-US" sz="2000" b="1" i="1">
                          <a:latin typeface="Cambria Math" panose="02040503050406030204" pitchFamily="18" charset="0"/>
                          <a:cs typeface="Times New Roman" panose="02020603050405020304" pitchFamily="18" charset="0"/>
                          <a:sym typeface="Zapf Dingbats"/>
                        </a:rPr>
                        <m:t>−</m:t>
                      </m:r>
                      <m:d>
                        <m:dPr>
                          <m:begChr m:val="|"/>
                          <m:endChr m:val="|"/>
                          <m:ctrlPr>
                            <a:rPr lang="en-US" sz="2000" b="1" i="1">
                              <a:latin typeface="Cambria Math" panose="02040503050406030204" pitchFamily="18" charset="0"/>
                              <a:ea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𝑪</m:t>
                          </m:r>
                          <m:r>
                            <a:rPr lang="en-US" sz="2000" b="1" i="1">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𝑫</m:t>
                          </m:r>
                        </m:e>
                      </m:d>
                      <m:r>
                        <a:rPr lang="en-US" sz="2000" b="1" i="1" smtClean="0">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𝑨</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𝑩</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𝑪</m:t>
                          </m:r>
                        </m:e>
                      </m:d>
                      <m:r>
                        <a:rPr lang="en-US" sz="2000" b="1" i="1">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a:latin typeface="Cambria Math" panose="02040503050406030204" pitchFamily="18" charset="0"/>
                              <a:cs typeface="Times New Roman" panose="02020603050405020304" pitchFamily="18" charset="0"/>
                              <a:sym typeface="Zapf Dingbats"/>
                            </a:rPr>
                            <m:t>𝑨</m:t>
                          </m:r>
                          <m:r>
                            <a:rPr lang="en-US" sz="2000" b="1" i="1">
                              <a:latin typeface="Cambria Math" panose="02040503050406030204" pitchFamily="18" charset="0"/>
                              <a:cs typeface="Times New Roman" panose="02020603050405020304" pitchFamily="18" charset="0"/>
                              <a:sym typeface="Zapf Dingbats"/>
                            </a:rPr>
                            <m:t>∩</m:t>
                          </m:r>
                          <m:r>
                            <a:rPr lang="en-US" sz="2000" b="1" i="1">
                              <a:latin typeface="Cambria Math" panose="02040503050406030204" pitchFamily="18" charset="0"/>
                              <a:cs typeface="Times New Roman" panose="02020603050405020304" pitchFamily="18" charset="0"/>
                              <a:sym typeface="Zapf Dingbats"/>
                            </a:rPr>
                            <m:t>𝑩</m:t>
                          </m:r>
                          <m:r>
                            <a:rPr lang="en-US" sz="2000" b="1" i="1">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𝑫</m:t>
                          </m:r>
                        </m:e>
                      </m:d>
                      <m:r>
                        <a:rPr lang="en-US" sz="2000" b="1" i="1" smtClean="0">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𝑨</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𝑪</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𝑫</m:t>
                          </m:r>
                        </m:e>
                      </m:d>
                      <m:r>
                        <a:rPr lang="en-US" sz="2000" b="1" i="1" smtClean="0">
                          <a:latin typeface="Cambria Math" panose="02040503050406030204" pitchFamily="18" charset="0"/>
                          <a:cs typeface="Times New Roman" panose="02020603050405020304" pitchFamily="18" charset="0"/>
                          <a:sym typeface="Zapf Dingbats"/>
                        </a:rPr>
                        <m:t>+</m:t>
                      </m:r>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r>
                            <a:rPr lang="en-US" sz="2000" b="1" i="1" smtClean="0">
                              <a:latin typeface="Cambria Math" panose="02040503050406030204" pitchFamily="18" charset="0"/>
                              <a:cs typeface="Times New Roman" panose="02020603050405020304" pitchFamily="18" charset="0"/>
                              <a:sym typeface="Zapf Dingbats"/>
                            </a:rPr>
                            <m:t>𝑩</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𝑪</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𝑫</m:t>
                          </m:r>
                        </m:e>
                      </m:d>
                    </m:oMath>
                  </m:oMathPara>
                </a14:m>
                <a:endParaRPr lang="en-US" sz="2000" b="1" i="1" dirty="0">
                  <a:latin typeface="Cambria Math" panose="020405030504060302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𝑨</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𝑩</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𝑪</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𝑫</m:t>
                      </m:r>
                      <m:r>
                        <a:rPr lang="en-US" sz="2000" b="1" i="1" smtClean="0">
                          <a:latin typeface="Cambria Math" panose="02040503050406030204" pitchFamily="18" charset="0"/>
                          <a:cs typeface="Times New Roman" panose="02020603050405020304" pitchFamily="18" charset="0"/>
                          <a:sym typeface="Zapf Dingbats"/>
                        </a:rPr>
                        <m:t>|</m:t>
                      </m:r>
                    </m:oMath>
                  </m:oMathPara>
                </a14:m>
                <a:endParaRPr lang="en-US" sz="2000" b="1"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𝟑𝟔𝟔</m:t>
                      </m:r>
                      <m:r>
                        <a:rPr lang="en-US" sz="2000" b="1" i="1" smtClean="0">
                          <a:latin typeface="Cambria Math" panose="02040503050406030204" pitchFamily="18" charset="0"/>
                          <a:cs typeface="Times New Roman" panose="02020603050405020304" pitchFamily="18" charset="0"/>
                          <a:sym typeface="Zapf Dingbats"/>
                        </a:rPr>
                        <m:t>.</m:t>
                      </m:r>
                    </m:oMath>
                  </m:oMathPara>
                </a14:m>
                <a:endParaRPr lang="en-US" sz="2000" b="1"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r>
                  <a:rPr lang="en-US" sz="2000" b="1" dirty="0">
                    <a:latin typeface="Times New Roman" panose="02020603050405020304" pitchFamily="18" charset="0"/>
                    <a:cs typeface="Times New Roman" panose="02020603050405020304" pitchFamily="18" charset="0"/>
                    <a:sym typeface="Zapf Dingbats"/>
                  </a:rPr>
                  <a:t>Total numbers not divisible by 2, 3, 5, 6 is given by </a:t>
                </a:r>
                <a14:m>
                  <m:oMath xmlns:m="http://schemas.openxmlformats.org/officeDocument/2006/math">
                    <m:d>
                      <m:dPr>
                        <m:begChr m:val="|"/>
                        <m:endChr m:val="|"/>
                        <m:ctrlPr>
                          <a:rPr lang="en-US" sz="2000" b="1" i="1" smtClean="0">
                            <a:latin typeface="Cambria Math" panose="02040503050406030204" pitchFamily="18" charset="0"/>
                            <a:cs typeface="Times New Roman" panose="02020603050405020304" pitchFamily="18" charset="0"/>
                            <a:sym typeface="Zapf Dingbats"/>
                          </a:rPr>
                        </m:ctrlPr>
                      </m:dPr>
                      <m:e>
                        <m:sSup>
                          <m:sSupPr>
                            <m:ctrlPr>
                              <a:rPr lang="en-US" sz="2000" b="1" i="1" smtClean="0">
                                <a:latin typeface="Cambria Math" panose="02040503050406030204" pitchFamily="18" charset="0"/>
                                <a:cs typeface="Times New Roman" panose="02020603050405020304" pitchFamily="18" charset="0"/>
                                <a:sym typeface="Zapf Dingbats"/>
                              </a:rPr>
                            </m:ctrlPr>
                          </m:sSupPr>
                          <m:e>
                            <m:r>
                              <a:rPr lang="en-US" sz="2000" b="1" i="1" smtClean="0">
                                <a:latin typeface="Cambria Math" panose="02040503050406030204" pitchFamily="18" charset="0"/>
                                <a:cs typeface="Times New Roman" panose="02020603050405020304" pitchFamily="18" charset="0"/>
                                <a:sym typeface="Zapf Dingbats"/>
                              </a:rPr>
                              <m:t>𝑨</m:t>
                            </m:r>
                          </m:e>
                          <m:sup>
                            <m:r>
                              <a:rPr lang="en-US" sz="2000" b="1" i="1" smtClean="0">
                                <a:latin typeface="Cambria Math" panose="02040503050406030204" pitchFamily="18" charset="0"/>
                                <a:cs typeface="Times New Roman" panose="02020603050405020304" pitchFamily="18" charset="0"/>
                                <a:sym typeface="Zapf Dingbats"/>
                              </a:rPr>
                              <m:t>′</m:t>
                            </m:r>
                          </m:sup>
                        </m:sSup>
                        <m:r>
                          <a:rPr lang="en-US" sz="2000" b="1" i="1" smtClean="0">
                            <a:latin typeface="Cambria Math" panose="02040503050406030204" pitchFamily="18" charset="0"/>
                            <a:cs typeface="Times New Roman" panose="02020603050405020304" pitchFamily="18" charset="0"/>
                            <a:sym typeface="Zapf Dingbats"/>
                          </a:rPr>
                          <m:t>∩</m:t>
                        </m:r>
                        <m:sSup>
                          <m:sSupPr>
                            <m:ctrlPr>
                              <a:rPr lang="en-US" sz="2000" b="1" i="1" smtClean="0">
                                <a:latin typeface="Cambria Math" panose="02040503050406030204" pitchFamily="18" charset="0"/>
                                <a:cs typeface="Times New Roman" panose="02020603050405020304" pitchFamily="18" charset="0"/>
                                <a:sym typeface="Zapf Dingbats"/>
                              </a:rPr>
                            </m:ctrlPr>
                          </m:sSupPr>
                          <m:e>
                            <m:r>
                              <a:rPr lang="en-US" sz="2000" b="1" i="1" smtClean="0">
                                <a:latin typeface="Cambria Math" panose="02040503050406030204" pitchFamily="18" charset="0"/>
                                <a:cs typeface="Times New Roman" panose="02020603050405020304" pitchFamily="18" charset="0"/>
                                <a:sym typeface="Zapf Dingbats"/>
                              </a:rPr>
                              <m:t>𝑩</m:t>
                            </m:r>
                          </m:e>
                          <m:sup>
                            <m:r>
                              <a:rPr lang="en-US" sz="2000" b="1" i="1" smtClean="0">
                                <a:latin typeface="Cambria Math" panose="02040503050406030204" pitchFamily="18" charset="0"/>
                                <a:cs typeface="Times New Roman" panose="02020603050405020304" pitchFamily="18" charset="0"/>
                                <a:sym typeface="Zapf Dingbats"/>
                              </a:rPr>
                              <m:t>′</m:t>
                            </m:r>
                          </m:sup>
                        </m:sSup>
                        <m:r>
                          <a:rPr lang="en-US" sz="2000" b="1" i="1" smtClean="0">
                            <a:latin typeface="Cambria Math" panose="02040503050406030204" pitchFamily="18" charset="0"/>
                            <a:cs typeface="Times New Roman" panose="02020603050405020304" pitchFamily="18" charset="0"/>
                            <a:sym typeface="Zapf Dingbats"/>
                          </a:rPr>
                          <m:t>∩</m:t>
                        </m:r>
                        <m:sSup>
                          <m:sSupPr>
                            <m:ctrlPr>
                              <a:rPr lang="en-US" sz="2000" b="1" i="1" smtClean="0">
                                <a:latin typeface="Cambria Math" panose="02040503050406030204" pitchFamily="18" charset="0"/>
                                <a:cs typeface="Times New Roman" panose="02020603050405020304" pitchFamily="18" charset="0"/>
                                <a:sym typeface="Zapf Dingbats"/>
                              </a:rPr>
                            </m:ctrlPr>
                          </m:sSupPr>
                          <m:e>
                            <m:r>
                              <a:rPr lang="en-US" sz="2000" b="1" i="1" smtClean="0">
                                <a:latin typeface="Cambria Math" panose="02040503050406030204" pitchFamily="18" charset="0"/>
                                <a:cs typeface="Times New Roman" panose="02020603050405020304" pitchFamily="18" charset="0"/>
                                <a:sym typeface="Zapf Dingbats"/>
                              </a:rPr>
                              <m:t>𝑪</m:t>
                            </m:r>
                          </m:e>
                          <m:sup>
                            <m:r>
                              <a:rPr lang="en-US" sz="2000" b="1" i="1" smtClean="0">
                                <a:latin typeface="Cambria Math" panose="02040503050406030204" pitchFamily="18" charset="0"/>
                                <a:cs typeface="Times New Roman" panose="02020603050405020304" pitchFamily="18" charset="0"/>
                                <a:sym typeface="Zapf Dingbats"/>
                              </a:rPr>
                              <m:t>′</m:t>
                            </m:r>
                          </m:sup>
                        </m:sSup>
                        <m:r>
                          <a:rPr lang="en-US" sz="2000" b="1" i="1" smtClean="0">
                            <a:latin typeface="Cambria Math" panose="02040503050406030204" pitchFamily="18" charset="0"/>
                            <a:cs typeface="Times New Roman" panose="02020603050405020304" pitchFamily="18" charset="0"/>
                            <a:sym typeface="Zapf Dingbats"/>
                          </a:rPr>
                          <m:t>∩</m:t>
                        </m:r>
                        <m:sSup>
                          <m:sSupPr>
                            <m:ctrlPr>
                              <a:rPr lang="en-US" sz="2000" b="1" i="1" smtClean="0">
                                <a:latin typeface="Cambria Math" panose="02040503050406030204" pitchFamily="18" charset="0"/>
                                <a:cs typeface="Times New Roman" panose="02020603050405020304" pitchFamily="18" charset="0"/>
                                <a:sym typeface="Zapf Dingbats"/>
                              </a:rPr>
                            </m:ctrlPr>
                          </m:sSupPr>
                          <m:e>
                            <m:r>
                              <a:rPr lang="en-US" sz="2000" b="1" i="1" smtClean="0">
                                <a:latin typeface="Cambria Math" panose="02040503050406030204" pitchFamily="18" charset="0"/>
                                <a:cs typeface="Times New Roman" panose="02020603050405020304" pitchFamily="18" charset="0"/>
                                <a:sym typeface="Zapf Dingbats"/>
                              </a:rPr>
                              <m:t>𝑫</m:t>
                            </m:r>
                          </m:e>
                          <m:sup>
                            <m:r>
                              <a:rPr lang="en-US" sz="2000" b="1" i="1" smtClean="0">
                                <a:latin typeface="Cambria Math" panose="02040503050406030204" pitchFamily="18" charset="0"/>
                                <a:cs typeface="Times New Roman" panose="02020603050405020304" pitchFamily="18" charset="0"/>
                                <a:sym typeface="Zapf Dingbats"/>
                              </a:rPr>
                              <m:t>′</m:t>
                            </m:r>
                          </m:sup>
                        </m:sSup>
                      </m:e>
                    </m:d>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𝟓𝟎𝟎</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𝟑𝟔𝟔</m:t>
                    </m:r>
                    <m:r>
                      <a:rPr lang="en-US" sz="2000" b="1" i="1" smtClean="0">
                        <a:latin typeface="Cambria Math" panose="02040503050406030204" pitchFamily="18" charset="0"/>
                        <a:cs typeface="Times New Roman" panose="02020603050405020304" pitchFamily="18" charset="0"/>
                        <a:sym typeface="Zapf Dingbats"/>
                      </a:rPr>
                      <m:t>=</m:t>
                    </m:r>
                    <m:r>
                      <a:rPr lang="en-US" sz="2000" b="1" i="1" smtClean="0">
                        <a:latin typeface="Cambria Math" panose="02040503050406030204" pitchFamily="18" charset="0"/>
                        <a:cs typeface="Times New Roman" panose="02020603050405020304" pitchFamily="18" charset="0"/>
                        <a:sym typeface="Zapf Dingbats"/>
                      </a:rPr>
                      <m:t>𝟏𝟑𝟒</m:t>
                    </m:r>
                    <m:r>
                      <a:rPr lang="en-US" sz="2000" b="1" i="1" smtClean="0">
                        <a:latin typeface="Cambria Math" panose="02040503050406030204" pitchFamily="18" charset="0"/>
                        <a:cs typeface="Times New Roman" panose="02020603050405020304" pitchFamily="18" charset="0"/>
                        <a:sym typeface="Zapf Dingbats"/>
                      </a:rPr>
                      <m:t>.</m:t>
                    </m:r>
                  </m:oMath>
                </a14:m>
                <a:endParaRPr lang="en-US" sz="2000" b="1"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000" b="1"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985"/>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35</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343885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Inclusion and exclusion principle</a:t>
            </a:r>
          </a:p>
        </p:txBody>
      </p:sp>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sym typeface="Zapf Dingbats"/>
              </a:rPr>
              <a:t>Problem for practice:</a:t>
            </a:r>
          </a:p>
          <a:p>
            <a:pPr marL="514350" indent="-514350" algn="just">
              <a:lnSpc>
                <a:spcPct val="150000"/>
              </a:lnSpc>
              <a:buAutoNum type="romanLcParenBoth"/>
            </a:pPr>
            <a:r>
              <a:rPr lang="en-US" sz="2200" dirty="0">
                <a:latin typeface="Times New Roman" panose="02020603050405020304" pitchFamily="18" charset="0"/>
                <a:cs typeface="Times New Roman" panose="02020603050405020304" pitchFamily="18" charset="0"/>
                <a:sym typeface="Zapf Dingbats"/>
              </a:rPr>
              <a:t>Find the number of integers between 1 and 250, both inclusive that are (</a:t>
            </a:r>
            <a:r>
              <a:rPr lang="en-US" sz="2200" dirty="0" err="1">
                <a:latin typeface="Times New Roman" panose="02020603050405020304" pitchFamily="18" charset="0"/>
                <a:cs typeface="Times New Roman" panose="02020603050405020304" pitchFamily="18" charset="0"/>
                <a:sym typeface="Zapf Dingbats"/>
              </a:rPr>
              <a:t>i</a:t>
            </a:r>
            <a:r>
              <a:rPr lang="en-US" sz="2200" dirty="0">
                <a:latin typeface="Times New Roman" panose="02020603050405020304" pitchFamily="18" charset="0"/>
                <a:cs typeface="Times New Roman" panose="02020603050405020304" pitchFamily="18" charset="0"/>
                <a:sym typeface="Zapf Dingbats"/>
              </a:rPr>
              <a:t>) divisible by 2, 3 (ii) divisible by 2, 3, 5 (iii)  not divisible by 2, 3, 5.</a:t>
            </a:r>
          </a:p>
          <a:p>
            <a:pPr marL="514350" indent="-514350" algn="just">
              <a:lnSpc>
                <a:spcPct val="150000"/>
              </a:lnSpc>
              <a:buAutoNum type="romanLcParenBoth"/>
            </a:pPr>
            <a:endParaRPr lang="en-US" sz="2200" dirty="0">
              <a:latin typeface="Times New Roman" panose="02020603050405020304" pitchFamily="18" charset="0"/>
              <a:cs typeface="Times New Roman" panose="02020603050405020304" pitchFamily="18" charset="0"/>
              <a:sym typeface="Zapf Dingbats"/>
            </a:endParaRPr>
          </a:p>
          <a:p>
            <a:pPr marL="514350" indent="-514350" algn="just">
              <a:lnSpc>
                <a:spcPct val="150000"/>
              </a:lnSpc>
              <a:buFontTx/>
              <a:buAutoNum type="romanLcParenBoth"/>
            </a:pPr>
            <a:r>
              <a:rPr lang="en-US" sz="2200" dirty="0">
                <a:latin typeface="Times New Roman" panose="02020603050405020304" pitchFamily="18" charset="0"/>
                <a:cs typeface="Times New Roman" panose="02020603050405020304" pitchFamily="18" charset="0"/>
                <a:sym typeface="Zapf Dingbats"/>
              </a:rPr>
              <a:t>Find the number of integers between 1 and 250, both inclusive that are  divisible by 2, 3, 5, 7.</a:t>
            </a:r>
          </a:p>
          <a:p>
            <a:pPr marL="0" indent="0" algn="just">
              <a:lnSpc>
                <a:spcPct val="150000"/>
              </a:lnSpc>
              <a:buNone/>
            </a:pPr>
            <a:endParaRPr lang="en-US" sz="2200" dirty="0">
              <a:latin typeface="Times New Roman" panose="02020603050405020304" pitchFamily="18" charset="0"/>
              <a:cs typeface="Times New Roman" panose="02020603050405020304" pitchFamily="18" charset="0"/>
              <a:sym typeface="Zapf Dingbats"/>
            </a:endParaRP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36</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643609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Pigeonhole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a:lnSpc>
                    <a:spcPct val="150000"/>
                  </a:lnSpc>
                </a:pPr>
                <a:endParaRPr lang="en-US" sz="2600" dirty="0">
                  <a:latin typeface="Times New Roman" panose="02020603050405020304" pitchFamily="18" charset="0"/>
                  <a:cs typeface="Times New Roman" panose="02020603050405020304" pitchFamily="18" charset="0"/>
                  <a:sym typeface="Zapf Dingbats"/>
                </a:endParaRPr>
              </a:p>
              <a:p>
                <a:pPr algn="just">
                  <a:lnSpc>
                    <a:spcPct val="150000"/>
                  </a:lnSpc>
                </a:pPr>
                <a:r>
                  <a:rPr lang="en-US" sz="2600" dirty="0">
                    <a:latin typeface="Times New Roman" panose="02020603050405020304" pitchFamily="18" charset="0"/>
                    <a:cs typeface="Times New Roman" panose="02020603050405020304" pitchFamily="18" charset="0"/>
                    <a:sym typeface="Zapf Dingbats"/>
                  </a:rPr>
                  <a:t>Suppose there are 11 pigeons and 10 pigeonholes. Then at least 2 pigeons must be there in a pigeonhole. </a:t>
                </a:r>
              </a:p>
              <a:p>
                <a:pPr algn="just">
                  <a:lnSpc>
                    <a:spcPct val="150000"/>
                  </a:lnSpc>
                </a:pPr>
                <a:r>
                  <a:rPr lang="en-US" sz="2600" dirty="0">
                    <a:latin typeface="Times New Roman" panose="02020603050405020304" pitchFamily="18" charset="0"/>
                    <a:cs typeface="Times New Roman" panose="02020603050405020304" pitchFamily="18" charset="0"/>
                    <a:sym typeface="Zapf Dingbats"/>
                  </a:rPr>
                  <a:t>This can be generalized and is known as pigeonhole principle.</a:t>
                </a:r>
              </a:p>
              <a:p>
                <a:pPr algn="just">
                  <a:lnSpc>
                    <a:spcPct val="150000"/>
                  </a:lnSpc>
                </a:pPr>
                <a:r>
                  <a:rPr lang="en-US" sz="2600" dirty="0">
                    <a:latin typeface="Times New Roman" panose="02020603050405020304" pitchFamily="18" charset="0"/>
                    <a:cs typeface="Times New Roman" panose="02020603050405020304" pitchFamily="18" charset="0"/>
                    <a:sym typeface="Zapf Dingbats"/>
                  </a:rPr>
                  <a:t>If </a:t>
                </a:r>
                <a14:m>
                  <m:oMath xmlns:m="http://schemas.openxmlformats.org/officeDocument/2006/math">
                    <m:r>
                      <a:rPr lang="en-US" sz="2600" b="0" i="1" smtClean="0">
                        <a:latin typeface="Cambria Math" panose="02040503050406030204" pitchFamily="18" charset="0"/>
                        <a:cs typeface="Times New Roman" panose="02020603050405020304" pitchFamily="18" charset="0"/>
                        <a:sym typeface="Zapf Dingbats"/>
                      </a:rPr>
                      <m:t>𝑚</m:t>
                    </m:r>
                  </m:oMath>
                </a14:m>
                <a:r>
                  <a:rPr lang="en-US" sz="2600" dirty="0">
                    <a:latin typeface="Times New Roman" panose="02020603050405020304" pitchFamily="18" charset="0"/>
                    <a:cs typeface="Times New Roman" panose="02020603050405020304" pitchFamily="18" charset="0"/>
                    <a:sym typeface="Zapf Dingbats"/>
                  </a:rPr>
                  <a:t> pigeons are assigned to </a:t>
                </a:r>
                <a14:m>
                  <m:oMath xmlns:m="http://schemas.openxmlformats.org/officeDocument/2006/math">
                    <m:r>
                      <a:rPr lang="en-US" sz="2600" b="0" i="1" smtClean="0">
                        <a:latin typeface="Cambria Math" panose="02040503050406030204" pitchFamily="18" charset="0"/>
                        <a:cs typeface="Times New Roman" panose="02020603050405020304" pitchFamily="18" charset="0"/>
                        <a:sym typeface="Zapf Dingbats"/>
                      </a:rPr>
                      <m:t>𝑛</m:t>
                    </m:r>
                  </m:oMath>
                </a14:m>
                <a:r>
                  <a:rPr lang="en-US" sz="2600" dirty="0">
                    <a:latin typeface="Times New Roman" panose="02020603050405020304" pitchFamily="18" charset="0"/>
                    <a:cs typeface="Times New Roman" panose="02020603050405020304" pitchFamily="18" charset="0"/>
                    <a:sym typeface="Zapf Dingbats"/>
                  </a:rPr>
                  <a:t> pigeonholes, </a:t>
                </a:r>
                <a14:m>
                  <m:oMath xmlns:m="http://schemas.openxmlformats.org/officeDocument/2006/math">
                    <m:r>
                      <a:rPr lang="en-US" sz="2600" b="0" i="1" smtClean="0">
                        <a:latin typeface="Cambria Math" panose="02040503050406030204" pitchFamily="18" charset="0"/>
                        <a:cs typeface="Times New Roman" panose="02020603050405020304" pitchFamily="18" charset="0"/>
                        <a:sym typeface="Zapf Dingbats"/>
                      </a:rPr>
                      <m:t>𝑚</m:t>
                    </m:r>
                    <m:r>
                      <a:rPr lang="en-US" sz="2600" b="0" i="1" smtClean="0">
                        <a:latin typeface="Cambria Math" panose="02040503050406030204" pitchFamily="18" charset="0"/>
                        <a:cs typeface="Times New Roman" panose="02020603050405020304" pitchFamily="18" charset="0"/>
                        <a:sym typeface="Zapf Dingbats"/>
                      </a:rPr>
                      <m:t>&gt;</m:t>
                    </m:r>
                    <m:r>
                      <a:rPr lang="en-US" sz="2600" b="0" i="1" smtClean="0">
                        <a:latin typeface="Cambria Math" panose="02040503050406030204" pitchFamily="18" charset="0"/>
                        <a:cs typeface="Times New Roman" panose="02020603050405020304" pitchFamily="18" charset="0"/>
                        <a:sym typeface="Zapf Dingbats"/>
                      </a:rPr>
                      <m:t>𝑛</m:t>
                    </m:r>
                  </m:oMath>
                </a14:m>
                <a:r>
                  <a:rPr lang="en-US" sz="2600" dirty="0">
                    <a:latin typeface="Times New Roman" panose="02020603050405020304" pitchFamily="18" charset="0"/>
                    <a:cs typeface="Times New Roman" panose="02020603050405020304" pitchFamily="18" charset="0"/>
                    <a:sym typeface="Zapf Dingbats"/>
                  </a:rPr>
                  <a:t> then there must be a pigeonhole containing at least two pigeons.</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1477"/>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37</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935758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Pigeonhole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a:lnSpc>
                    <a:spcPct val="150000"/>
                  </a:lnSpc>
                </a:pPr>
                <a:endParaRPr lang="en-US" sz="2400" dirty="0">
                  <a:latin typeface="Times New Roman" panose="02020603050405020304" pitchFamily="18" charset="0"/>
                  <a:cs typeface="Times New Roman" panose="02020603050405020304" pitchFamily="18" charset="0"/>
                  <a:sym typeface="Zapf Dingbats"/>
                </a:endParaRPr>
              </a:p>
              <a:p>
                <a:pPr algn="just">
                  <a:lnSpc>
                    <a:spcPct val="150000"/>
                  </a:lnSpc>
                </a:pPr>
                <a:r>
                  <a:rPr lang="en-US" sz="2400" dirty="0">
                    <a:latin typeface="Times New Roman" panose="02020603050405020304" pitchFamily="18" charset="0"/>
                    <a:cs typeface="Times New Roman" panose="02020603050405020304" pitchFamily="18" charset="0"/>
                    <a:sym typeface="Zapf Dingbats"/>
                  </a:rPr>
                  <a:t>It is a simple but important counting principle having a variety of applications.</a:t>
                </a:r>
              </a:p>
              <a:p>
                <a:pPr algn="just">
                  <a:lnSpc>
                    <a:spcPct val="150000"/>
                  </a:lnSpc>
                </a:pPr>
                <a:r>
                  <a:rPr lang="en-US" sz="2400" dirty="0">
                    <a:latin typeface="Times New Roman" panose="02020603050405020304" pitchFamily="18" charset="0"/>
                    <a:cs typeface="Times New Roman" panose="02020603050405020304" pitchFamily="18" charset="0"/>
                    <a:sym typeface="Zapf Dingbats"/>
                  </a:rPr>
                  <a:t>Generalized pigeonhole principle: If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𝑚</m:t>
                    </m:r>
                  </m:oMath>
                </a14:m>
                <a:r>
                  <a:rPr lang="en-US" sz="2400" dirty="0">
                    <a:latin typeface="Times New Roman" panose="02020603050405020304" pitchFamily="18" charset="0"/>
                    <a:cs typeface="Times New Roman" panose="02020603050405020304" pitchFamily="18" charset="0"/>
                    <a:sym typeface="Zapf Dingbats"/>
                  </a:rPr>
                  <a:t> pigeons are assigned to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𝑛</m:t>
                    </m:r>
                  </m:oMath>
                </a14:m>
                <a:r>
                  <a:rPr lang="en-US" sz="2400" dirty="0">
                    <a:latin typeface="Times New Roman" panose="02020603050405020304" pitchFamily="18" charset="0"/>
                    <a:cs typeface="Times New Roman" panose="02020603050405020304" pitchFamily="18" charset="0"/>
                    <a:sym typeface="Zapf Dingbats"/>
                  </a:rPr>
                  <a:t> pigeonholes, then there must be a pigeonhole containing </a:t>
                </a:r>
                <a:r>
                  <a:rPr lang="en-US" sz="2400" dirty="0" err="1">
                    <a:latin typeface="Times New Roman" panose="02020603050405020304" pitchFamily="18" charset="0"/>
                    <a:cs typeface="Times New Roman" panose="02020603050405020304" pitchFamily="18" charset="0"/>
                    <a:sym typeface="Zapf Dingbats"/>
                  </a:rPr>
                  <a:t>atleast</a:t>
                </a:r>
                <a:r>
                  <a:rPr lang="en-US" sz="2400" dirty="0">
                    <a:latin typeface="Times New Roman" panose="02020603050405020304" pitchFamily="18" charset="0"/>
                    <a:cs typeface="Times New Roman" panose="02020603050405020304" pitchFamily="18" charset="0"/>
                    <a:sym typeface="Zapf Dingbats"/>
                  </a:rPr>
                  <a:t> </a:t>
                </a:r>
                <a14:m>
                  <m:oMath xmlns:m="http://schemas.openxmlformats.org/officeDocument/2006/math">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d>
                          <m:dPr>
                            <m:ctrlPr>
                              <a:rPr lang="en-US" sz="2400" b="0" i="1" smtClean="0">
                                <a:latin typeface="Cambria Math" panose="02040503050406030204" pitchFamily="18" charset="0"/>
                                <a:cs typeface="Times New Roman" panose="02020603050405020304" pitchFamily="18" charset="0"/>
                                <a:sym typeface="Zapf Dingbats"/>
                              </a:rPr>
                            </m:ctrlPr>
                          </m:dPr>
                          <m:e>
                            <m:f>
                              <m:fPr>
                                <m:ctrlPr>
                                  <a:rPr lang="en-US" sz="2400" b="0" i="1" smtClean="0">
                                    <a:latin typeface="Cambria Math" panose="02040503050406030204" pitchFamily="18" charset="0"/>
                                    <a:cs typeface="Times New Roman" panose="02020603050405020304" pitchFamily="18" charset="0"/>
                                    <a:sym typeface="Zapf Dingbats"/>
                                  </a:rPr>
                                </m:ctrlPr>
                              </m:fPr>
                              <m:num>
                                <m:r>
                                  <a:rPr lang="en-US" sz="2400" b="0" i="1" smtClean="0">
                                    <a:latin typeface="Cambria Math" panose="02040503050406030204" pitchFamily="18" charset="0"/>
                                    <a:cs typeface="Times New Roman" panose="02020603050405020304" pitchFamily="18" charset="0"/>
                                    <a:sym typeface="Zapf Dingbats"/>
                                  </a:rPr>
                                  <m:t>𝑚</m:t>
                                </m:r>
                                <m:r>
                                  <a:rPr lang="en-US" sz="2400" b="0" i="1" smtClean="0">
                                    <a:latin typeface="Cambria Math" panose="02040503050406030204" pitchFamily="18" charset="0"/>
                                    <a:cs typeface="Times New Roman" panose="02020603050405020304" pitchFamily="18" charset="0"/>
                                    <a:sym typeface="Zapf Dingbats"/>
                                  </a:rPr>
                                  <m:t>−1</m:t>
                                </m:r>
                              </m:num>
                              <m:den>
                                <m:r>
                                  <a:rPr lang="en-US" sz="2400" b="0" i="1" smtClean="0">
                                    <a:latin typeface="Cambria Math" panose="02040503050406030204" pitchFamily="18" charset="0"/>
                                    <a:cs typeface="Times New Roman" panose="02020603050405020304" pitchFamily="18" charset="0"/>
                                    <a:sym typeface="Zapf Dingbats"/>
                                  </a:rPr>
                                  <m:t>𝑛</m:t>
                                </m:r>
                              </m:den>
                            </m:f>
                          </m:e>
                        </m:d>
                      </m:e>
                    </m:d>
                    <m:r>
                      <a:rPr lang="en-US" sz="2400" b="0" i="1" smtClean="0">
                        <a:latin typeface="Cambria Math" panose="02040503050406030204" pitchFamily="18" charset="0"/>
                        <a:cs typeface="Times New Roman" panose="02020603050405020304" pitchFamily="18" charset="0"/>
                        <a:sym typeface="Zapf Dingbats"/>
                      </a:rPr>
                      <m:t>+1</m:t>
                    </m:r>
                  </m:oMath>
                </a14:m>
                <a:r>
                  <a:rPr lang="en-US" sz="2400" dirty="0">
                    <a:latin typeface="Times New Roman" panose="02020603050405020304" pitchFamily="18" charset="0"/>
                    <a:cs typeface="Times New Roman" panose="02020603050405020304" pitchFamily="18" charset="0"/>
                    <a:sym typeface="Zapf Dingbats"/>
                  </a:rPr>
                  <a:t> pigeons, where </a:t>
                </a:r>
                <a14:m>
                  <m:oMath xmlns:m="http://schemas.openxmlformats.org/officeDocument/2006/math">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d>
                  </m:oMath>
                </a14:m>
                <a:r>
                  <a:rPr lang="en-US" sz="2400" dirty="0">
                    <a:latin typeface="Times New Roman" panose="02020603050405020304" pitchFamily="18" charset="0"/>
                    <a:cs typeface="Times New Roman" panose="02020603050405020304" pitchFamily="18" charset="0"/>
                    <a:sym typeface="Zapf Dingbats"/>
                  </a:rPr>
                  <a:t> is the greatest integer function. E.g. </a:t>
                </a:r>
                <a14:m>
                  <m:oMath xmlns:m="http://schemas.openxmlformats.org/officeDocument/2006/math">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3.1</m:t>
                        </m:r>
                      </m:e>
                    </m:d>
                    <m:r>
                      <a:rPr lang="en-US" sz="2400" b="0" i="1" smtClean="0">
                        <a:latin typeface="Cambria Math" panose="02040503050406030204" pitchFamily="18" charset="0"/>
                        <a:cs typeface="Times New Roman" panose="02020603050405020304" pitchFamily="18" charset="0"/>
                        <a:sym typeface="Zapf Dingbats"/>
                      </a:rPr>
                      <m:t>=3;</m:t>
                    </m:r>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2.99</m:t>
                        </m:r>
                      </m:e>
                    </m:d>
                    <m:r>
                      <a:rPr lang="en-US" sz="2400" b="0" i="1" smtClean="0">
                        <a:latin typeface="Cambria Math" panose="02040503050406030204" pitchFamily="18" charset="0"/>
                        <a:cs typeface="Times New Roman" panose="02020603050405020304" pitchFamily="18" charset="0"/>
                        <a:sym typeface="Zapf Dingbats"/>
                      </a:rPr>
                      <m:t>=2;</m:t>
                    </m:r>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−2.7</m:t>
                        </m:r>
                      </m:e>
                    </m:d>
                    <m:r>
                      <a:rPr lang="en-US" sz="2400" b="0" i="1" smtClean="0">
                        <a:latin typeface="Cambria Math" panose="02040503050406030204" pitchFamily="18" charset="0"/>
                        <a:cs typeface="Times New Roman" panose="02020603050405020304" pitchFamily="18" charset="0"/>
                        <a:sym typeface="Zapf Dingbats"/>
                      </a:rPr>
                      <m:t>=−3;</m:t>
                    </m:r>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195" r="-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38</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260369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Pigeonhole Principle</a:t>
            </a:r>
          </a:p>
        </p:txBody>
      </p:sp>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Problems</a:t>
            </a:r>
          </a:p>
          <a:p>
            <a:pPr marL="0" indent="0" algn="just">
              <a:lnSpc>
                <a:spcPct val="150000"/>
              </a:lnSpc>
              <a:buNone/>
            </a:pPr>
            <a:r>
              <a:rPr lang="en-US" sz="2400" b="1" dirty="0">
                <a:latin typeface="Times New Roman" panose="02020603050405020304" pitchFamily="18" charset="0"/>
                <a:cs typeface="Times New Roman" panose="02020603050405020304" pitchFamily="18" charset="0"/>
                <a:sym typeface="Zapf Dingbats"/>
              </a:rPr>
              <a:t>From a college if we select 367 students, then show that at least two of them will have the same birthday.</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Solution:</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There are 367 students and the maximum number of days in a year is 366 (leap year) and so 366 possible birthdays are there.</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Treating the 367 as pigeons and the 366 birthdays as pigeonholes, by principle at least two students will have the same birthday.</a:t>
            </a:r>
          </a:p>
        </p:txBody>
      </p:sp>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39</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4176785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Pigeonhole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b="1" dirty="0">
                    <a:latin typeface="Times New Roman" panose="02020603050405020304" pitchFamily="18" charset="0"/>
                    <a:cs typeface="Times New Roman" panose="02020603050405020304" pitchFamily="18" charset="0"/>
                    <a:sym typeface="Zapf Dingbats"/>
                  </a:rPr>
                  <a:t>If 9 colors are used to paint 100 houses, show that at least 12 houses will be of the same color.</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Solution: Consider the 9 colors as pigeonholes and the 100 colors as pigeons. By general pigeonhole principle, there must be at least </a:t>
                </a:r>
                <a14:m>
                  <m:oMath xmlns:m="http://schemas.openxmlformats.org/officeDocument/2006/math">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d>
                          <m:dPr>
                            <m:ctrlPr>
                              <a:rPr lang="en-US" sz="2400" b="0" i="1" smtClean="0">
                                <a:latin typeface="Cambria Math" panose="02040503050406030204" pitchFamily="18" charset="0"/>
                                <a:cs typeface="Times New Roman" panose="02020603050405020304" pitchFamily="18" charset="0"/>
                                <a:sym typeface="Zapf Dingbats"/>
                              </a:rPr>
                            </m:ctrlPr>
                          </m:dPr>
                          <m:e>
                            <m:f>
                              <m:fPr>
                                <m:ctrlPr>
                                  <a:rPr lang="en-US" sz="2400" b="0" i="1" smtClean="0">
                                    <a:latin typeface="Cambria Math" panose="02040503050406030204" pitchFamily="18" charset="0"/>
                                    <a:cs typeface="Times New Roman" panose="02020603050405020304" pitchFamily="18" charset="0"/>
                                    <a:sym typeface="Zapf Dingbats"/>
                                  </a:rPr>
                                </m:ctrlPr>
                              </m:fPr>
                              <m:num>
                                <m:r>
                                  <a:rPr lang="en-US" sz="2400" b="0" i="1" smtClean="0">
                                    <a:latin typeface="Cambria Math" panose="02040503050406030204" pitchFamily="18" charset="0"/>
                                    <a:cs typeface="Times New Roman" panose="02020603050405020304" pitchFamily="18" charset="0"/>
                                    <a:sym typeface="Zapf Dingbats"/>
                                  </a:rPr>
                                  <m:t>𝑚</m:t>
                                </m:r>
                                <m:r>
                                  <a:rPr lang="en-US" sz="2400" b="0" i="1" smtClean="0">
                                    <a:latin typeface="Cambria Math" panose="02040503050406030204" pitchFamily="18" charset="0"/>
                                    <a:cs typeface="Times New Roman" panose="02020603050405020304" pitchFamily="18" charset="0"/>
                                    <a:sym typeface="Zapf Dingbats"/>
                                  </a:rPr>
                                  <m:t>−1</m:t>
                                </m:r>
                              </m:num>
                              <m:den>
                                <m:r>
                                  <a:rPr lang="en-US" sz="2400" b="0" i="1" smtClean="0">
                                    <a:latin typeface="Cambria Math" panose="02040503050406030204" pitchFamily="18" charset="0"/>
                                    <a:cs typeface="Times New Roman" panose="02020603050405020304" pitchFamily="18" charset="0"/>
                                    <a:sym typeface="Zapf Dingbats"/>
                                  </a:rPr>
                                  <m:t>𝑛</m:t>
                                </m:r>
                              </m:den>
                            </m:f>
                          </m:e>
                        </m:d>
                      </m:e>
                    </m:d>
                    <m:r>
                      <a:rPr lang="en-US" sz="2400" b="0" i="1" smtClean="0">
                        <a:latin typeface="Cambria Math" panose="02040503050406030204" pitchFamily="18" charset="0"/>
                        <a:cs typeface="Times New Roman" panose="02020603050405020304" pitchFamily="18" charset="0"/>
                        <a:sym typeface="Zapf Dingbats"/>
                      </a:rPr>
                      <m:t>+1</m:t>
                    </m:r>
                  </m:oMath>
                </a14:m>
                <a:r>
                  <a:rPr lang="en-US" sz="2400" dirty="0">
                    <a:latin typeface="Times New Roman" panose="02020603050405020304" pitchFamily="18" charset="0"/>
                    <a:cs typeface="Times New Roman" panose="02020603050405020304" pitchFamily="18" charset="0"/>
                    <a:sym typeface="Zapf Dingbats"/>
                  </a:rPr>
                  <a:t> houses will have the same color.</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Here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𝑚</m:t>
                    </m:r>
                    <m:r>
                      <a:rPr lang="en-US" sz="2400" b="0" i="1" smtClean="0">
                        <a:latin typeface="Cambria Math" panose="02040503050406030204" pitchFamily="18" charset="0"/>
                        <a:cs typeface="Times New Roman" panose="02020603050405020304" pitchFamily="18" charset="0"/>
                        <a:sym typeface="Zapf Dingbats"/>
                      </a:rPr>
                      <m:t>=100;</m:t>
                    </m:r>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=9;</m:t>
                    </m:r>
                    <m:d>
                      <m:dPr>
                        <m:begChr m:val="["/>
                        <m:endChr m:val="]"/>
                        <m:ctrlPr>
                          <a:rPr lang="en-US" sz="2400" i="1">
                            <a:latin typeface="Cambria Math" panose="02040503050406030204" pitchFamily="18" charset="0"/>
                            <a:cs typeface="Times New Roman" panose="02020603050405020304" pitchFamily="18" charset="0"/>
                            <a:sym typeface="Zapf Dingbats"/>
                          </a:rPr>
                        </m:ctrlPr>
                      </m:dPr>
                      <m:e>
                        <m:d>
                          <m:dPr>
                            <m:ctrlPr>
                              <a:rPr lang="en-US" sz="2400" i="1">
                                <a:latin typeface="Cambria Math" panose="02040503050406030204" pitchFamily="18" charset="0"/>
                                <a:cs typeface="Times New Roman" panose="02020603050405020304" pitchFamily="18" charset="0"/>
                                <a:sym typeface="Zapf Dingbats"/>
                              </a:rPr>
                            </m:ctrlPr>
                          </m:dPr>
                          <m:e>
                            <m:f>
                              <m:fPr>
                                <m:ctrlPr>
                                  <a:rPr lang="en-US" sz="2400" i="1">
                                    <a:latin typeface="Cambria Math" panose="02040503050406030204" pitchFamily="18" charset="0"/>
                                    <a:cs typeface="Times New Roman" panose="02020603050405020304" pitchFamily="18" charset="0"/>
                                    <a:sym typeface="Zapf Dingbats"/>
                                  </a:rPr>
                                </m:ctrlPr>
                              </m:fPr>
                              <m:num>
                                <m:r>
                                  <a:rPr lang="en-US" sz="2400" b="0" i="1" smtClean="0">
                                    <a:latin typeface="Cambria Math" panose="02040503050406030204" pitchFamily="18" charset="0"/>
                                    <a:cs typeface="Times New Roman" panose="02020603050405020304" pitchFamily="18" charset="0"/>
                                    <a:sym typeface="Zapf Dingbats"/>
                                  </a:rPr>
                                  <m:t>100</m:t>
                                </m:r>
                                <m:r>
                                  <a:rPr lang="en-US" sz="2400" i="1">
                                    <a:latin typeface="Cambria Math" panose="02040503050406030204" pitchFamily="18" charset="0"/>
                                    <a:cs typeface="Times New Roman" panose="02020603050405020304" pitchFamily="18" charset="0"/>
                                    <a:sym typeface="Zapf Dingbats"/>
                                  </a:rPr>
                                  <m:t>−1</m:t>
                                </m:r>
                              </m:num>
                              <m:den>
                                <m:r>
                                  <a:rPr lang="en-US" sz="2400" b="0" i="1" smtClean="0">
                                    <a:latin typeface="Cambria Math" panose="02040503050406030204" pitchFamily="18" charset="0"/>
                                    <a:cs typeface="Times New Roman" panose="02020603050405020304" pitchFamily="18" charset="0"/>
                                    <a:sym typeface="Zapf Dingbats"/>
                                  </a:rPr>
                                  <m:t>9</m:t>
                                </m:r>
                              </m:den>
                            </m:f>
                          </m:e>
                        </m:d>
                      </m:e>
                    </m:d>
                    <m:r>
                      <a:rPr lang="en-US" sz="2400" i="1">
                        <a:latin typeface="Cambria Math" panose="02040503050406030204" pitchFamily="18" charset="0"/>
                        <a:cs typeface="Times New Roman" panose="02020603050405020304" pitchFamily="18" charset="0"/>
                        <a:sym typeface="Zapf Dingbats"/>
                      </a:rPr>
                      <m:t>+1</m:t>
                    </m:r>
                    <m:r>
                      <a:rPr lang="en-US" sz="2400" b="0" i="1" smtClean="0">
                        <a:latin typeface="Cambria Math" panose="02040503050406030204" pitchFamily="18" charset="0"/>
                        <a:cs typeface="Times New Roman" panose="02020603050405020304" pitchFamily="18" charset="0"/>
                        <a:sym typeface="Zapf Dingbats"/>
                      </a:rPr>
                      <m:t>=12.</m:t>
                    </m:r>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Hence 12 houses will have the same colors.</a:t>
                </a: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40</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3712646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Pigeonhole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b="1" dirty="0">
                    <a:latin typeface="Times New Roman" panose="02020603050405020304" pitchFamily="18" charset="0"/>
                    <a:cs typeface="Times New Roman" panose="02020603050405020304" pitchFamily="18" charset="0"/>
                    <a:sym typeface="Zapf Dingbats"/>
                  </a:rPr>
                  <a:t>In a group of 6 people, show that there are 3 mutual friends or 3 mutual foes in the group.</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Solution: Let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𝐴</m:t>
                    </m:r>
                  </m:oMath>
                </a14:m>
                <a:r>
                  <a:rPr lang="en-US" sz="2400" dirty="0">
                    <a:latin typeface="Times New Roman" panose="02020603050405020304" pitchFamily="18" charset="0"/>
                    <a:cs typeface="Times New Roman" panose="02020603050405020304" pitchFamily="18" charset="0"/>
                    <a:sym typeface="Zapf Dingbats"/>
                  </a:rPr>
                  <a:t> be one of the 6 people. The remaining 5 people consists of two groups ‘friends of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𝐴</m:t>
                    </m:r>
                  </m:oMath>
                </a14:m>
                <a:r>
                  <a:rPr lang="en-US" sz="2400" dirty="0">
                    <a:latin typeface="Times New Roman" panose="02020603050405020304" pitchFamily="18" charset="0"/>
                    <a:cs typeface="Times New Roman" panose="02020603050405020304" pitchFamily="18" charset="0"/>
                    <a:sym typeface="Zapf Dingbats"/>
                  </a:rPr>
                  <a:t>’ and ‘foes of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𝐴</m:t>
                    </m:r>
                  </m:oMath>
                </a14:m>
                <a:r>
                  <a:rPr lang="en-US" sz="2400" dirty="0">
                    <a:latin typeface="Times New Roman" panose="02020603050405020304" pitchFamily="18" charset="0"/>
                    <a:cs typeface="Times New Roman" panose="02020603050405020304" pitchFamily="18" charset="0"/>
                    <a:sym typeface="Zapf Dingbats"/>
                  </a:rPr>
                  <a:t>’.</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Now treating the 5 people as pigeons and the 2 groups as pigeonholes, by the general principle, one of the groups will contain at least </a:t>
                </a:r>
                <a14:m>
                  <m:oMath xmlns:m="http://schemas.openxmlformats.org/officeDocument/2006/math">
                    <m:d>
                      <m:dPr>
                        <m:begChr m:val="["/>
                        <m:endChr m:val="]"/>
                        <m:ctrlPr>
                          <a:rPr lang="en-US" sz="2400" b="0" i="1" smtClean="0">
                            <a:latin typeface="Cambria Math" panose="02040503050406030204" pitchFamily="18" charset="0"/>
                            <a:cs typeface="Times New Roman" panose="02020603050405020304" pitchFamily="18" charset="0"/>
                            <a:sym typeface="Zapf Dingbats"/>
                          </a:rPr>
                        </m:ctrlPr>
                      </m:dPr>
                      <m:e>
                        <m:d>
                          <m:dPr>
                            <m:ctrlPr>
                              <a:rPr lang="en-US" sz="2400" b="0" i="1" smtClean="0">
                                <a:latin typeface="Cambria Math" panose="02040503050406030204" pitchFamily="18" charset="0"/>
                                <a:cs typeface="Times New Roman" panose="02020603050405020304" pitchFamily="18" charset="0"/>
                                <a:sym typeface="Zapf Dingbats"/>
                              </a:rPr>
                            </m:ctrlPr>
                          </m:dPr>
                          <m:e>
                            <m:f>
                              <m:fPr>
                                <m:ctrlPr>
                                  <a:rPr lang="en-US" sz="2400" b="0" i="1" smtClean="0">
                                    <a:latin typeface="Cambria Math" panose="02040503050406030204" pitchFamily="18" charset="0"/>
                                    <a:cs typeface="Times New Roman" panose="02020603050405020304" pitchFamily="18" charset="0"/>
                                    <a:sym typeface="Zapf Dingbats"/>
                                  </a:rPr>
                                </m:ctrlPr>
                              </m:fPr>
                              <m:num>
                                <m:r>
                                  <a:rPr lang="en-US" sz="2400" b="0" i="1" smtClean="0">
                                    <a:latin typeface="Cambria Math" panose="02040503050406030204" pitchFamily="18" charset="0"/>
                                    <a:cs typeface="Times New Roman" panose="02020603050405020304" pitchFamily="18" charset="0"/>
                                    <a:sym typeface="Zapf Dingbats"/>
                                  </a:rPr>
                                  <m:t>𝑚</m:t>
                                </m:r>
                                <m:r>
                                  <a:rPr lang="en-US" sz="2400" b="0" i="1" smtClean="0">
                                    <a:latin typeface="Cambria Math" panose="02040503050406030204" pitchFamily="18" charset="0"/>
                                    <a:cs typeface="Times New Roman" panose="02020603050405020304" pitchFamily="18" charset="0"/>
                                    <a:sym typeface="Zapf Dingbats"/>
                                  </a:rPr>
                                  <m:t>−1</m:t>
                                </m:r>
                              </m:num>
                              <m:den>
                                <m:r>
                                  <a:rPr lang="en-US" sz="2400" b="0" i="1" smtClean="0">
                                    <a:latin typeface="Cambria Math" panose="02040503050406030204" pitchFamily="18" charset="0"/>
                                    <a:cs typeface="Times New Roman" panose="02020603050405020304" pitchFamily="18" charset="0"/>
                                    <a:sym typeface="Zapf Dingbats"/>
                                  </a:rPr>
                                  <m:t>𝑛</m:t>
                                </m:r>
                              </m:den>
                            </m:f>
                          </m:e>
                        </m:d>
                      </m:e>
                    </m:d>
                    <m:r>
                      <a:rPr lang="en-US" sz="2400" b="0" i="1" smtClean="0">
                        <a:latin typeface="Cambria Math" panose="02040503050406030204" pitchFamily="18" charset="0"/>
                        <a:cs typeface="Times New Roman" panose="02020603050405020304" pitchFamily="18" charset="0"/>
                        <a:sym typeface="Zapf Dingbats"/>
                      </a:rPr>
                      <m:t>+1</m:t>
                    </m:r>
                  </m:oMath>
                </a14:m>
                <a:r>
                  <a:rPr lang="en-US" sz="2400" dirty="0">
                    <a:latin typeface="Times New Roman" panose="02020603050405020304" pitchFamily="18" charset="0"/>
                    <a:cs typeface="Times New Roman" panose="02020603050405020304" pitchFamily="18" charset="0"/>
                    <a:sym typeface="Zapf Dingbats"/>
                  </a:rPr>
                  <a:t> people.</a:t>
                </a: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41</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3689333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Pigeonhole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Here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𝑚</m:t>
                    </m:r>
                    <m:r>
                      <a:rPr lang="en-US" sz="2400" b="0" i="1" smtClean="0">
                        <a:latin typeface="Cambria Math" panose="02040503050406030204" pitchFamily="18" charset="0"/>
                        <a:cs typeface="Times New Roman" panose="02020603050405020304" pitchFamily="18" charset="0"/>
                        <a:sym typeface="Zapf Dingbats"/>
                      </a:rPr>
                      <m:t>=5, </m:t>
                    </m:r>
                    <m:r>
                      <a:rPr lang="en-US" sz="2400" b="0" i="1" smtClean="0">
                        <a:latin typeface="Cambria Math" panose="02040503050406030204" pitchFamily="18" charset="0"/>
                        <a:cs typeface="Times New Roman" panose="02020603050405020304" pitchFamily="18" charset="0"/>
                        <a:sym typeface="Zapf Dingbats"/>
                      </a:rPr>
                      <m:t>𝑛</m:t>
                    </m:r>
                    <m:r>
                      <a:rPr lang="en-US" sz="2400" b="0" i="1" smtClean="0">
                        <a:latin typeface="Cambria Math" panose="02040503050406030204" pitchFamily="18" charset="0"/>
                        <a:cs typeface="Times New Roman" panose="02020603050405020304" pitchFamily="18" charset="0"/>
                        <a:sym typeface="Zapf Dingbats"/>
                      </a:rPr>
                      <m:t>=2.  ∴</m:t>
                    </m:r>
                    <m:d>
                      <m:dPr>
                        <m:begChr m:val="["/>
                        <m:endChr m:val="]"/>
                        <m:ctrlPr>
                          <a:rPr lang="en-US" sz="2400" i="1">
                            <a:latin typeface="Cambria Math" panose="02040503050406030204" pitchFamily="18" charset="0"/>
                            <a:cs typeface="Times New Roman" panose="02020603050405020304" pitchFamily="18" charset="0"/>
                            <a:sym typeface="Zapf Dingbats"/>
                          </a:rPr>
                        </m:ctrlPr>
                      </m:dPr>
                      <m:e>
                        <m:d>
                          <m:dPr>
                            <m:ctrlPr>
                              <a:rPr lang="en-US" sz="2400" i="1">
                                <a:latin typeface="Cambria Math" panose="02040503050406030204" pitchFamily="18" charset="0"/>
                                <a:cs typeface="Times New Roman" panose="02020603050405020304" pitchFamily="18" charset="0"/>
                                <a:sym typeface="Zapf Dingbats"/>
                              </a:rPr>
                            </m:ctrlPr>
                          </m:dPr>
                          <m:e>
                            <m:f>
                              <m:fPr>
                                <m:ctrlPr>
                                  <a:rPr lang="en-US" sz="2400" i="1">
                                    <a:latin typeface="Cambria Math" panose="02040503050406030204" pitchFamily="18" charset="0"/>
                                    <a:cs typeface="Times New Roman" panose="02020603050405020304" pitchFamily="18" charset="0"/>
                                    <a:sym typeface="Zapf Dingbats"/>
                                  </a:rPr>
                                </m:ctrlPr>
                              </m:fPr>
                              <m:num>
                                <m:r>
                                  <a:rPr lang="en-US" sz="2400" b="0" i="1" smtClean="0">
                                    <a:latin typeface="Cambria Math" panose="02040503050406030204" pitchFamily="18" charset="0"/>
                                    <a:cs typeface="Times New Roman" panose="02020603050405020304" pitchFamily="18" charset="0"/>
                                    <a:sym typeface="Zapf Dingbats"/>
                                  </a:rPr>
                                  <m:t>5</m:t>
                                </m:r>
                                <m:r>
                                  <a:rPr lang="en-US" sz="2400" i="1">
                                    <a:latin typeface="Cambria Math" panose="02040503050406030204" pitchFamily="18" charset="0"/>
                                    <a:cs typeface="Times New Roman" panose="02020603050405020304" pitchFamily="18" charset="0"/>
                                    <a:sym typeface="Zapf Dingbats"/>
                                  </a:rPr>
                                  <m:t>−1</m:t>
                                </m:r>
                              </m:num>
                              <m:den>
                                <m:r>
                                  <a:rPr lang="en-US" sz="2400" b="0" i="1" smtClean="0">
                                    <a:latin typeface="Cambria Math" panose="02040503050406030204" pitchFamily="18" charset="0"/>
                                    <a:cs typeface="Times New Roman" panose="02020603050405020304" pitchFamily="18" charset="0"/>
                                    <a:sym typeface="Zapf Dingbats"/>
                                  </a:rPr>
                                  <m:t>2</m:t>
                                </m:r>
                              </m:den>
                            </m:f>
                          </m:e>
                        </m:d>
                      </m:e>
                    </m:d>
                    <m:r>
                      <a:rPr lang="en-US" sz="2400" i="1">
                        <a:latin typeface="Cambria Math" panose="02040503050406030204" pitchFamily="18" charset="0"/>
                        <a:cs typeface="Times New Roman" panose="02020603050405020304" pitchFamily="18" charset="0"/>
                        <a:sym typeface="Zapf Dingbats"/>
                      </a:rPr>
                      <m:t>+1</m:t>
                    </m:r>
                    <m:r>
                      <a:rPr lang="en-US" sz="2400" b="0" i="1" smtClean="0">
                        <a:latin typeface="Cambria Math" panose="02040503050406030204" pitchFamily="18" charset="0"/>
                        <a:cs typeface="Times New Roman" panose="02020603050405020304" pitchFamily="18" charset="0"/>
                        <a:sym typeface="Zapf Dingbats"/>
                      </a:rPr>
                      <m:t>=3</m:t>
                    </m:r>
                  </m:oMath>
                </a14:m>
                <a:r>
                  <a:rPr lang="en-US" sz="2400" dirty="0">
                    <a:latin typeface="Times New Roman" panose="02020603050405020304" pitchFamily="18" charset="0"/>
                    <a:cs typeface="Times New Roman" panose="02020603050405020304" pitchFamily="18" charset="0"/>
                    <a:sym typeface="Zapf Dingbats"/>
                  </a:rPr>
                  <a:t> </a:t>
                </a:r>
              </a:p>
              <a:p>
                <a:pPr marL="0" indent="0" algn="just">
                  <a:lnSpc>
                    <a:spcPct val="150000"/>
                  </a:lnSpc>
                  <a:buNone/>
                </a:pPr>
                <a:r>
                  <a:rPr lang="en-US" sz="2400" dirty="0">
                    <a:latin typeface="Times New Roman" panose="02020603050405020304" pitchFamily="18" charset="0"/>
                    <a:cs typeface="Times New Roman" panose="02020603050405020304" pitchFamily="18" charset="0"/>
                    <a:sym typeface="Zapf Dingbats"/>
                  </a:rPr>
                  <a:t>So, we have ‘3 or more friends of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𝐴</m:t>
                    </m:r>
                  </m:oMath>
                </a14:m>
                <a:r>
                  <a:rPr lang="en-US" sz="2400" dirty="0">
                    <a:latin typeface="Times New Roman" panose="02020603050405020304" pitchFamily="18" charset="0"/>
                    <a:cs typeface="Times New Roman" panose="02020603050405020304" pitchFamily="18" charset="0"/>
                    <a:sym typeface="Zapf Dingbats"/>
                  </a:rPr>
                  <a:t>’ or ‘3 or more foes of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𝐴</m:t>
                    </m:r>
                  </m:oMath>
                </a14:m>
                <a:r>
                  <a:rPr lang="en-US" sz="2400" dirty="0">
                    <a:latin typeface="Times New Roman" panose="02020603050405020304" pitchFamily="18" charset="0"/>
                    <a:cs typeface="Times New Roman" panose="02020603050405020304" pitchFamily="18" charset="0"/>
                    <a:sym typeface="Zapf Dingbats"/>
                  </a:rPr>
                  <a:t>’.</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Case 1 — A has 3 friends, call them </a:t>
                </a:r>
                <a:r>
                  <a:rPr lang="en-US" sz="2400" i="1" dirty="0">
                    <a:latin typeface="Times New Roman" panose="02020603050405020304" pitchFamily="18" charset="0"/>
                    <a:cs typeface="Times New Roman" panose="02020603050405020304" pitchFamily="18" charset="0"/>
                  </a:rPr>
                  <a:t>X,Y, Z</a:t>
                </a:r>
                <a:r>
                  <a:rPr lang="en-US" sz="2400" dirty="0">
                    <a:latin typeface="Times New Roman" panose="02020603050405020304" pitchFamily="18" charset="0"/>
                    <a:cs typeface="Times New Roman" panose="02020603050405020304" pitchFamily="18" charset="0"/>
                  </a:rPr>
                  <a:t>.</a:t>
                </a:r>
              </a:p>
              <a:p>
                <a:pPr>
                  <a:lnSpc>
                    <a:spcPct val="150000"/>
                  </a:lnSpc>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any pair among </a:t>
                </a:r>
                <a:r>
                  <a:rPr lang="en-US" sz="2400" i="1" dirty="0">
                    <a:latin typeface="Times New Roman" panose="02020603050405020304" pitchFamily="18" charset="0"/>
                    <a:cs typeface="Times New Roman" panose="02020603050405020304" pitchFamily="18" charset="0"/>
                  </a:rPr>
                  <a:t>X,Y, Z</a:t>
                </a:r>
                <a:r>
                  <a:rPr lang="en-US" sz="2400" dirty="0">
                    <a:latin typeface="Times New Roman" panose="02020603050405020304" pitchFamily="18" charset="0"/>
                    <a:cs typeface="Times New Roman" panose="02020603050405020304" pitchFamily="18" charset="0"/>
                  </a:rPr>
                  <a:t> are friends with each other (say </a:t>
                </a:r>
                <a:r>
                  <a:rPr lang="en-US" sz="2400" i="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are friends), then </a:t>
                </a:r>
                <a:r>
                  <a:rPr lang="en-US" sz="2400" i="1" dirty="0">
                    <a:latin typeface="Times New Roman" panose="02020603050405020304" pitchFamily="18" charset="0"/>
                    <a:cs typeface="Times New Roman" panose="02020603050405020304" pitchFamily="18" charset="0"/>
                  </a:rPr>
                  <a:t>A,X,Y</a:t>
                </a:r>
                <a:r>
                  <a:rPr lang="en-US" sz="2400" dirty="0">
                    <a:latin typeface="Times New Roman" panose="02020603050405020304" pitchFamily="18" charset="0"/>
                    <a:cs typeface="Times New Roman" panose="02020603050405020304" pitchFamily="18" charset="0"/>
                  </a:rPr>
                  <a:t> are three mutual friends.</a:t>
                </a:r>
              </a:p>
              <a:p>
                <a:pPr>
                  <a:lnSpc>
                    <a:spcPct val="150000"/>
                  </a:lnSpc>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no pair among </a:t>
                </a:r>
                <a:r>
                  <a:rPr lang="en-US" sz="2400" i="1" dirty="0">
                    <a:latin typeface="Times New Roman" panose="02020603050405020304" pitchFamily="18" charset="0"/>
                    <a:cs typeface="Times New Roman" panose="02020603050405020304" pitchFamily="18" charset="0"/>
                  </a:rPr>
                  <a:t>X, Y, Z </a:t>
                </a:r>
                <a:r>
                  <a:rPr lang="en-US" sz="2400" dirty="0">
                    <a:latin typeface="Times New Roman" panose="02020603050405020304" pitchFamily="18" charset="0"/>
                    <a:cs typeface="Times New Roman" panose="02020603050405020304" pitchFamily="18" charset="0"/>
                  </a:rPr>
                  <a:t>are</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friends (i.e. every pair among them are foes), then </a:t>
                </a:r>
                <a:r>
                  <a:rPr lang="en-US" sz="2400" i="1" dirty="0">
                    <a:latin typeface="Times New Roman" panose="02020603050405020304" pitchFamily="18" charset="0"/>
                    <a:cs typeface="Times New Roman" panose="02020603050405020304" pitchFamily="18" charset="0"/>
                  </a:rPr>
                  <a:t>X, Y, Z </a:t>
                </a:r>
                <a:r>
                  <a:rPr lang="en-US" sz="2400" dirty="0">
                    <a:latin typeface="Times New Roman" panose="02020603050405020304" pitchFamily="18" charset="0"/>
                    <a:cs typeface="Times New Roman" panose="02020603050405020304" pitchFamily="18" charset="0"/>
                  </a:rPr>
                  <a:t>form three mutual foes.</a:t>
                </a:r>
              </a:p>
              <a:p>
                <a:pPr marL="0" indent="0" algn="just">
                  <a:lnSpc>
                    <a:spcPct val="150000"/>
                  </a:lnSpc>
                  <a:buNone/>
                </a:pPr>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2039"/>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42</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3750118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Pigeonhole Principle</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Case 2 — A has 3 foes, call them </a:t>
                </a:r>
                <a:r>
                  <a:rPr lang="en-US" sz="2400" i="1" dirty="0">
                    <a:latin typeface="Times New Roman" panose="02020603050405020304" pitchFamily="18" charset="0"/>
                    <a:cs typeface="Times New Roman" panose="02020603050405020304" pitchFamily="18" charset="0"/>
                  </a:rPr>
                  <a:t>X,Y, Z</a:t>
                </a:r>
                <a:r>
                  <a:rPr lang="en-US" sz="2400" dirty="0">
                    <a:latin typeface="Times New Roman" panose="02020603050405020304" pitchFamily="18" charset="0"/>
                    <a:cs typeface="Times New Roman" panose="02020603050405020304" pitchFamily="18" charset="0"/>
                  </a:rPr>
                  <a:t>.</a:t>
                </a:r>
              </a:p>
              <a:p>
                <a:pPr>
                  <a:lnSpc>
                    <a:spcPct val="150000"/>
                  </a:lnSpc>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any pair among </a:t>
                </a:r>
                <a:r>
                  <a:rPr lang="en-US" sz="2400" i="1" dirty="0">
                    <a:latin typeface="Times New Roman" panose="02020603050405020304" pitchFamily="18" charset="0"/>
                    <a:cs typeface="Times New Roman" panose="02020603050405020304" pitchFamily="18" charset="0"/>
                  </a:rPr>
                  <a:t>X,Y, Z</a:t>
                </a:r>
                <a:r>
                  <a:rPr lang="en-US" sz="2400" dirty="0">
                    <a:latin typeface="Times New Roman" panose="02020603050405020304" pitchFamily="18" charset="0"/>
                    <a:cs typeface="Times New Roman" panose="02020603050405020304" pitchFamily="18" charset="0"/>
                  </a:rPr>
                  <a:t> are foes then those two together with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𝐴</m:t>
                    </m:r>
                  </m:oMath>
                </a14:m>
                <a:r>
                  <a:rPr lang="en-US" sz="2400" dirty="0">
                    <a:latin typeface="Times New Roman" panose="02020603050405020304" pitchFamily="18" charset="0"/>
                    <a:cs typeface="Times New Roman" panose="02020603050405020304" pitchFamily="18" charset="0"/>
                  </a:rPr>
                  <a:t> give three mutual foes.</a:t>
                </a:r>
              </a:p>
              <a:p>
                <a:pPr>
                  <a:lnSpc>
                    <a:spcPct val="150000"/>
                  </a:lnSpc>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every pair among </a:t>
                </a:r>
                <a:r>
                  <a:rPr lang="en-US" sz="2400" i="1" dirty="0">
                    <a:latin typeface="Times New Roman" panose="02020603050405020304" pitchFamily="18" charset="0"/>
                    <a:cs typeface="Times New Roman" panose="02020603050405020304" pitchFamily="18" charset="0"/>
                  </a:rPr>
                  <a:t>X, Y, Z </a:t>
                </a:r>
                <a:r>
                  <a:rPr lang="en-US" sz="2400" dirty="0">
                    <a:latin typeface="Times New Roman" panose="02020603050405020304" pitchFamily="18" charset="0"/>
                    <a:cs typeface="Times New Roman" panose="02020603050405020304" pitchFamily="18" charset="0"/>
                  </a:rPr>
                  <a:t>are</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friends, then </a:t>
                </a:r>
                <a:r>
                  <a:rPr lang="en-US" sz="2400" i="1" dirty="0">
                    <a:latin typeface="Times New Roman" panose="02020603050405020304" pitchFamily="18" charset="0"/>
                    <a:cs typeface="Times New Roman" panose="02020603050405020304" pitchFamily="18" charset="0"/>
                  </a:rPr>
                  <a:t>X, Y, Z </a:t>
                </a:r>
                <a:r>
                  <a:rPr lang="en-US" sz="2400" dirty="0">
                    <a:latin typeface="Times New Roman" panose="02020603050405020304" pitchFamily="18" charset="0"/>
                    <a:cs typeface="Times New Roman" panose="02020603050405020304" pitchFamily="18" charset="0"/>
                  </a:rPr>
                  <a:t>form three mutual friends.</a:t>
                </a:r>
              </a:p>
              <a:p>
                <a:pPr marL="0" indent="0" algn="just">
                  <a:lnSpc>
                    <a:spcPct val="150000"/>
                  </a:lnSpc>
                  <a:spcBef>
                    <a:spcPts val="0"/>
                  </a:spcBef>
                  <a:buNone/>
                </a:pPr>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43</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2311694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Mathematical Induction</a:t>
            </a:r>
          </a:p>
        </p:txBody>
      </p:sp>
      <mc:AlternateContent xmlns:mc="http://schemas.openxmlformats.org/markup-compatibility/2006" xmlns:a14="http://schemas.microsoft.com/office/drawing/2010/main">
        <mc:Choice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spcBef>
                    <a:spcPts val="0"/>
                  </a:spcBef>
                  <a:buNone/>
                </a:pPr>
                <a:r>
                  <a:rPr lang="en-US" sz="2400" b="1" dirty="0">
                    <a:latin typeface="Times New Roman" panose="02020603050405020304" pitchFamily="18" charset="0"/>
                    <a:cs typeface="Times New Roman" panose="02020603050405020304" pitchFamily="18" charset="0"/>
                    <a:sym typeface="Zapf Dingbats"/>
                  </a:rPr>
                  <a:t>Prove that </a:t>
                </a:r>
                <a14:m>
                  <m:oMath xmlns:m="http://schemas.openxmlformats.org/officeDocument/2006/math">
                    <m:sSup>
                      <m:sSupPr>
                        <m:ctrlPr>
                          <a:rPr lang="en-US" sz="2400" b="1" i="1" smtClean="0">
                            <a:latin typeface="Cambria Math" panose="02040503050406030204" pitchFamily="18" charset="0"/>
                            <a:cs typeface="Times New Roman" panose="02020603050405020304" pitchFamily="18" charset="0"/>
                            <a:sym typeface="Zapf Dingbats"/>
                          </a:rPr>
                        </m:ctrlPr>
                      </m:sSupPr>
                      <m:e>
                        <m:r>
                          <a:rPr lang="en-US" sz="2400" b="1" i="1" smtClean="0">
                            <a:latin typeface="Cambria Math" panose="02040503050406030204" pitchFamily="18" charset="0"/>
                            <a:cs typeface="Times New Roman" panose="02020603050405020304" pitchFamily="18" charset="0"/>
                            <a:sym typeface="Zapf Dingbats"/>
                          </a:rPr>
                          <m:t>𝒂</m:t>
                        </m:r>
                      </m:e>
                      <m:sup>
                        <m:r>
                          <a:rPr lang="en-US" sz="2400" b="1" i="1" smtClean="0">
                            <a:latin typeface="Cambria Math" panose="02040503050406030204" pitchFamily="18" charset="0"/>
                            <a:cs typeface="Times New Roman" panose="02020603050405020304" pitchFamily="18" charset="0"/>
                            <a:sym typeface="Zapf Dingbats"/>
                          </a:rPr>
                          <m:t>𝒏</m:t>
                        </m:r>
                      </m:sup>
                    </m:sSup>
                    <m:r>
                      <a:rPr lang="en-US" sz="2400" b="1" i="1" smtClean="0">
                        <a:latin typeface="Cambria Math" panose="02040503050406030204" pitchFamily="18" charset="0"/>
                        <a:cs typeface="Times New Roman" panose="02020603050405020304" pitchFamily="18" charset="0"/>
                        <a:sym typeface="Zapf Dingbats"/>
                      </a:rPr>
                      <m:t>−</m:t>
                    </m:r>
                    <m:sSup>
                      <m:sSupPr>
                        <m:ctrlPr>
                          <a:rPr lang="en-US" sz="2400" b="1" i="1" smtClean="0">
                            <a:latin typeface="Cambria Math" panose="02040503050406030204" pitchFamily="18" charset="0"/>
                            <a:cs typeface="Times New Roman" panose="02020603050405020304" pitchFamily="18" charset="0"/>
                            <a:sym typeface="Zapf Dingbats"/>
                          </a:rPr>
                        </m:ctrlPr>
                      </m:sSupPr>
                      <m:e>
                        <m:r>
                          <a:rPr lang="en-US" sz="2400" b="1" i="1" smtClean="0">
                            <a:latin typeface="Cambria Math" panose="02040503050406030204" pitchFamily="18" charset="0"/>
                            <a:cs typeface="Times New Roman" panose="02020603050405020304" pitchFamily="18" charset="0"/>
                            <a:sym typeface="Zapf Dingbats"/>
                          </a:rPr>
                          <m:t>𝒃</m:t>
                        </m:r>
                      </m:e>
                      <m:sup>
                        <m:r>
                          <a:rPr lang="en-US" sz="2400" b="1" i="1" smtClean="0">
                            <a:latin typeface="Cambria Math" panose="02040503050406030204" pitchFamily="18" charset="0"/>
                            <a:cs typeface="Times New Roman" panose="02020603050405020304" pitchFamily="18" charset="0"/>
                            <a:sym typeface="Zapf Dingbats"/>
                          </a:rPr>
                          <m:t>𝒏</m:t>
                        </m:r>
                      </m:sup>
                    </m:sSup>
                  </m:oMath>
                </a14:m>
                <a:r>
                  <a:rPr lang="en-US" sz="2400" b="1" dirty="0">
                    <a:latin typeface="Times New Roman" panose="02020603050405020304" pitchFamily="18" charset="0"/>
                    <a:cs typeface="Times New Roman" panose="02020603050405020304" pitchFamily="18" charset="0"/>
                    <a:sym typeface="Zapf Dingbats"/>
                  </a:rPr>
                  <a:t> is divisible by </a:t>
                </a:r>
                <a14:m>
                  <m:oMath xmlns:m="http://schemas.openxmlformats.org/officeDocument/2006/math">
                    <m:d>
                      <m:dPr>
                        <m:ctrlPr>
                          <a:rPr lang="en-US" sz="2400" b="1" i="1" smtClean="0">
                            <a:latin typeface="Cambria Math" panose="02040503050406030204" pitchFamily="18" charset="0"/>
                            <a:cs typeface="Times New Roman" panose="02020603050405020304" pitchFamily="18" charset="0"/>
                            <a:sym typeface="Zapf Dingbats"/>
                          </a:rPr>
                        </m:ctrlPr>
                      </m:dPr>
                      <m:e>
                        <m:r>
                          <a:rPr lang="en-US" sz="2400" b="1" i="1" smtClean="0">
                            <a:latin typeface="Cambria Math" panose="02040503050406030204" pitchFamily="18" charset="0"/>
                            <a:cs typeface="Times New Roman" panose="02020603050405020304" pitchFamily="18" charset="0"/>
                            <a:sym typeface="Zapf Dingbats"/>
                          </a:rPr>
                          <m:t>𝒂</m:t>
                        </m:r>
                        <m:r>
                          <a:rPr lang="en-US" sz="2400" b="1" i="1" smtClean="0">
                            <a:latin typeface="Cambria Math" panose="02040503050406030204" pitchFamily="18" charset="0"/>
                            <a:cs typeface="Times New Roman" panose="02020603050405020304" pitchFamily="18" charset="0"/>
                            <a:sym typeface="Zapf Dingbats"/>
                          </a:rPr>
                          <m:t>−</m:t>
                        </m:r>
                        <m:r>
                          <a:rPr lang="en-US" sz="2400" b="1" i="1" smtClean="0">
                            <a:latin typeface="Cambria Math" panose="02040503050406030204" pitchFamily="18" charset="0"/>
                            <a:cs typeface="Times New Roman" panose="02020603050405020304" pitchFamily="18" charset="0"/>
                            <a:sym typeface="Zapf Dingbats"/>
                          </a:rPr>
                          <m:t>𝒃</m:t>
                        </m:r>
                      </m:e>
                    </m:d>
                    <m:r>
                      <a:rPr lang="en-US" sz="2400" b="1" i="1" smtClean="0">
                        <a:latin typeface="Cambria Math" panose="02040503050406030204" pitchFamily="18" charset="0"/>
                        <a:cs typeface="Times New Roman" panose="02020603050405020304" pitchFamily="18" charset="0"/>
                        <a:sym typeface="Zapf Dingbats"/>
                      </a:rPr>
                      <m:t>.</m:t>
                    </m:r>
                  </m:oMath>
                </a14:m>
                <a:endParaRPr lang="en-US" sz="2400" b="1"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400" dirty="0">
                    <a:latin typeface="Times New Roman" panose="02020603050405020304" pitchFamily="18" charset="0"/>
                    <a:cs typeface="Times New Roman" panose="02020603050405020304" pitchFamily="18" charset="0"/>
                    <a:sym typeface="Zapf Dingbats"/>
                  </a:rPr>
                  <a:t>Solution: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𝑃</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𝑛</m:t>
                        </m:r>
                      </m:e>
                    </m:d>
                    <m:r>
                      <a:rPr lang="en-US" sz="2400" b="0" i="1" smtClean="0">
                        <a:latin typeface="Cambria Math" panose="02040503050406030204" pitchFamily="18" charset="0"/>
                        <a:cs typeface="Times New Roman" panose="02020603050405020304" pitchFamily="18" charset="0"/>
                        <a:sym typeface="Zapf Dingbats"/>
                      </a:rPr>
                      <m:t>:</m:t>
                    </m:r>
                    <m:sSup>
                      <m:sSupPr>
                        <m:ctrlPr>
                          <a:rPr lang="en-US" sz="2400" i="1">
                            <a:latin typeface="Cambria Math" panose="02040503050406030204" pitchFamily="18" charset="0"/>
                            <a:cs typeface="Times New Roman" panose="02020603050405020304" pitchFamily="18" charset="0"/>
                            <a:sym typeface="Zapf Dingbats"/>
                          </a:rPr>
                        </m:ctrlPr>
                      </m:sSupPr>
                      <m:e>
                        <m:r>
                          <a:rPr lang="en-US" sz="2400" i="1">
                            <a:latin typeface="Cambria Math" panose="02040503050406030204" pitchFamily="18" charset="0"/>
                            <a:cs typeface="Times New Roman" panose="02020603050405020304" pitchFamily="18" charset="0"/>
                            <a:sym typeface="Zapf Dingbats"/>
                          </a:rPr>
                          <m:t>𝑎</m:t>
                        </m:r>
                      </m:e>
                      <m:sup>
                        <m:r>
                          <a:rPr lang="en-US" sz="2400" i="1">
                            <a:latin typeface="Cambria Math" panose="02040503050406030204" pitchFamily="18" charset="0"/>
                            <a:cs typeface="Times New Roman" panose="02020603050405020304" pitchFamily="18" charset="0"/>
                            <a:sym typeface="Zapf Dingbats"/>
                          </a:rPr>
                          <m:t>𝑛</m:t>
                        </m:r>
                      </m:sup>
                    </m:sSup>
                    <m:r>
                      <a:rPr lang="en-US" sz="2400" i="1">
                        <a:latin typeface="Cambria Math" panose="02040503050406030204" pitchFamily="18" charset="0"/>
                        <a:cs typeface="Times New Roman" panose="02020603050405020304" pitchFamily="18" charset="0"/>
                        <a:sym typeface="Zapf Dingbats"/>
                      </a:rPr>
                      <m:t>−</m:t>
                    </m:r>
                    <m:sSup>
                      <m:sSupPr>
                        <m:ctrlPr>
                          <a:rPr lang="en-US" sz="2400" i="1">
                            <a:latin typeface="Cambria Math" panose="02040503050406030204" pitchFamily="18" charset="0"/>
                            <a:cs typeface="Times New Roman" panose="02020603050405020304" pitchFamily="18" charset="0"/>
                            <a:sym typeface="Zapf Dingbats"/>
                          </a:rPr>
                        </m:ctrlPr>
                      </m:sSupPr>
                      <m:e>
                        <m:r>
                          <a:rPr lang="en-US" sz="2400" i="1">
                            <a:latin typeface="Cambria Math" panose="02040503050406030204" pitchFamily="18" charset="0"/>
                            <a:cs typeface="Times New Roman" panose="02020603050405020304" pitchFamily="18" charset="0"/>
                            <a:sym typeface="Zapf Dingbats"/>
                          </a:rPr>
                          <m:t>𝑏</m:t>
                        </m:r>
                      </m:e>
                      <m:sup>
                        <m:r>
                          <a:rPr lang="en-US" sz="2400" i="1">
                            <a:latin typeface="Cambria Math" panose="02040503050406030204" pitchFamily="18" charset="0"/>
                            <a:cs typeface="Times New Roman" panose="02020603050405020304" pitchFamily="18" charset="0"/>
                            <a:sym typeface="Zapf Dingbats"/>
                          </a:rPr>
                          <m:t>𝑛</m:t>
                        </m:r>
                      </m:sup>
                    </m:sSup>
                    <m:r>
                      <m:rPr>
                        <m:nor/>
                      </m:rPr>
                      <a:rPr lang="en-US" sz="2400" dirty="0">
                        <a:latin typeface="Times New Roman" panose="02020603050405020304" pitchFamily="18" charset="0"/>
                        <a:cs typeface="Times New Roman" panose="02020603050405020304" pitchFamily="18" charset="0"/>
                        <a:sym typeface="Zapf Dingbats"/>
                      </a:rPr>
                      <m:t> </m:t>
                    </m:r>
                    <m:r>
                      <m:rPr>
                        <m:nor/>
                      </m:rPr>
                      <a:rPr lang="en-US" sz="2400" dirty="0">
                        <a:latin typeface="Times New Roman" panose="02020603050405020304" pitchFamily="18" charset="0"/>
                        <a:cs typeface="Times New Roman" panose="02020603050405020304" pitchFamily="18" charset="0"/>
                        <a:sym typeface="Zapf Dingbats"/>
                      </a:rPr>
                      <m:t>is</m:t>
                    </m:r>
                    <m:r>
                      <m:rPr>
                        <m:nor/>
                      </m:rPr>
                      <a:rPr lang="en-US" sz="2400" dirty="0">
                        <a:latin typeface="Times New Roman" panose="02020603050405020304" pitchFamily="18" charset="0"/>
                        <a:cs typeface="Times New Roman" panose="02020603050405020304" pitchFamily="18" charset="0"/>
                        <a:sym typeface="Zapf Dingbats"/>
                      </a:rPr>
                      <m:t> </m:t>
                    </m:r>
                    <m:r>
                      <m:rPr>
                        <m:nor/>
                      </m:rPr>
                      <a:rPr lang="en-US" sz="2400" dirty="0">
                        <a:latin typeface="Times New Roman" panose="02020603050405020304" pitchFamily="18" charset="0"/>
                        <a:cs typeface="Times New Roman" panose="02020603050405020304" pitchFamily="18" charset="0"/>
                        <a:sym typeface="Zapf Dingbats"/>
                      </a:rPr>
                      <m:t>divisible</m:t>
                    </m:r>
                    <m:r>
                      <m:rPr>
                        <m:nor/>
                      </m:rPr>
                      <a:rPr lang="en-US" sz="2400" dirty="0">
                        <a:latin typeface="Times New Roman" panose="02020603050405020304" pitchFamily="18" charset="0"/>
                        <a:cs typeface="Times New Roman" panose="02020603050405020304" pitchFamily="18" charset="0"/>
                        <a:sym typeface="Zapf Dingbats"/>
                      </a:rPr>
                      <m:t> </m:t>
                    </m:r>
                    <m:r>
                      <m:rPr>
                        <m:nor/>
                      </m:rPr>
                      <a:rPr lang="en-US" sz="2400" dirty="0">
                        <a:latin typeface="Times New Roman" panose="02020603050405020304" pitchFamily="18" charset="0"/>
                        <a:cs typeface="Times New Roman" panose="02020603050405020304" pitchFamily="18" charset="0"/>
                        <a:sym typeface="Zapf Dingbats"/>
                      </a:rPr>
                      <m:t>by</m:t>
                    </m:r>
                    <m:r>
                      <m:rPr>
                        <m:nor/>
                      </m:rPr>
                      <a:rPr lang="en-US" sz="2400" dirty="0">
                        <a:latin typeface="Times New Roman" panose="02020603050405020304" pitchFamily="18" charset="0"/>
                        <a:cs typeface="Times New Roman" panose="02020603050405020304" pitchFamily="18" charset="0"/>
                        <a:sym typeface="Zapf Dingbats"/>
                      </a:rPr>
                      <m:t> </m:t>
                    </m:r>
                    <m:d>
                      <m:dPr>
                        <m:ctrlPr>
                          <a:rPr lang="en-US" sz="2400" i="1">
                            <a:latin typeface="Cambria Math" panose="02040503050406030204" pitchFamily="18" charset="0"/>
                            <a:cs typeface="Times New Roman" panose="02020603050405020304" pitchFamily="18" charset="0"/>
                            <a:sym typeface="Zapf Dingbats"/>
                          </a:rPr>
                        </m:ctrlPr>
                      </m:dPr>
                      <m:e>
                        <m:r>
                          <a:rPr lang="en-US" sz="2400" i="1">
                            <a:latin typeface="Cambria Math" panose="02040503050406030204" pitchFamily="18" charset="0"/>
                            <a:cs typeface="Times New Roman" panose="02020603050405020304" pitchFamily="18" charset="0"/>
                            <a:sym typeface="Zapf Dingbats"/>
                          </a:rPr>
                          <m:t>𝑎</m:t>
                        </m:r>
                        <m:r>
                          <a:rPr lang="en-US" sz="2400" i="1">
                            <a:latin typeface="Cambria Math" panose="02040503050406030204" pitchFamily="18" charset="0"/>
                            <a:cs typeface="Times New Roman" panose="02020603050405020304" pitchFamily="18" charset="0"/>
                            <a:sym typeface="Zapf Dingbats"/>
                          </a:rPr>
                          <m:t>−</m:t>
                        </m:r>
                        <m:r>
                          <a:rPr lang="en-US" sz="2400" i="1">
                            <a:latin typeface="Cambria Math" panose="02040503050406030204" pitchFamily="18" charset="0"/>
                            <a:cs typeface="Times New Roman" panose="02020603050405020304" pitchFamily="18" charset="0"/>
                            <a:sym typeface="Zapf Dingbats"/>
                          </a:rPr>
                          <m:t>𝑏</m:t>
                        </m:r>
                      </m:e>
                    </m:d>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400" u="sng" dirty="0">
                    <a:latin typeface="Times New Roman" panose="02020603050405020304" pitchFamily="18" charset="0"/>
                    <a:cs typeface="Times New Roman" panose="02020603050405020304" pitchFamily="18" charset="0"/>
                    <a:sym typeface="Zapf Dingbats"/>
                  </a:rPr>
                  <a:t>Initial step or basis step</a:t>
                </a:r>
              </a:p>
              <a:p>
                <a:pPr marL="0" indent="0" algn="just">
                  <a:lnSpc>
                    <a:spcPct val="150000"/>
                  </a:lnSpc>
                  <a:spcBef>
                    <a:spcPts val="0"/>
                  </a:spcBef>
                  <a:buNone/>
                </a:pP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𝑃</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1</m:t>
                        </m:r>
                      </m:e>
                    </m:d>
                    <m:r>
                      <a:rPr lang="en-US" sz="2400" b="0" i="1" smtClean="0">
                        <a:latin typeface="Cambria Math" panose="02040503050406030204" pitchFamily="18" charset="0"/>
                        <a:cs typeface="Times New Roman" panose="02020603050405020304" pitchFamily="18" charset="0"/>
                        <a:sym typeface="Zapf Dingbats"/>
                      </a:rPr>
                      <m:t>:</m:t>
                    </m:r>
                  </m:oMath>
                </a14:m>
                <a:r>
                  <a:rPr lang="en-US" sz="2400" dirty="0">
                    <a:latin typeface="Times New Roman" panose="02020603050405020304" pitchFamily="18" charset="0"/>
                    <a:cs typeface="Times New Roman" panose="02020603050405020304" pitchFamily="18" charset="0"/>
                    <a:sym typeface="Zapf Dingbats"/>
                  </a:rPr>
                  <a:t> </a:t>
                </a:r>
                <a14:m>
                  <m:oMath xmlns:m="http://schemas.openxmlformats.org/officeDocument/2006/math">
                    <m:r>
                      <a:rPr lang="en-US" sz="2400" b="0" i="1" dirty="0" smtClean="0">
                        <a:latin typeface="Cambria Math" panose="02040503050406030204" pitchFamily="18" charset="0"/>
                        <a:cs typeface="Times New Roman" panose="02020603050405020304" pitchFamily="18" charset="0"/>
                        <a:sym typeface="Zapf Dingbats"/>
                      </a:rPr>
                      <m:t>𝑎</m:t>
                    </m:r>
                    <m:r>
                      <a:rPr lang="en-US" sz="2400" b="0" i="1" dirty="0" smtClean="0">
                        <a:latin typeface="Cambria Math" panose="02040503050406030204" pitchFamily="18" charset="0"/>
                        <a:cs typeface="Times New Roman" panose="02020603050405020304" pitchFamily="18" charset="0"/>
                        <a:sym typeface="Zapf Dingbats"/>
                      </a:rPr>
                      <m:t>−</m:t>
                    </m:r>
                    <m:r>
                      <a:rPr lang="en-US" sz="2400" b="0" i="1" dirty="0" smtClean="0">
                        <a:latin typeface="Cambria Math" panose="02040503050406030204" pitchFamily="18" charset="0"/>
                        <a:cs typeface="Times New Roman" panose="02020603050405020304" pitchFamily="18" charset="0"/>
                        <a:sym typeface="Zapf Dingbats"/>
                      </a:rPr>
                      <m:t>𝑏</m:t>
                    </m:r>
                  </m:oMath>
                </a14:m>
                <a:r>
                  <a:rPr lang="en-US" sz="2400" dirty="0">
                    <a:latin typeface="Times New Roman" panose="02020603050405020304" pitchFamily="18" charset="0"/>
                    <a:cs typeface="Times New Roman" panose="02020603050405020304" pitchFamily="18" charset="0"/>
                    <a:sym typeface="Zapf Dingbats"/>
                  </a:rPr>
                  <a:t> is divisible by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𝑎</m:t>
                    </m:r>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𝑏</m:t>
                    </m:r>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𝑃</m:t>
                    </m:r>
                    <m:r>
                      <a:rPr lang="en-US" sz="2400" b="0" i="1" smtClean="0">
                        <a:latin typeface="Cambria Math" panose="02040503050406030204" pitchFamily="18" charset="0"/>
                        <a:cs typeface="Times New Roman" panose="02020603050405020304" pitchFamily="18" charset="0"/>
                        <a:sym typeface="Zapf Dingbats"/>
                      </a:rPr>
                      <m:t>(1)</m:t>
                    </m:r>
                  </m:oMath>
                </a14:m>
                <a:r>
                  <a:rPr lang="en-US" sz="2400" dirty="0">
                    <a:latin typeface="Times New Roman" panose="02020603050405020304" pitchFamily="18" charset="0"/>
                    <a:cs typeface="Times New Roman" panose="02020603050405020304" pitchFamily="18" charset="0"/>
                    <a:sym typeface="Zapf Dingbats"/>
                  </a:rPr>
                  <a:t> is true</a:t>
                </a:r>
              </a:p>
              <a:p>
                <a:pPr marL="0" indent="0" algn="just">
                  <a:lnSpc>
                    <a:spcPct val="150000"/>
                  </a:lnSpc>
                  <a:spcBef>
                    <a:spcPts val="0"/>
                  </a:spcBef>
                  <a:buNone/>
                </a:pPr>
                <a:r>
                  <a:rPr lang="en-US" sz="2400" u="sng" dirty="0">
                    <a:latin typeface="Times New Roman" panose="02020603050405020304" pitchFamily="18" charset="0"/>
                    <a:cs typeface="Times New Roman" panose="02020603050405020304" pitchFamily="18" charset="0"/>
                    <a:sym typeface="Zapf Dingbats"/>
                  </a:rPr>
                  <a:t>Inductive step: </a:t>
                </a:r>
                <a:r>
                  <a:rPr lang="en-US" sz="2400" dirty="0">
                    <a:latin typeface="Times New Roman" panose="02020603050405020304" pitchFamily="18" charset="0"/>
                    <a:cs typeface="Times New Roman" panose="02020603050405020304" pitchFamily="18" charset="0"/>
                    <a:sym typeface="Zapf Dingbats"/>
                  </a:rPr>
                  <a:t>Assume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𝑃</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𝑘</m:t>
                        </m:r>
                      </m:e>
                    </m:d>
                  </m:oMath>
                </a14:m>
                <a:r>
                  <a:rPr lang="en-US" sz="2400" dirty="0">
                    <a:latin typeface="Times New Roman" panose="02020603050405020304" pitchFamily="18" charset="0"/>
                    <a:cs typeface="Times New Roman" panose="02020603050405020304" pitchFamily="18" charset="0"/>
                    <a:sym typeface="Zapf Dingbats"/>
                  </a:rPr>
                  <a:t> is true that is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𝑎</m:t>
                        </m:r>
                      </m:e>
                      <m:sup>
                        <m:r>
                          <a:rPr lang="en-US" sz="2400" b="0" i="1" smtClean="0">
                            <a:latin typeface="Cambria Math" panose="02040503050406030204" pitchFamily="18" charset="0"/>
                            <a:cs typeface="Times New Roman" panose="02020603050405020304" pitchFamily="18" charset="0"/>
                            <a:sym typeface="Zapf Dingbats"/>
                          </a:rPr>
                          <m:t>𝑘</m:t>
                        </m:r>
                      </m:sup>
                    </m:sSup>
                    <m:r>
                      <a:rPr lang="en-US" sz="2400" b="0" i="1" smtClean="0">
                        <a:latin typeface="Cambria Math" panose="02040503050406030204" pitchFamily="18" charset="0"/>
                        <a:cs typeface="Times New Roman" panose="02020603050405020304" pitchFamily="18" charset="0"/>
                        <a:sym typeface="Zapf Dingbats"/>
                      </a:rPr>
                      <m:t>−</m:t>
                    </m:r>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𝑏</m:t>
                        </m:r>
                      </m:e>
                      <m:sup>
                        <m:r>
                          <a:rPr lang="en-US" sz="2400" b="0" i="1" smtClean="0">
                            <a:latin typeface="Cambria Math" panose="02040503050406030204" pitchFamily="18" charset="0"/>
                            <a:cs typeface="Times New Roman" panose="02020603050405020304" pitchFamily="18" charset="0"/>
                            <a:sym typeface="Zapf Dingbats"/>
                          </a:rPr>
                          <m:t>𝑘</m:t>
                        </m:r>
                      </m:sup>
                    </m:sSup>
                  </m:oMath>
                </a14:m>
                <a:r>
                  <a:rPr lang="en-US" sz="2400" dirty="0">
                    <a:latin typeface="Times New Roman" panose="02020603050405020304" pitchFamily="18" charset="0"/>
                    <a:cs typeface="Times New Roman" panose="02020603050405020304" pitchFamily="18" charset="0"/>
                    <a:sym typeface="Zapf Dingbats"/>
                  </a:rPr>
                  <a:t> is divisible by </a:t>
                </a:r>
                <a14:m>
                  <m:oMath xmlns:m="http://schemas.openxmlformats.org/officeDocument/2006/math">
                    <m:r>
                      <a:rPr lang="en-US" sz="2400" b="0" i="1" smtClean="0">
                        <a:latin typeface="Cambria Math" panose="02040503050406030204" pitchFamily="18" charset="0"/>
                        <a:cs typeface="Times New Roman" panose="02020603050405020304" pitchFamily="18" charset="0"/>
                        <a:sym typeface="Zapf Dingbats"/>
                      </a:rPr>
                      <m:t>𝑎</m:t>
                    </m:r>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𝑏</m:t>
                    </m:r>
                    <m:r>
                      <a:rPr lang="en-US" sz="2400" b="0" i="1" smtClean="0">
                        <a:latin typeface="Cambria Math" panose="02040503050406030204" pitchFamily="18" charset="0"/>
                        <a:cs typeface="Times New Roman" panose="02020603050405020304" pitchFamily="18" charset="0"/>
                        <a:sym typeface="Zapf Dingbats"/>
                      </a:rPr>
                      <m:t>.</m:t>
                    </m:r>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400" dirty="0">
                    <a:latin typeface="Times New Roman" panose="02020603050405020304" pitchFamily="18" charset="0"/>
                    <a:cs typeface="Times New Roman" panose="02020603050405020304" pitchFamily="18" charset="0"/>
                    <a:sym typeface="Zapf Dingbats"/>
                  </a:rPr>
                  <a:t>That is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𝑎</m:t>
                        </m:r>
                      </m:e>
                      <m:sup>
                        <m:r>
                          <a:rPr lang="en-US" sz="2400" b="0" i="1" smtClean="0">
                            <a:latin typeface="Cambria Math" panose="02040503050406030204" pitchFamily="18" charset="0"/>
                            <a:cs typeface="Times New Roman" panose="02020603050405020304" pitchFamily="18" charset="0"/>
                            <a:sym typeface="Zapf Dingbats"/>
                          </a:rPr>
                          <m:t>𝑘</m:t>
                        </m:r>
                      </m:sup>
                    </m:sSup>
                    <m:r>
                      <a:rPr lang="en-US" sz="2400" b="0" i="1" smtClean="0">
                        <a:latin typeface="Cambria Math" panose="02040503050406030204" pitchFamily="18" charset="0"/>
                        <a:cs typeface="Times New Roman" panose="02020603050405020304" pitchFamily="18" charset="0"/>
                        <a:sym typeface="Zapf Dingbats"/>
                      </a:rPr>
                      <m:t>−</m:t>
                    </m:r>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𝑏</m:t>
                        </m:r>
                      </m:e>
                      <m:sup>
                        <m:r>
                          <a:rPr lang="en-US" sz="2400" b="0" i="1" smtClean="0">
                            <a:latin typeface="Cambria Math" panose="02040503050406030204" pitchFamily="18" charset="0"/>
                            <a:cs typeface="Times New Roman" panose="02020603050405020304" pitchFamily="18" charset="0"/>
                            <a:sym typeface="Zapf Dingbats"/>
                          </a:rPr>
                          <m:t>𝑘</m:t>
                        </m:r>
                      </m:sup>
                    </m:sSup>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𝑚</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𝑎</m:t>
                        </m:r>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𝑏</m:t>
                        </m:r>
                      </m:e>
                    </m:d>
                    <m:r>
                      <a:rPr lang="en-US" sz="2400" b="0" i="1" smtClean="0">
                        <a:latin typeface="Cambria Math" panose="02040503050406030204" pitchFamily="18" charset="0"/>
                        <a:cs typeface="Times New Roman" panose="02020603050405020304" pitchFamily="18" charset="0"/>
                        <a:sym typeface="Zapf Dingbats"/>
                      </a:rPr>
                      <m:t>, </m:t>
                    </m:r>
                    <m:r>
                      <a:rPr lang="en-US" sz="2400" b="0" i="1" smtClean="0">
                        <a:latin typeface="Cambria Math" panose="02040503050406030204" pitchFamily="18" charset="0"/>
                        <a:cs typeface="Times New Roman" panose="02020603050405020304" pitchFamily="18" charset="0"/>
                        <a:sym typeface="Zapf Dingbats"/>
                      </a:rPr>
                      <m:t>𝑚</m:t>
                    </m:r>
                    <m:r>
                      <a:rPr lang="en-US" sz="2400" b="0" i="1" smtClean="0">
                        <a:latin typeface="Cambria Math" panose="02040503050406030204" pitchFamily="18" charset="0"/>
                        <a:cs typeface="Times New Roman" panose="02020603050405020304" pitchFamily="18" charset="0"/>
                        <a:sym typeface="Zapf Dingbats"/>
                      </a:rPr>
                      <m:t>∈</m:t>
                    </m:r>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𝑍</m:t>
                        </m:r>
                      </m:e>
                      <m:sup>
                        <m:r>
                          <a:rPr lang="en-US" sz="2400" b="0" i="1" smtClean="0">
                            <a:latin typeface="Cambria Math" panose="02040503050406030204" pitchFamily="18" charset="0"/>
                            <a:cs typeface="Times New Roman" panose="02020603050405020304" pitchFamily="18" charset="0"/>
                            <a:sym typeface="Zapf Dingbats"/>
                          </a:rPr>
                          <m:t>+</m:t>
                        </m:r>
                      </m:sup>
                    </m:sSup>
                  </m:oMath>
                </a14:m>
                <a:endParaRPr lang="en-US" sz="24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400" dirty="0">
                    <a:latin typeface="Times New Roman" panose="02020603050405020304" pitchFamily="18" charset="0"/>
                    <a:cs typeface="Times New Roman" panose="02020603050405020304" pitchFamily="18" charset="0"/>
                    <a:sym typeface="Zapf Dingbats"/>
                  </a:rPr>
                  <a:t>which implies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𝑎</m:t>
                        </m:r>
                      </m:e>
                      <m:sup>
                        <m:r>
                          <a:rPr lang="en-US" sz="2400" b="0" i="1" smtClean="0">
                            <a:latin typeface="Cambria Math" panose="02040503050406030204" pitchFamily="18" charset="0"/>
                            <a:cs typeface="Times New Roman" panose="02020603050405020304" pitchFamily="18" charset="0"/>
                            <a:sym typeface="Zapf Dingbats"/>
                          </a:rPr>
                          <m:t>𝑘</m:t>
                        </m:r>
                      </m:sup>
                    </m:sSup>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𝑚</m:t>
                    </m:r>
                    <m:d>
                      <m:dPr>
                        <m:ctrlPr>
                          <a:rPr lang="en-US" sz="2400" b="0" i="1" smtClean="0">
                            <a:latin typeface="Cambria Math" panose="02040503050406030204" pitchFamily="18" charset="0"/>
                            <a:cs typeface="Times New Roman" panose="02020603050405020304" pitchFamily="18" charset="0"/>
                            <a:sym typeface="Zapf Dingbats"/>
                          </a:rPr>
                        </m:ctrlPr>
                      </m:dPr>
                      <m:e>
                        <m:r>
                          <a:rPr lang="en-US" sz="2400" b="0" i="1" smtClean="0">
                            <a:latin typeface="Cambria Math" panose="02040503050406030204" pitchFamily="18" charset="0"/>
                            <a:cs typeface="Times New Roman" panose="02020603050405020304" pitchFamily="18" charset="0"/>
                            <a:sym typeface="Zapf Dingbats"/>
                          </a:rPr>
                          <m:t>𝑎</m:t>
                        </m:r>
                        <m:r>
                          <a:rPr lang="en-US" sz="2400" b="0" i="1" smtClean="0">
                            <a:latin typeface="Cambria Math" panose="02040503050406030204" pitchFamily="18" charset="0"/>
                            <a:cs typeface="Times New Roman" panose="02020603050405020304" pitchFamily="18" charset="0"/>
                            <a:sym typeface="Zapf Dingbats"/>
                          </a:rPr>
                          <m:t>−</m:t>
                        </m:r>
                        <m:r>
                          <a:rPr lang="en-US" sz="2400" b="0" i="1" smtClean="0">
                            <a:latin typeface="Cambria Math" panose="02040503050406030204" pitchFamily="18" charset="0"/>
                            <a:cs typeface="Times New Roman" panose="02020603050405020304" pitchFamily="18" charset="0"/>
                            <a:sym typeface="Zapf Dingbats"/>
                          </a:rPr>
                          <m:t>𝑏</m:t>
                        </m:r>
                      </m:e>
                    </m:d>
                    <m:r>
                      <a:rPr lang="en-US" sz="2400" b="0" i="1" smtClean="0">
                        <a:latin typeface="Cambria Math" panose="02040503050406030204" pitchFamily="18" charset="0"/>
                        <a:cs typeface="Times New Roman" panose="02020603050405020304" pitchFamily="18" charset="0"/>
                        <a:sym typeface="Zapf Dingbats"/>
                      </a:rPr>
                      <m:t>+</m:t>
                    </m:r>
                    <m:sSup>
                      <m:sSupPr>
                        <m:ctrlPr>
                          <a:rPr lang="en-US" sz="2400" b="0" i="1" smtClean="0">
                            <a:latin typeface="Cambria Math" panose="02040503050406030204" pitchFamily="18" charset="0"/>
                            <a:cs typeface="Times New Roman" panose="02020603050405020304" pitchFamily="18" charset="0"/>
                            <a:sym typeface="Zapf Dingbats"/>
                          </a:rPr>
                        </m:ctrlPr>
                      </m:sSupPr>
                      <m:e>
                        <m:r>
                          <a:rPr lang="en-US" sz="2400" b="0" i="1" smtClean="0">
                            <a:latin typeface="Cambria Math" panose="02040503050406030204" pitchFamily="18" charset="0"/>
                            <a:cs typeface="Times New Roman" panose="02020603050405020304" pitchFamily="18" charset="0"/>
                            <a:sym typeface="Zapf Dingbats"/>
                          </a:rPr>
                          <m:t>𝑏</m:t>
                        </m:r>
                      </m:e>
                      <m:sup>
                        <m:r>
                          <a:rPr lang="en-US" sz="2400" b="0" i="1" smtClean="0">
                            <a:latin typeface="Cambria Math" panose="02040503050406030204" pitchFamily="18" charset="0"/>
                            <a:cs typeface="Times New Roman" panose="02020603050405020304" pitchFamily="18" charset="0"/>
                            <a:sym typeface="Zapf Dingbats"/>
                          </a:rPr>
                          <m:t>𝑘</m:t>
                        </m:r>
                      </m:sup>
                    </m:sSup>
                  </m:oMath>
                </a14:m>
                <a:endParaRPr lang="en-US" sz="2400" dirty="0">
                  <a:latin typeface="Times New Roman" panose="02020603050405020304" pitchFamily="18" charset="0"/>
                  <a:cs typeface="Times New Roman" panose="02020603050405020304" pitchFamily="18" charset="0"/>
                  <a:sym typeface="Zapf Dingbats"/>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336" r="-133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44</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414178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Mathematical Induction</a:t>
            </a:r>
          </a:p>
        </p:txBody>
      </p:sp>
      <mc:AlternateContent xmlns:mc="http://schemas.openxmlformats.org/markup-compatibility/2006">
        <mc:Choice xmlns:a14="http://schemas.microsoft.com/office/drawing/2010/main"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Claim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oMath>
                </a14:m>
                <a:r>
                  <a:rPr lang="en-US" sz="2300" dirty="0">
                    <a:latin typeface="Times New Roman" panose="02020603050405020304" pitchFamily="18" charset="0"/>
                    <a:cs typeface="Times New Roman" panose="02020603050405020304" pitchFamily="18" charset="0"/>
                    <a:sym typeface="Zapf Dingbats"/>
                  </a:rPr>
                  <a:t> is true</a:t>
                </a: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𝑎</m:t>
                          </m:r>
                        </m:e>
                        <m:sup>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𝑏</m:t>
                          </m:r>
                        </m:e>
                        <m:sup>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oMath>
                  </m:oMathPara>
                </a14:m>
                <a:endParaRPr lang="en-US" sz="2300" b="0" dirty="0">
                  <a:latin typeface="Times New Roman" panose="02020603050405020304" pitchFamily="18" charset="0"/>
                  <a:cs typeface="Times New Roman" panose="02020603050405020304" pitchFamily="18" charset="0"/>
                  <a:sym typeface="Zapf Dingbats"/>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𝑎</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𝑏</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𝑏</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i="1">
                              <a:latin typeface="Cambria Math" panose="02040503050406030204" pitchFamily="18" charset="0"/>
                              <a:cs typeface="Times New Roman" panose="02020603050405020304" pitchFamily="18" charset="0"/>
                              <a:sym typeface="Zapf Dingbats"/>
                            </a:rPr>
                            <m:t>𝑚</m:t>
                          </m:r>
                          <m:d>
                            <m:dPr>
                              <m:ctrlPr>
                                <a:rPr lang="en-US" sz="2300" i="1">
                                  <a:latin typeface="Cambria Math" panose="02040503050406030204" pitchFamily="18" charset="0"/>
                                  <a:cs typeface="Times New Roman" panose="02020603050405020304" pitchFamily="18" charset="0"/>
                                  <a:sym typeface="Zapf Dingbats"/>
                                </a:rPr>
                              </m:ctrlPr>
                            </m:dPr>
                            <m:e>
                              <m:r>
                                <a:rPr lang="en-US" sz="2300" i="1">
                                  <a:latin typeface="Cambria Math" panose="02040503050406030204" pitchFamily="18" charset="0"/>
                                  <a:cs typeface="Times New Roman" panose="02020603050405020304" pitchFamily="18" charset="0"/>
                                  <a:sym typeface="Zapf Dingbats"/>
                                </a:rPr>
                                <m:t>𝑎</m:t>
                              </m:r>
                              <m:r>
                                <a:rPr lang="en-US" sz="2300" i="1">
                                  <a:latin typeface="Cambria Math" panose="02040503050406030204" pitchFamily="18" charset="0"/>
                                  <a:cs typeface="Times New Roman" panose="02020603050405020304" pitchFamily="18" charset="0"/>
                                  <a:sym typeface="Zapf Dingbats"/>
                                </a:rPr>
                                <m:t>−</m:t>
                              </m:r>
                              <m:r>
                                <a:rPr lang="en-US" sz="2300" i="1">
                                  <a:latin typeface="Cambria Math" panose="02040503050406030204" pitchFamily="18" charset="0"/>
                                  <a:cs typeface="Times New Roman" panose="02020603050405020304" pitchFamily="18" charset="0"/>
                                  <a:sym typeface="Zapf Dingbats"/>
                                </a:rPr>
                                <m:t>𝑏</m:t>
                              </m:r>
                            </m:e>
                          </m:d>
                          <m:r>
                            <a:rPr lang="en-US" sz="2300" i="1">
                              <a:latin typeface="Cambria Math" panose="02040503050406030204" pitchFamily="18" charset="0"/>
                              <a:cs typeface="Times New Roman" panose="02020603050405020304" pitchFamily="18" charset="0"/>
                              <a:sym typeface="Zapf Dingbats"/>
                            </a:rPr>
                            <m:t>+</m:t>
                          </m:r>
                          <m:sSup>
                            <m:sSupPr>
                              <m:ctrlPr>
                                <a:rPr lang="en-US" sz="2300" i="1">
                                  <a:latin typeface="Cambria Math" panose="02040503050406030204" pitchFamily="18" charset="0"/>
                                  <a:cs typeface="Times New Roman" panose="02020603050405020304" pitchFamily="18" charset="0"/>
                                  <a:sym typeface="Zapf Dingbats"/>
                                </a:rPr>
                              </m:ctrlPr>
                            </m:sSupPr>
                            <m:e>
                              <m:r>
                                <a:rPr lang="en-US" sz="2300" i="1">
                                  <a:latin typeface="Cambria Math" panose="02040503050406030204" pitchFamily="18" charset="0"/>
                                  <a:cs typeface="Times New Roman" panose="02020603050405020304" pitchFamily="18" charset="0"/>
                                  <a:sym typeface="Zapf Dingbats"/>
                                </a:rPr>
                                <m:t>𝑏</m:t>
                              </m:r>
                            </m:e>
                            <m:sup>
                              <m:r>
                                <a:rPr lang="en-US" sz="2300" i="1">
                                  <a:latin typeface="Cambria Math" panose="02040503050406030204" pitchFamily="18" charset="0"/>
                                  <a:cs typeface="Times New Roman" panose="02020603050405020304" pitchFamily="18" charset="0"/>
                                  <a:sym typeface="Zapf Dingbats"/>
                                </a:rPr>
                                <m:t>𝑘</m:t>
                              </m:r>
                            </m:sup>
                          </m:sSup>
                        </m:e>
                      </m:d>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𝑏</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𝑏</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𝑎𝑚</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𝑏</m:t>
                          </m:r>
                        </m:e>
                      </m:d>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𝑎</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𝑏</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𝑏</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𝑏</m:t>
                          </m:r>
                        </m:e>
                        <m:sup>
                          <m:r>
                            <a:rPr lang="en-US" sz="2300" b="0" i="1" smtClean="0">
                              <a:latin typeface="Cambria Math" panose="02040503050406030204" pitchFamily="18" charset="0"/>
                              <a:cs typeface="Times New Roman" panose="02020603050405020304" pitchFamily="18" charset="0"/>
                              <a:sym typeface="Zapf Dingbats"/>
                            </a:rPr>
                            <m:t>𝑘</m:t>
                          </m:r>
                        </m:sup>
                      </m:sSup>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𝑎𝑚</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𝑏</m:t>
                          </m:r>
                        </m:e>
                      </m:d>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𝑏</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𝑏</m:t>
                      </m:r>
                      <m:r>
                        <a:rPr lang="en-US" sz="2300" b="0" i="1" smtClean="0">
                          <a:latin typeface="Cambria Math" panose="02040503050406030204" pitchFamily="18" charset="0"/>
                          <a:cs typeface="Times New Roman" panose="02020603050405020304" pitchFamily="18" charset="0"/>
                          <a:sym typeface="Zapf Dingbats"/>
                        </a:rPr>
                        <m:t>)</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nSpc>
                    <a:spcPct val="150000"/>
                  </a:lnSpc>
                  <a:spcBef>
                    <a:spcPts val="0"/>
                  </a:spcBef>
                  <a:buNone/>
                </a:pP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𝑏</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𝑎𝑚</m:t>
                    </m:r>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𝑏</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m:t>
                    </m:r>
                  </m:oMath>
                </a14:m>
                <a:r>
                  <a:rPr lang="en-US" sz="2300" dirty="0">
                    <a:latin typeface="Times New Roman" panose="02020603050405020304" pitchFamily="18" charset="0"/>
                    <a:cs typeface="Times New Roman" panose="02020603050405020304" pitchFamily="18" charset="0"/>
                    <a:sym typeface="Zapf Dingbats"/>
                  </a:rPr>
                  <a:t>  multiple of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𝑏</m:t>
                    </m:r>
                    <m:r>
                      <a:rPr lang="en-US" sz="2300" b="0" i="1" smtClean="0">
                        <a:latin typeface="Cambria Math" panose="02040503050406030204" pitchFamily="18" charset="0"/>
                        <a:cs typeface="Times New Roman" panose="02020603050405020304" pitchFamily="18" charset="0"/>
                        <a:sym typeface="Zapf Dingbats"/>
                      </a:rPr>
                      <m:t>)</m:t>
                    </m:r>
                  </m:oMath>
                </a14:m>
                <a:endParaRPr lang="en-US" sz="2300" dirty="0">
                  <a:latin typeface="Times New Roman" panose="02020603050405020304" pitchFamily="18" charset="0"/>
                  <a:cs typeface="Times New Roman" panose="02020603050405020304" pitchFamily="18" charset="0"/>
                  <a:sym typeface="Zapf Dingbats"/>
                </a:endParaRPr>
              </a:p>
              <a:p>
                <a:pPr marL="0" indent="0">
                  <a:lnSpc>
                    <a:spcPct val="150000"/>
                  </a:lnSpc>
                  <a:spcBef>
                    <a:spcPts val="0"/>
                  </a:spcBef>
                  <a:buNone/>
                </a:pP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i="1">
                            <a:latin typeface="Cambria Math" panose="02040503050406030204" pitchFamily="18" charset="0"/>
                            <a:cs typeface="Times New Roman" panose="02020603050405020304" pitchFamily="18" charset="0"/>
                            <a:sym typeface="Zapf Dingbats"/>
                          </a:rPr>
                        </m:ctrlPr>
                      </m:sSupPr>
                      <m:e>
                        <m:r>
                          <a:rPr lang="en-US" sz="2300" i="1">
                            <a:latin typeface="Cambria Math" panose="02040503050406030204" pitchFamily="18" charset="0"/>
                            <a:cs typeface="Times New Roman" panose="02020603050405020304" pitchFamily="18" charset="0"/>
                            <a:sym typeface="Zapf Dingbats"/>
                          </a:rPr>
                          <m:t>𝑎</m:t>
                        </m:r>
                      </m:e>
                      <m:sup>
                        <m:r>
                          <a:rPr lang="en-US" sz="2300" i="1">
                            <a:latin typeface="Cambria Math" panose="02040503050406030204" pitchFamily="18" charset="0"/>
                            <a:cs typeface="Times New Roman" panose="02020603050405020304" pitchFamily="18" charset="0"/>
                            <a:sym typeface="Zapf Dingbats"/>
                          </a:rPr>
                          <m:t>𝑘</m:t>
                        </m:r>
                        <m:r>
                          <a:rPr lang="en-US" sz="2300" i="1">
                            <a:latin typeface="Cambria Math" panose="02040503050406030204" pitchFamily="18" charset="0"/>
                            <a:cs typeface="Times New Roman" panose="02020603050405020304" pitchFamily="18" charset="0"/>
                            <a:sym typeface="Zapf Dingbats"/>
                          </a:rPr>
                          <m:t>+1</m:t>
                        </m:r>
                      </m:sup>
                    </m:sSup>
                    <m:r>
                      <a:rPr lang="en-US" sz="2300" i="1">
                        <a:latin typeface="Cambria Math" panose="02040503050406030204" pitchFamily="18" charset="0"/>
                        <a:cs typeface="Times New Roman" panose="02020603050405020304" pitchFamily="18" charset="0"/>
                        <a:sym typeface="Zapf Dingbats"/>
                      </a:rPr>
                      <m:t>−</m:t>
                    </m:r>
                    <m:sSup>
                      <m:sSupPr>
                        <m:ctrlPr>
                          <a:rPr lang="en-US" sz="2300" i="1">
                            <a:latin typeface="Cambria Math" panose="02040503050406030204" pitchFamily="18" charset="0"/>
                            <a:cs typeface="Times New Roman" panose="02020603050405020304" pitchFamily="18" charset="0"/>
                            <a:sym typeface="Zapf Dingbats"/>
                          </a:rPr>
                        </m:ctrlPr>
                      </m:sSupPr>
                      <m:e>
                        <m:r>
                          <a:rPr lang="en-US" sz="2300" i="1">
                            <a:latin typeface="Cambria Math" panose="02040503050406030204" pitchFamily="18" charset="0"/>
                            <a:cs typeface="Times New Roman" panose="02020603050405020304" pitchFamily="18" charset="0"/>
                            <a:sym typeface="Zapf Dingbats"/>
                          </a:rPr>
                          <m:t>𝑏</m:t>
                        </m:r>
                      </m:e>
                      <m:sup>
                        <m:r>
                          <a:rPr lang="en-US" sz="2300" i="1">
                            <a:latin typeface="Cambria Math" panose="02040503050406030204" pitchFamily="18" charset="0"/>
                            <a:cs typeface="Times New Roman" panose="02020603050405020304" pitchFamily="18" charset="0"/>
                            <a:sym typeface="Zapf Dingbats"/>
                          </a:rPr>
                          <m:t>𝑘</m:t>
                        </m:r>
                        <m:r>
                          <a:rPr lang="en-US" sz="2300" i="1">
                            <a:latin typeface="Cambria Math" panose="02040503050406030204" pitchFamily="18" charset="0"/>
                            <a:cs typeface="Times New Roman" panose="02020603050405020304" pitchFamily="18" charset="0"/>
                            <a:sym typeface="Zapf Dingbats"/>
                          </a:rPr>
                          <m:t>+1</m:t>
                        </m:r>
                      </m:sup>
                    </m:sSup>
                  </m:oMath>
                </a14:m>
                <a:r>
                  <a:rPr lang="en-US" sz="2300" dirty="0">
                    <a:latin typeface="Times New Roman" panose="02020603050405020304" pitchFamily="18" charset="0"/>
                    <a:cs typeface="Times New Roman" panose="02020603050405020304" pitchFamily="18" charset="0"/>
                    <a:sym typeface="Zapf Dingbats"/>
                  </a:rPr>
                  <a:t> is divisible by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𝑎</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𝑏</m:t>
                    </m:r>
                  </m:oMath>
                </a14:m>
                <a:endParaRPr lang="en-US" sz="2300" dirty="0">
                  <a:latin typeface="Times New Roman" panose="02020603050405020304" pitchFamily="18" charset="0"/>
                  <a:cs typeface="Times New Roman" panose="02020603050405020304" pitchFamily="18" charset="0"/>
                  <a:sym typeface="Zapf Dingbats"/>
                </a:endParaRPr>
              </a:p>
              <a:p>
                <a:pPr marL="0" indent="0">
                  <a:lnSpc>
                    <a:spcPct val="150000"/>
                  </a:lnSpc>
                  <a:spcBef>
                    <a:spcPts val="0"/>
                  </a:spcBef>
                  <a:buNone/>
                </a:pP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oMath>
                </a14:m>
                <a:r>
                  <a:rPr lang="en-US" sz="2300" dirty="0">
                    <a:latin typeface="Times New Roman" panose="02020603050405020304" pitchFamily="18" charset="0"/>
                    <a:cs typeface="Times New Roman" panose="02020603050405020304" pitchFamily="18" charset="0"/>
                    <a:sym typeface="Zapf Dingbats"/>
                  </a:rPr>
                  <a:t> is true. We can conclude by mathematical induction that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m:t>
                    </m:r>
                  </m:oMath>
                </a14:m>
                <a:r>
                  <a:rPr lang="en-US" sz="2300" dirty="0">
                    <a:latin typeface="Times New Roman" panose="02020603050405020304" pitchFamily="18" charset="0"/>
                    <a:cs typeface="Times New Roman" panose="02020603050405020304" pitchFamily="18" charset="0"/>
                    <a:sym typeface="Zapf Dingbats"/>
                  </a:rPr>
                  <a:t> is true.</a:t>
                </a:r>
              </a:p>
            </p:txBody>
          </p:sp>
        </mc:Choice>
        <mc:Fallback>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266" b="-670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45</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20076101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Mathematical Induction</a:t>
            </a:r>
          </a:p>
        </p:txBody>
      </p:sp>
      <mc:AlternateContent xmlns:mc="http://schemas.openxmlformats.org/markup-compatibility/2006">
        <mc:Choice xmlns:a14="http://schemas.microsoft.com/office/drawing/2010/main"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Problem Prove that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1⋅1!+2⋅2!+…+</m:t>
                    </m:r>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!−1</m:t>
                    </m:r>
                  </m:oMath>
                </a14:m>
                <a:r>
                  <a:rPr lang="en-US" sz="2300" dirty="0">
                    <a:latin typeface="Times New Roman" panose="02020603050405020304" pitchFamily="18" charset="0"/>
                    <a:cs typeface="Times New Roman" panose="02020603050405020304" pitchFamily="18" charset="0"/>
                    <a:sym typeface="Zapf Dingbats"/>
                  </a:rPr>
                  <a:t> where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𝑛</m:t>
                    </m:r>
                  </m:oMath>
                </a14:m>
                <a:r>
                  <a:rPr lang="en-US" sz="2300" dirty="0">
                    <a:latin typeface="Times New Roman" panose="02020603050405020304" pitchFamily="18" charset="0"/>
                    <a:cs typeface="Times New Roman" panose="02020603050405020304" pitchFamily="18" charset="0"/>
                    <a:sym typeface="Zapf Dingbats"/>
                  </a:rPr>
                  <a:t> is a positive integer.</a:t>
                </a: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Solution: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𝑛</m:t>
                        </m:r>
                      </m:e>
                    </m:d>
                    <m:r>
                      <a:rPr lang="en-US" sz="2300" b="0" i="1" smtClean="0">
                        <a:latin typeface="Cambria Math" panose="02040503050406030204" pitchFamily="18" charset="0"/>
                        <a:cs typeface="Times New Roman" panose="02020603050405020304" pitchFamily="18" charset="0"/>
                        <a:sym typeface="Zapf Dingbats"/>
                      </a:rPr>
                      <m:t>=</m:t>
                    </m:r>
                    <m:r>
                      <a:rPr lang="en-US" sz="2300" i="1">
                        <a:latin typeface="Cambria Math" panose="02040503050406030204" pitchFamily="18" charset="0"/>
                        <a:cs typeface="Times New Roman" panose="02020603050405020304" pitchFamily="18" charset="0"/>
                        <a:sym typeface="Zapf Dingbats"/>
                      </a:rPr>
                      <m:t>1⋅1!+2⋅2!+…+</m:t>
                    </m:r>
                    <m:r>
                      <a:rPr lang="en-US" sz="2300" i="1">
                        <a:latin typeface="Cambria Math" panose="02040503050406030204" pitchFamily="18" charset="0"/>
                        <a:cs typeface="Times New Roman" panose="02020603050405020304" pitchFamily="18" charset="0"/>
                        <a:sym typeface="Zapf Dingbats"/>
                      </a:rPr>
                      <m:t>𝑛</m:t>
                    </m:r>
                    <m:r>
                      <a:rPr lang="en-US" sz="2300" i="1">
                        <a:latin typeface="Cambria Math" panose="02040503050406030204" pitchFamily="18" charset="0"/>
                        <a:cs typeface="Times New Roman" panose="02020603050405020304" pitchFamily="18" charset="0"/>
                        <a:sym typeface="Zapf Dingbats"/>
                      </a:rPr>
                      <m:t>⋅</m:t>
                    </m:r>
                    <m:r>
                      <a:rPr lang="en-US" sz="2300" i="1">
                        <a:latin typeface="Cambria Math" panose="02040503050406030204" pitchFamily="18" charset="0"/>
                        <a:cs typeface="Times New Roman" panose="02020603050405020304" pitchFamily="18" charset="0"/>
                        <a:sym typeface="Zapf Dingbats"/>
                      </a:rPr>
                      <m:t>𝑛</m:t>
                    </m:r>
                    <m:r>
                      <a:rPr lang="en-US" sz="2300" i="1">
                        <a:latin typeface="Cambria Math" panose="02040503050406030204" pitchFamily="18" charset="0"/>
                        <a:cs typeface="Times New Roman" panose="02020603050405020304" pitchFamily="18" charset="0"/>
                        <a:sym typeface="Zapf Dingbats"/>
                      </a:rPr>
                      <m:t>!=</m:t>
                    </m:r>
                    <m:d>
                      <m:dPr>
                        <m:ctrlPr>
                          <a:rPr lang="en-US" sz="2300" i="1">
                            <a:latin typeface="Cambria Math" panose="02040503050406030204" pitchFamily="18" charset="0"/>
                            <a:cs typeface="Times New Roman" panose="02020603050405020304" pitchFamily="18" charset="0"/>
                            <a:sym typeface="Zapf Dingbats"/>
                          </a:rPr>
                        </m:ctrlPr>
                      </m:dPr>
                      <m:e>
                        <m:r>
                          <a:rPr lang="en-US" sz="2300" i="1">
                            <a:latin typeface="Cambria Math" panose="02040503050406030204" pitchFamily="18" charset="0"/>
                            <a:cs typeface="Times New Roman" panose="02020603050405020304" pitchFamily="18" charset="0"/>
                            <a:sym typeface="Zapf Dingbats"/>
                          </a:rPr>
                          <m:t>𝑛</m:t>
                        </m:r>
                        <m:r>
                          <a:rPr lang="en-US" sz="2300" i="1">
                            <a:latin typeface="Cambria Math" panose="02040503050406030204" pitchFamily="18" charset="0"/>
                            <a:cs typeface="Times New Roman" panose="02020603050405020304" pitchFamily="18" charset="0"/>
                            <a:sym typeface="Zapf Dingbats"/>
                          </a:rPr>
                          <m:t>+1</m:t>
                        </m:r>
                      </m:e>
                    </m:d>
                    <m:r>
                      <a:rPr lang="en-US" sz="2300" i="1">
                        <a:latin typeface="Cambria Math" panose="02040503050406030204" pitchFamily="18" charset="0"/>
                        <a:cs typeface="Times New Roman" panose="02020603050405020304" pitchFamily="18" charset="0"/>
                        <a:sym typeface="Zapf Dingbats"/>
                      </a:rPr>
                      <m:t>!−1</m:t>
                    </m:r>
                  </m:oMath>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Basis Step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=1⋅1!=</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1+1</m:t>
                        </m:r>
                      </m:e>
                    </m:d>
                    <m:r>
                      <a:rPr lang="en-US" sz="2300" b="0" i="1" smtClean="0">
                        <a:latin typeface="Cambria Math" panose="02040503050406030204" pitchFamily="18" charset="0"/>
                        <a:cs typeface="Times New Roman" panose="02020603050405020304" pitchFamily="18" charset="0"/>
                        <a:sym typeface="Zapf Dingbats"/>
                      </a:rPr>
                      <m:t>!−1</m:t>
                    </m:r>
                  </m:oMath>
                </a14:m>
                <a:r>
                  <a:rPr lang="en-US" sz="2300" dirty="0">
                    <a:latin typeface="Times New Roman" panose="02020603050405020304" pitchFamily="18" charset="0"/>
                    <a:cs typeface="Times New Roman" panose="02020603050405020304" pitchFamily="18" charset="0"/>
                    <a:sym typeface="Zapf Dingbats"/>
                  </a:rPr>
                  <a:t> implies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1=1</m:t>
                    </m:r>
                  </m:oMath>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(1)</m:t>
                    </m:r>
                  </m:oMath>
                </a14:m>
                <a:r>
                  <a:rPr lang="en-US" sz="2300" dirty="0">
                    <a:latin typeface="Times New Roman" panose="02020603050405020304" pitchFamily="18" charset="0"/>
                    <a:cs typeface="Times New Roman" panose="02020603050405020304" pitchFamily="18" charset="0"/>
                    <a:sym typeface="Zapf Dingbats"/>
                  </a:rPr>
                  <a:t> is true.</a:t>
                </a: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Inductive step: Assume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m:t>
                    </m:r>
                  </m:oMath>
                </a14:m>
                <a:r>
                  <a:rPr lang="en-US" sz="2300" dirty="0">
                    <a:latin typeface="Times New Roman" panose="02020603050405020304" pitchFamily="18" charset="0"/>
                    <a:cs typeface="Times New Roman" panose="02020603050405020304" pitchFamily="18" charset="0"/>
                    <a:sym typeface="Zapf Dingbats"/>
                  </a:rPr>
                  <a:t> is true.</a:t>
                </a:r>
              </a:p>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1⋅1!+2⋅2!+…+</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!−1</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Claim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oMath>
                </a14:m>
                <a:endParaRPr lang="en-US" sz="2300" dirty="0">
                  <a:latin typeface="Times New Roman" panose="02020603050405020304" pitchFamily="18" charset="0"/>
                  <a:cs typeface="Times New Roman" panose="02020603050405020304" pitchFamily="18" charset="0"/>
                  <a:sym typeface="Zapf Dingbats"/>
                </a:endParaRPr>
              </a:p>
            </p:txBody>
          </p:sp>
        </mc:Choice>
        <mc:Fallback>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26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46</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665870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Mathematical Induction</a:t>
            </a:r>
          </a:p>
        </p:txBody>
      </p:sp>
      <mc:AlternateContent xmlns:mc="http://schemas.openxmlformats.org/markup-compatibility/2006">
        <mc:Choice xmlns:a14="http://schemas.microsoft.com/office/drawing/2010/main"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=1⋅1!+2⋅2!+…+</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d>
                        <m:dPr>
                          <m:ctrlPr>
                            <a:rPr lang="en-US" sz="2300" i="1">
                              <a:latin typeface="Cambria Math" panose="02040503050406030204" pitchFamily="18" charset="0"/>
                              <a:cs typeface="Times New Roman" panose="02020603050405020304" pitchFamily="18" charset="0"/>
                              <a:sym typeface="Zapf Dingbats"/>
                            </a:rPr>
                          </m:ctrlPr>
                        </m:dPr>
                        <m:e>
                          <m:r>
                            <a:rPr lang="en-US" sz="2300" i="1">
                              <a:latin typeface="Cambria Math" panose="02040503050406030204" pitchFamily="18" charset="0"/>
                              <a:cs typeface="Times New Roman" panose="02020603050405020304" pitchFamily="18" charset="0"/>
                              <a:sym typeface="Zapf Dingbats"/>
                            </a:rPr>
                            <m:t>𝑘</m:t>
                          </m:r>
                          <m:r>
                            <a:rPr lang="en-US" sz="2300" i="1">
                              <a:latin typeface="Cambria Math" panose="02040503050406030204" pitchFamily="18" charset="0"/>
                              <a:cs typeface="Times New Roman" panose="02020603050405020304" pitchFamily="18" charset="0"/>
                              <a:sym typeface="Zapf Dingbats"/>
                            </a:rPr>
                            <m:t>+1</m:t>
                          </m:r>
                        </m:e>
                      </m:d>
                      <m:r>
                        <a:rPr lang="en-US" sz="2300" i="1">
                          <a:latin typeface="Cambria Math" panose="02040503050406030204" pitchFamily="18" charset="0"/>
                          <a:cs typeface="Times New Roman" panose="02020603050405020304" pitchFamily="18" charset="0"/>
                          <a:sym typeface="Zapf Dingbats"/>
                        </a:rPr>
                        <m:t>!−1</m:t>
                      </m:r>
                      <m:r>
                        <a:rPr lang="en-US" sz="2300" b="0" i="1" smtClean="0">
                          <a:latin typeface="Cambria Math" panose="02040503050406030204" pitchFamily="18" charset="0"/>
                          <a:cs typeface="Times New Roman" panose="02020603050405020304" pitchFamily="18" charset="0"/>
                          <a:sym typeface="Zapf Dingbats"/>
                        </a:rPr>
                        <m:t>+</m:t>
                      </m:r>
                      <m:d>
                        <m:dPr>
                          <m:ctrlPr>
                            <a:rPr lang="en-US" sz="2300" i="1">
                              <a:latin typeface="Cambria Math" panose="02040503050406030204" pitchFamily="18" charset="0"/>
                              <a:cs typeface="Times New Roman" panose="02020603050405020304" pitchFamily="18" charset="0"/>
                              <a:sym typeface="Zapf Dingbats"/>
                            </a:rPr>
                          </m:ctrlPr>
                        </m:dPr>
                        <m:e>
                          <m:r>
                            <a:rPr lang="en-US" sz="2300" i="1">
                              <a:latin typeface="Cambria Math" panose="02040503050406030204" pitchFamily="18" charset="0"/>
                              <a:cs typeface="Times New Roman" panose="02020603050405020304" pitchFamily="18" charset="0"/>
                              <a:sym typeface="Zapf Dingbats"/>
                            </a:rPr>
                            <m:t>𝑘</m:t>
                          </m:r>
                          <m:r>
                            <a:rPr lang="en-US" sz="2300" i="1">
                              <a:latin typeface="Cambria Math" panose="02040503050406030204" pitchFamily="18" charset="0"/>
                              <a:cs typeface="Times New Roman" panose="02020603050405020304" pitchFamily="18" charset="0"/>
                              <a:sym typeface="Zapf Dingbats"/>
                            </a:rPr>
                            <m:t>+1</m:t>
                          </m:r>
                        </m:e>
                      </m:d>
                      <m:r>
                        <a:rPr lang="en-US" sz="2300" i="1">
                          <a:latin typeface="Cambria Math" panose="02040503050406030204" pitchFamily="18" charset="0"/>
                          <a:cs typeface="Times New Roman" panose="02020603050405020304" pitchFamily="18" charset="0"/>
                          <a:sym typeface="Zapf Dingbats"/>
                        </a:rPr>
                        <m:t>⋅</m:t>
                      </m:r>
                      <m:d>
                        <m:dPr>
                          <m:ctrlPr>
                            <a:rPr lang="en-US" sz="2300" i="1">
                              <a:latin typeface="Cambria Math" panose="02040503050406030204" pitchFamily="18" charset="0"/>
                              <a:cs typeface="Times New Roman" panose="02020603050405020304" pitchFamily="18" charset="0"/>
                              <a:sym typeface="Zapf Dingbats"/>
                            </a:rPr>
                          </m:ctrlPr>
                        </m:dPr>
                        <m:e>
                          <m:r>
                            <a:rPr lang="en-US" sz="2300" i="1">
                              <a:latin typeface="Cambria Math" panose="02040503050406030204" pitchFamily="18" charset="0"/>
                              <a:cs typeface="Times New Roman" panose="02020603050405020304" pitchFamily="18" charset="0"/>
                              <a:sym typeface="Zapf Dingbats"/>
                            </a:rPr>
                            <m:t>𝑘</m:t>
                          </m:r>
                          <m:r>
                            <a:rPr lang="en-US" sz="2300" i="1">
                              <a:latin typeface="Cambria Math" panose="02040503050406030204" pitchFamily="18" charset="0"/>
                              <a:cs typeface="Times New Roman" panose="02020603050405020304" pitchFamily="18" charset="0"/>
                              <a:sym typeface="Zapf Dingbats"/>
                            </a:rPr>
                            <m:t>+1</m:t>
                          </m:r>
                        </m:e>
                      </m:d>
                      <m:r>
                        <a:rPr lang="en-US" sz="2300" i="1">
                          <a:latin typeface="Cambria Math" panose="02040503050406030204" pitchFamily="18" charset="0"/>
                          <a:cs typeface="Times New Roman" panose="02020603050405020304" pitchFamily="18" charset="0"/>
                          <a:sym typeface="Zapf Dingbats"/>
                        </a:rPr>
                        <m:t>!</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m:t>
                      </m:r>
                      <m:d>
                        <m:dPr>
                          <m:begChr m:val="["/>
                          <m:endChr m:val="]"/>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1+(</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−1</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+2</m:t>
                          </m:r>
                        </m:e>
                      </m:d>
                      <m:r>
                        <a:rPr lang="en-US" sz="2300" b="0" i="1" smtClean="0">
                          <a:latin typeface="Cambria Math" panose="02040503050406030204" pitchFamily="18" charset="0"/>
                          <a:cs typeface="Times New Roman" panose="02020603050405020304" pitchFamily="18" charset="0"/>
                          <a:sym typeface="Zapf Dingbats"/>
                        </a:rPr>
                        <m:t>−1</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+2</m:t>
                          </m:r>
                        </m:e>
                      </m:d>
                      <m:r>
                        <a:rPr lang="en-US" sz="2300" b="0" i="1" smtClean="0">
                          <a:latin typeface="Cambria Math" panose="02040503050406030204" pitchFamily="18" charset="0"/>
                          <a:cs typeface="Times New Roman" panose="02020603050405020304" pitchFamily="18" charset="0"/>
                          <a:sym typeface="Zapf Dingbats"/>
                        </a:rPr>
                        <m:t>!−1</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oMath>
                </a14:m>
                <a:r>
                  <a:rPr lang="en-US" sz="2300" dirty="0">
                    <a:latin typeface="Times New Roman" panose="02020603050405020304" pitchFamily="18" charset="0"/>
                    <a:cs typeface="Times New Roman" panose="02020603050405020304" pitchFamily="18" charset="0"/>
                    <a:sym typeface="Zapf Dingbats"/>
                  </a:rPr>
                  <a:t> is true. By induction method,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m:t>
                    </m:r>
                  </m:oMath>
                </a14:m>
                <a:r>
                  <a:rPr lang="en-US" sz="2300" dirty="0">
                    <a:latin typeface="Times New Roman" panose="02020603050405020304" pitchFamily="18" charset="0"/>
                    <a:cs typeface="Times New Roman" panose="02020603050405020304" pitchFamily="18" charset="0"/>
                    <a:sym typeface="Zapf Dingbats"/>
                  </a:rPr>
                  <a:t> is true.</a:t>
                </a:r>
              </a:p>
              <a:p>
                <a:pPr marL="0" indent="0" algn="just">
                  <a:lnSpc>
                    <a:spcPct val="150000"/>
                  </a:lnSpc>
                  <a:spcBef>
                    <a:spcPts val="0"/>
                  </a:spcBef>
                  <a:buNone/>
                </a:pPr>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endParaRPr lang="en-US" sz="2300" dirty="0">
                  <a:latin typeface="Times New Roman" panose="02020603050405020304" pitchFamily="18" charset="0"/>
                  <a:cs typeface="Times New Roman" panose="02020603050405020304" pitchFamily="18" charset="0"/>
                  <a:sym typeface="Zapf Dingbats"/>
                </a:endParaRPr>
              </a:p>
            </p:txBody>
          </p:sp>
        </mc:Choice>
        <mc:Fallback>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47</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382234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Strong Induction</a:t>
            </a:r>
          </a:p>
        </p:txBody>
      </p:sp>
      <mc:AlternateContent xmlns:mc="http://schemas.openxmlformats.org/markup-compatibility/2006">
        <mc:Choice xmlns:a14="http://schemas.microsoft.com/office/drawing/2010/main"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Problem: If </a:t>
                </a:r>
                <a14:m>
                  <m:oMath xmlns:m="http://schemas.openxmlformats.org/officeDocument/2006/math">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1</m:t>
                        </m:r>
                      </m:sub>
                    </m:sSub>
                    <m:r>
                      <a:rPr lang="en-US" sz="2300" b="0" i="1" smtClean="0">
                        <a:latin typeface="Cambria Math" panose="02040503050406030204" pitchFamily="18" charset="0"/>
                        <a:cs typeface="Times New Roman" panose="02020603050405020304" pitchFamily="18" charset="0"/>
                        <a:sym typeface="Zapf Dingbats"/>
                      </a:rPr>
                      <m:t>=1, </m:t>
                    </m:r>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2</m:t>
                        </m:r>
                      </m:sub>
                    </m:sSub>
                    <m:r>
                      <a:rPr lang="en-US" sz="2300" b="0" i="1" smtClean="0">
                        <a:latin typeface="Cambria Math" panose="02040503050406030204" pitchFamily="18" charset="0"/>
                        <a:cs typeface="Times New Roman" panose="02020603050405020304" pitchFamily="18" charset="0"/>
                        <a:sym typeface="Zapf Dingbats"/>
                      </a:rPr>
                      <m:t>=5</m:t>
                    </m:r>
                  </m:oMath>
                </a14:m>
                <a:r>
                  <a:rPr lang="en-US" sz="2300" dirty="0">
                    <a:latin typeface="Times New Roman" panose="02020603050405020304" pitchFamily="18" charset="0"/>
                    <a:cs typeface="Times New Roman" panose="02020603050405020304" pitchFamily="18" charset="0"/>
                    <a:sym typeface="Zapf Dingbats"/>
                  </a:rPr>
                  <a:t> and </a:t>
                </a:r>
                <a14:m>
                  <m:oMath xmlns:m="http://schemas.openxmlformats.org/officeDocument/2006/math">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+1</m:t>
                        </m:r>
                      </m:sub>
                    </m:sSub>
                    <m:r>
                      <a:rPr lang="en-US" sz="2300" b="0" i="1" smtClean="0">
                        <a:latin typeface="Cambria Math" panose="02040503050406030204" pitchFamily="18" charset="0"/>
                        <a:cs typeface="Times New Roman" panose="02020603050405020304" pitchFamily="18" charset="0"/>
                        <a:sym typeface="Zapf Dingbats"/>
                      </a:rPr>
                      <m:t>=5</m:t>
                    </m:r>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𝑛</m:t>
                        </m:r>
                      </m:sub>
                    </m:sSub>
                    <m:r>
                      <a:rPr lang="en-US" sz="2300" b="0" i="1" smtClean="0">
                        <a:latin typeface="Cambria Math" panose="02040503050406030204" pitchFamily="18" charset="0"/>
                        <a:cs typeface="Times New Roman" panose="02020603050405020304" pitchFamily="18" charset="0"/>
                        <a:sym typeface="Zapf Dingbats"/>
                      </a:rPr>
                      <m:t>−6</m:t>
                    </m:r>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𝑈</m:t>
                        </m:r>
                      </m:e>
                      <m:sub>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−1</m:t>
                        </m:r>
                      </m:sub>
                    </m:sSub>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≥2, </m:t>
                    </m:r>
                  </m:oMath>
                </a14:m>
                <a:r>
                  <a:rPr lang="en-US" sz="2300" dirty="0">
                    <a:latin typeface="Times New Roman" panose="02020603050405020304" pitchFamily="18" charset="0"/>
                    <a:cs typeface="Times New Roman" panose="02020603050405020304" pitchFamily="18" charset="0"/>
                    <a:sym typeface="Zapf Dingbats"/>
                  </a:rPr>
                  <a:t>then prove that </a:t>
                </a:r>
                <a14:m>
                  <m:oMath xmlns:m="http://schemas.openxmlformats.org/officeDocument/2006/math">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𝑛</m:t>
                        </m:r>
                      </m:sub>
                    </m:sSub>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3</m:t>
                        </m:r>
                      </m:e>
                      <m:sup>
                        <m:r>
                          <a:rPr lang="en-US" sz="2300" b="0" i="1" smtClean="0">
                            <a:latin typeface="Cambria Math" panose="02040503050406030204" pitchFamily="18" charset="0"/>
                            <a:cs typeface="Times New Roman" panose="02020603050405020304" pitchFamily="18" charset="0"/>
                            <a:sym typeface="Zapf Dingbats"/>
                          </a:rPr>
                          <m:t>𝑛</m:t>
                        </m:r>
                      </m:sup>
                    </m:sSup>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2</m:t>
                        </m:r>
                      </m:e>
                      <m:sup>
                        <m:r>
                          <a:rPr lang="en-US" sz="2300" b="0" i="1" smtClean="0">
                            <a:latin typeface="Cambria Math" panose="02040503050406030204" pitchFamily="18" charset="0"/>
                            <a:cs typeface="Times New Roman" panose="02020603050405020304" pitchFamily="18" charset="0"/>
                            <a:sym typeface="Zapf Dingbats"/>
                          </a:rPr>
                          <m:t>𝑛</m:t>
                        </m:r>
                      </m:sup>
                    </m:sSup>
                    <m:r>
                      <a:rPr lang="en-US" sz="2300" b="0" i="1" smtClean="0">
                        <a:latin typeface="Cambria Math" panose="02040503050406030204" pitchFamily="18" charset="0"/>
                        <a:cs typeface="Times New Roman" panose="02020603050405020304" pitchFamily="18" charset="0"/>
                        <a:sym typeface="Zapf Dingbats"/>
                      </a:rPr>
                      <m:t> ∀</m:t>
                    </m:r>
                    <m:r>
                      <a:rPr lang="en-US" sz="2300" b="0" i="1" smtClean="0">
                        <a:latin typeface="Cambria Math" panose="02040503050406030204" pitchFamily="18" charset="0"/>
                        <a:cs typeface="Times New Roman" panose="02020603050405020304" pitchFamily="18" charset="0"/>
                        <a:sym typeface="Zapf Dingbats"/>
                      </a:rPr>
                      <m:t>𝑛</m:t>
                    </m:r>
                    <m:r>
                      <a:rPr lang="en-US" sz="2300" b="0" i="1" smtClean="0">
                        <a:latin typeface="Cambria Math" panose="02040503050406030204" pitchFamily="18" charset="0"/>
                        <a:cs typeface="Times New Roman" panose="02020603050405020304" pitchFamily="18" charset="0"/>
                        <a:sym typeface="Zapf Dingbats"/>
                      </a:rPr>
                      <m:t>≥1.</m:t>
                    </m:r>
                  </m:oMath>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Basis step: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1</m:t>
                        </m:r>
                      </m:e>
                    </m:d>
                    <m:r>
                      <a:rPr lang="en-US" sz="2300" b="0" i="1" smtClean="0">
                        <a:latin typeface="Cambria Math" panose="02040503050406030204" pitchFamily="18" charset="0"/>
                        <a:cs typeface="Times New Roman" panose="02020603050405020304" pitchFamily="18" charset="0"/>
                        <a:sym typeface="Zapf Dingbats"/>
                      </a:rPr>
                      <m:t>:</m:t>
                    </m:r>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1</m:t>
                        </m:r>
                      </m:sub>
                    </m:sSub>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3</m:t>
                        </m:r>
                      </m:e>
                      <m:sup>
                        <m:r>
                          <a:rPr lang="en-US" sz="2300" b="0" i="1" smtClean="0">
                            <a:latin typeface="Cambria Math" panose="02040503050406030204" pitchFamily="18" charset="0"/>
                            <a:cs typeface="Times New Roman" panose="02020603050405020304" pitchFamily="18" charset="0"/>
                            <a:sym typeface="Zapf Dingbats"/>
                          </a:rPr>
                          <m:t>1</m:t>
                        </m:r>
                      </m:sup>
                    </m:sSup>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2</m:t>
                        </m:r>
                      </m:e>
                      <m:sup>
                        <m:r>
                          <a:rPr lang="en-US" sz="2300" b="0" i="1" smtClean="0">
                            <a:latin typeface="Cambria Math" panose="02040503050406030204" pitchFamily="18" charset="0"/>
                            <a:cs typeface="Times New Roman" panose="02020603050405020304" pitchFamily="18" charset="0"/>
                            <a:sym typeface="Zapf Dingbats"/>
                          </a:rPr>
                          <m:t>1</m:t>
                        </m:r>
                      </m:sup>
                    </m:sSup>
                    <m:r>
                      <a:rPr lang="en-US" sz="2300" b="0" i="1" smtClean="0">
                        <a:latin typeface="Cambria Math" panose="02040503050406030204" pitchFamily="18" charset="0"/>
                        <a:cs typeface="Times New Roman" panose="02020603050405020304" pitchFamily="18" charset="0"/>
                        <a:sym typeface="Zapf Dingbats"/>
                      </a:rPr>
                      <m:t>=1</m:t>
                    </m:r>
                  </m:oMath>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d>
                      <m:dPr>
                        <m:ctrlPr>
                          <a:rPr lang="en-US" sz="2300" b="0" i="1" smtClean="0">
                            <a:latin typeface="Cambria Math" panose="02040503050406030204" pitchFamily="18" charset="0"/>
                            <a:cs typeface="Times New Roman" panose="02020603050405020304" pitchFamily="18" charset="0"/>
                            <a:sym typeface="Zapf Dingbats"/>
                          </a:rPr>
                        </m:ctrlPr>
                      </m:dPr>
                      <m:e>
                        <m:r>
                          <a:rPr lang="en-US" sz="2300" b="0" i="1" smtClean="0">
                            <a:latin typeface="Cambria Math" panose="02040503050406030204" pitchFamily="18" charset="0"/>
                            <a:cs typeface="Times New Roman" panose="02020603050405020304" pitchFamily="18" charset="0"/>
                            <a:sym typeface="Zapf Dingbats"/>
                          </a:rPr>
                          <m:t>2</m:t>
                        </m:r>
                      </m:e>
                    </m:d>
                    <m:r>
                      <a:rPr lang="en-US" sz="2300" b="0" i="1" smtClean="0">
                        <a:latin typeface="Cambria Math" panose="02040503050406030204" pitchFamily="18" charset="0"/>
                        <a:cs typeface="Times New Roman" panose="02020603050405020304" pitchFamily="18" charset="0"/>
                        <a:sym typeface="Zapf Dingbats"/>
                      </a:rPr>
                      <m:t>:</m:t>
                    </m:r>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2</m:t>
                        </m:r>
                      </m:sub>
                    </m:sSub>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3</m:t>
                        </m:r>
                      </m:e>
                      <m:sup>
                        <m:r>
                          <a:rPr lang="en-US" sz="2300" b="0" i="1" smtClean="0">
                            <a:latin typeface="Cambria Math" panose="02040503050406030204" pitchFamily="18" charset="0"/>
                            <a:cs typeface="Times New Roman" panose="02020603050405020304" pitchFamily="18" charset="0"/>
                            <a:sym typeface="Zapf Dingbats"/>
                          </a:rPr>
                          <m:t>2</m:t>
                        </m:r>
                      </m:sup>
                    </m:sSup>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2</m:t>
                        </m:r>
                      </m:e>
                      <m:sup>
                        <m:r>
                          <a:rPr lang="en-US" sz="2300" b="0" i="1" smtClean="0">
                            <a:latin typeface="Cambria Math" panose="02040503050406030204" pitchFamily="18" charset="0"/>
                            <a:cs typeface="Times New Roman" panose="02020603050405020304" pitchFamily="18" charset="0"/>
                            <a:sym typeface="Zapf Dingbats"/>
                          </a:rPr>
                          <m:t>2</m:t>
                        </m:r>
                      </m:sup>
                    </m:sSup>
                    <m:r>
                      <a:rPr lang="en-US" sz="2300" b="0" i="1" smtClean="0">
                        <a:latin typeface="Cambria Math" panose="02040503050406030204" pitchFamily="18" charset="0"/>
                        <a:cs typeface="Times New Roman" panose="02020603050405020304" pitchFamily="18" charset="0"/>
                        <a:sym typeface="Zapf Dingbats"/>
                      </a:rPr>
                      <m:t>=5</m:t>
                    </m:r>
                  </m:oMath>
                </a14:m>
                <a:r>
                  <a:rPr lang="en-US" sz="2300" dirty="0">
                    <a:latin typeface="Times New Roman" panose="02020603050405020304" pitchFamily="18" charset="0"/>
                    <a:cs typeface="Times New Roman" panose="02020603050405020304" pitchFamily="18" charset="0"/>
                    <a:sym typeface="Zapf Dingbats"/>
                  </a:rPr>
                  <a:t> which is true by hypothesis. </a:t>
                </a: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(Any stage depends on two earlier stages)</a:t>
                </a: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Assume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𝑃</m:t>
                    </m:r>
                    <m:r>
                      <a:rPr lang="en-US" sz="2300" b="0" i="1" smtClean="0">
                        <a:latin typeface="Cambria Math" panose="02040503050406030204" pitchFamily="18" charset="0"/>
                        <a:cs typeface="Times New Roman" panose="02020603050405020304" pitchFamily="18" charset="0"/>
                        <a:sym typeface="Zapf Dingbats"/>
                      </a:rPr>
                      <m:t>(</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m:t>
                    </m:r>
                  </m:oMath>
                </a14:m>
                <a:r>
                  <a:rPr lang="en-US" sz="2300" dirty="0">
                    <a:latin typeface="Times New Roman" panose="02020603050405020304" pitchFamily="18" charset="0"/>
                    <a:cs typeface="Times New Roman" panose="02020603050405020304" pitchFamily="18" charset="0"/>
                    <a:sym typeface="Zapf Dingbats"/>
                  </a:rPr>
                  <a:t> is true for all integers </a:t>
                </a:r>
                <a:r>
                  <a:rPr lang="en-US" sz="2300" dirty="0" err="1">
                    <a:latin typeface="Times New Roman" panose="02020603050405020304" pitchFamily="18" charset="0"/>
                    <a:cs typeface="Times New Roman" panose="02020603050405020304" pitchFamily="18" charset="0"/>
                    <a:sym typeface="Zapf Dingbats"/>
                  </a:rPr>
                  <a:t>upto</a:t>
                </a:r>
                <a:r>
                  <a:rPr lang="en-US" sz="2300" dirty="0">
                    <a:latin typeface="Times New Roman" panose="02020603050405020304" pitchFamily="18" charset="0"/>
                    <a:cs typeface="Times New Roman" panose="02020603050405020304" pitchFamily="18" charset="0"/>
                    <a:sym typeface="Zapf Dingbats"/>
                  </a:rPr>
                  <a:t> </a:t>
                </a:r>
                <a14:m>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 </m:t>
                    </m:r>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&gt;2.</m:t>
                    </m:r>
                  </m:oMath>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r>
                  <a:rPr lang="en-US" sz="2300" dirty="0">
                    <a:latin typeface="Times New Roman" panose="02020603050405020304" pitchFamily="18" charset="0"/>
                    <a:cs typeface="Times New Roman" panose="02020603050405020304" pitchFamily="18" charset="0"/>
                    <a:sym typeface="Zapf Dingbats"/>
                  </a:rPr>
                  <a:t>From the hypothesis: </a:t>
                </a:r>
                <a14:m>
                  <m:oMath xmlns:m="http://schemas.openxmlformats.org/officeDocument/2006/math">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𝑘</m:t>
                        </m:r>
                      </m:sub>
                    </m:sSub>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3</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2</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 </m:t>
                    </m:r>
                  </m:oMath>
                </a14:m>
                <a:r>
                  <a:rPr lang="en-US" sz="2300" dirty="0">
                    <a:latin typeface="Times New Roman" panose="02020603050405020304" pitchFamily="18" charset="0"/>
                    <a:cs typeface="Times New Roman" panose="02020603050405020304" pitchFamily="18" charset="0"/>
                    <a:sym typeface="Zapf Dingbats"/>
                  </a:rPr>
                  <a:t>and </a:t>
                </a:r>
                <a14:m>
                  <m:oMath xmlns:m="http://schemas.openxmlformats.org/officeDocument/2006/math">
                    <m:sSub>
                      <m:sSubPr>
                        <m:ctrlPr>
                          <a:rPr lang="en-US" sz="2300" i="1">
                            <a:latin typeface="Cambria Math" panose="02040503050406030204" pitchFamily="18" charset="0"/>
                            <a:cs typeface="Times New Roman" panose="02020603050405020304" pitchFamily="18" charset="0"/>
                            <a:sym typeface="Zapf Dingbats"/>
                          </a:rPr>
                        </m:ctrlPr>
                      </m:sSubPr>
                      <m:e>
                        <m:r>
                          <a:rPr lang="en-US" sz="2300" i="1">
                            <a:latin typeface="Cambria Math" panose="02040503050406030204" pitchFamily="18" charset="0"/>
                            <a:cs typeface="Times New Roman" panose="02020603050405020304" pitchFamily="18" charset="0"/>
                            <a:sym typeface="Zapf Dingbats"/>
                          </a:rPr>
                          <m:t>𝑢</m:t>
                        </m:r>
                      </m:e>
                      <m:sub>
                        <m:r>
                          <a:rPr lang="en-US" sz="2300" i="1">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b>
                    </m:sSub>
                    <m:r>
                      <a:rPr lang="en-US" sz="2300" i="1">
                        <a:latin typeface="Cambria Math" panose="02040503050406030204" pitchFamily="18" charset="0"/>
                        <a:cs typeface="Times New Roman" panose="02020603050405020304" pitchFamily="18" charset="0"/>
                        <a:sym typeface="Zapf Dingbats"/>
                      </a:rPr>
                      <m:t>=</m:t>
                    </m:r>
                    <m:sSup>
                      <m:sSupPr>
                        <m:ctrlPr>
                          <a:rPr lang="en-US" sz="2300" i="1">
                            <a:latin typeface="Cambria Math" panose="02040503050406030204" pitchFamily="18" charset="0"/>
                            <a:cs typeface="Times New Roman" panose="02020603050405020304" pitchFamily="18" charset="0"/>
                            <a:sym typeface="Zapf Dingbats"/>
                          </a:rPr>
                        </m:ctrlPr>
                      </m:sSupPr>
                      <m:e>
                        <m:r>
                          <a:rPr lang="en-US" sz="2300" i="1">
                            <a:latin typeface="Cambria Math" panose="02040503050406030204" pitchFamily="18" charset="0"/>
                            <a:cs typeface="Times New Roman" panose="02020603050405020304" pitchFamily="18" charset="0"/>
                            <a:sym typeface="Zapf Dingbats"/>
                          </a:rPr>
                          <m:t>3</m:t>
                        </m:r>
                      </m:e>
                      <m:sup>
                        <m:r>
                          <a:rPr lang="en-US" sz="2300" i="1">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r>
                      <a:rPr lang="en-US" sz="2300" i="1">
                        <a:latin typeface="Cambria Math" panose="02040503050406030204" pitchFamily="18" charset="0"/>
                        <a:cs typeface="Times New Roman" panose="02020603050405020304" pitchFamily="18" charset="0"/>
                        <a:sym typeface="Zapf Dingbats"/>
                      </a:rPr>
                      <m:t>−</m:t>
                    </m:r>
                    <m:sSup>
                      <m:sSupPr>
                        <m:ctrlPr>
                          <a:rPr lang="en-US" sz="2300" i="1">
                            <a:latin typeface="Cambria Math" panose="02040503050406030204" pitchFamily="18" charset="0"/>
                            <a:cs typeface="Times New Roman" panose="02020603050405020304" pitchFamily="18" charset="0"/>
                            <a:sym typeface="Zapf Dingbats"/>
                          </a:rPr>
                        </m:ctrlPr>
                      </m:sSupPr>
                      <m:e>
                        <m:r>
                          <a:rPr lang="en-US" sz="2300" i="1">
                            <a:latin typeface="Cambria Math" panose="02040503050406030204" pitchFamily="18" charset="0"/>
                            <a:cs typeface="Times New Roman" panose="02020603050405020304" pitchFamily="18" charset="0"/>
                            <a:sym typeface="Zapf Dingbats"/>
                          </a:rPr>
                          <m:t>2</m:t>
                        </m:r>
                      </m:e>
                      <m:sup>
                        <m:r>
                          <a:rPr lang="en-US" sz="2300" i="1">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oMath>
                </a14:m>
                <a:endParaRPr lang="en-US" sz="2300" dirty="0">
                  <a:latin typeface="Times New Roman" panose="02020603050405020304" pitchFamily="18" charset="0"/>
                  <a:cs typeface="Times New Roman" panose="02020603050405020304" pitchFamily="18" charset="0"/>
                  <a:sym typeface="Zapf Dingbats"/>
                </a:endParaRPr>
              </a:p>
            </p:txBody>
          </p:sp>
        </mc:Choice>
        <mc:Fallback>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l="-1266" r="-1266"/>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48</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13445431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3248"/>
            <a:ext cx="9144000" cy="857250"/>
          </a:xfrm>
          <a:solidFill>
            <a:srgbClr val="0079BC"/>
          </a:solidFill>
          <a:ln/>
        </p:spPr>
        <p:txBody>
          <a:bodyPr/>
          <a:lstStyle/>
          <a:p>
            <a:pPr algn="l"/>
            <a:r>
              <a:rPr lang="en-US" sz="2800" b="1" dirty="0">
                <a:solidFill>
                  <a:schemeClr val="bg1"/>
                </a:solidFill>
                <a:latin typeface="Arial" pitchFamily="34" charset="0"/>
                <a:cs typeface="Arial" pitchFamily="34" charset="0"/>
              </a:rPr>
              <a:t>Strong Induction</a:t>
            </a:r>
          </a:p>
        </p:txBody>
      </p:sp>
      <mc:AlternateContent xmlns:mc="http://schemas.openxmlformats.org/markup-compatibility/2006">
        <mc:Choice xmlns:a14="http://schemas.microsoft.com/office/drawing/2010/main" Requires="a14">
          <p:sp>
            <p:nvSpPr>
              <p:cNvPr id="7" name="Content Placeholder 2"/>
              <p:cNvSpPr txBox="1">
                <a:spLocks/>
              </p:cNvSpPr>
              <p:nvPr/>
            </p:nvSpPr>
            <p:spPr bwMode="auto">
              <a:xfrm>
                <a:off x="171450" y="1066800"/>
                <a:ext cx="8667750" cy="5181600"/>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sSub>
                        <m:sSubPr>
                          <m:ctrlPr>
                            <a:rPr lang="en-US" sz="2300" b="0" i="1" smtClean="0">
                              <a:latin typeface="Cambria Math" panose="02040503050406030204" pitchFamily="18" charset="0"/>
                              <a:cs typeface="Times New Roman" panose="02020603050405020304" pitchFamily="18" charset="0"/>
                              <a:sym typeface="Zapf Dingbats"/>
                            </a:rPr>
                          </m:ctrlPr>
                        </m:sSubPr>
                        <m:e>
                          <m:r>
                            <a:rPr lang="en-US" sz="2300" b="0" i="1" smtClean="0">
                              <a:latin typeface="Cambria Math" panose="02040503050406030204" pitchFamily="18" charset="0"/>
                              <a:cs typeface="Times New Roman" panose="02020603050405020304" pitchFamily="18" charset="0"/>
                              <a:sym typeface="Zapf Dingbats"/>
                            </a:rPr>
                            <m:t>𝑢</m:t>
                          </m:r>
                        </m:e>
                        <m:sub>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b>
                      </m:sSub>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5(</m:t>
                          </m:r>
                          <m:r>
                            <a:rPr lang="en-US" sz="2300" b="0" i="1" smtClean="0">
                              <a:latin typeface="Cambria Math" panose="02040503050406030204" pitchFamily="18" charset="0"/>
                              <a:cs typeface="Times New Roman" panose="02020603050405020304" pitchFamily="18" charset="0"/>
                              <a:sym typeface="Zapf Dingbats"/>
                            </a:rPr>
                            <m:t>3</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2</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 )−6(</m:t>
                      </m:r>
                      <m:sSup>
                        <m:sSupPr>
                          <m:ctrlPr>
                            <a:rPr lang="en-US" sz="2300" i="1">
                              <a:latin typeface="Cambria Math" panose="02040503050406030204" pitchFamily="18" charset="0"/>
                              <a:cs typeface="Times New Roman" panose="02020603050405020304" pitchFamily="18" charset="0"/>
                              <a:sym typeface="Zapf Dingbats"/>
                            </a:rPr>
                          </m:ctrlPr>
                        </m:sSupPr>
                        <m:e>
                          <m:r>
                            <a:rPr lang="en-US" sz="2300" i="1">
                              <a:latin typeface="Cambria Math" panose="02040503050406030204" pitchFamily="18" charset="0"/>
                              <a:cs typeface="Times New Roman" panose="02020603050405020304" pitchFamily="18" charset="0"/>
                              <a:sym typeface="Zapf Dingbats"/>
                            </a:rPr>
                            <m:t>3</m:t>
                          </m:r>
                        </m:e>
                        <m:sup>
                          <m:r>
                            <a:rPr lang="en-US" sz="2300" i="1">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r>
                        <a:rPr lang="en-US" sz="2300" i="1">
                          <a:latin typeface="Cambria Math" panose="02040503050406030204" pitchFamily="18" charset="0"/>
                          <a:cs typeface="Times New Roman" panose="02020603050405020304" pitchFamily="18" charset="0"/>
                          <a:sym typeface="Zapf Dingbats"/>
                        </a:rPr>
                        <m:t>−</m:t>
                      </m:r>
                      <m:sSup>
                        <m:sSupPr>
                          <m:ctrlPr>
                            <a:rPr lang="en-US" sz="2300" i="1">
                              <a:latin typeface="Cambria Math" panose="02040503050406030204" pitchFamily="18" charset="0"/>
                              <a:cs typeface="Times New Roman" panose="02020603050405020304" pitchFamily="18" charset="0"/>
                              <a:sym typeface="Zapf Dingbats"/>
                            </a:rPr>
                          </m:ctrlPr>
                        </m:sSupPr>
                        <m:e>
                          <m:r>
                            <a:rPr lang="en-US" sz="2300" i="1">
                              <a:latin typeface="Cambria Math" panose="02040503050406030204" pitchFamily="18" charset="0"/>
                              <a:cs typeface="Times New Roman" panose="02020603050405020304" pitchFamily="18" charset="0"/>
                              <a:sym typeface="Zapf Dingbats"/>
                            </a:rPr>
                            <m:t>2</m:t>
                          </m:r>
                        </m:e>
                        <m:sup>
                          <m:r>
                            <a:rPr lang="en-US" sz="2300" i="1">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r>
                        <a:rPr lang="en-US" sz="2300" b="0" i="1" smtClean="0">
                          <a:latin typeface="Cambria Math" panose="02040503050406030204" pitchFamily="18" charset="0"/>
                          <a:cs typeface="Times New Roman" panose="02020603050405020304" pitchFamily="18" charset="0"/>
                          <a:sym typeface="Zapf Dingbats"/>
                        </a:rPr>
                        <m:t>)</m:t>
                      </m:r>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=3⋅</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3</m:t>
                          </m:r>
                        </m:e>
                        <m:sup>
                          <m:r>
                            <a:rPr lang="en-US" sz="2300" b="0" i="1" smtClean="0">
                              <a:latin typeface="Cambria Math" panose="02040503050406030204" pitchFamily="18" charset="0"/>
                              <a:cs typeface="Times New Roman" panose="02020603050405020304" pitchFamily="18" charset="0"/>
                              <a:sym typeface="Zapf Dingbats"/>
                            </a:rPr>
                            <m:t>𝑘</m:t>
                          </m:r>
                        </m:sup>
                      </m:sSup>
                      <m:r>
                        <a:rPr lang="en-US" sz="2300" b="0" i="1" smtClean="0">
                          <a:latin typeface="Cambria Math" panose="02040503050406030204" pitchFamily="18" charset="0"/>
                          <a:cs typeface="Times New Roman" panose="02020603050405020304" pitchFamily="18" charset="0"/>
                          <a:sym typeface="Zapf Dingbats"/>
                        </a:rPr>
                        <m:t>−2⋅</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2</m:t>
                          </m:r>
                        </m:e>
                        <m:sup>
                          <m:r>
                            <a:rPr lang="en-US" sz="2300" b="0" i="1" smtClean="0">
                              <a:latin typeface="Cambria Math" panose="02040503050406030204" pitchFamily="18" charset="0"/>
                              <a:cs typeface="Times New Roman" panose="02020603050405020304" pitchFamily="18" charset="0"/>
                              <a:sym typeface="Zapf Dingbats"/>
                            </a:rPr>
                            <m:t>𝑘</m:t>
                          </m:r>
                        </m:sup>
                      </m:sSup>
                    </m:oMath>
                  </m:oMathPara>
                </a14:m>
                <a:endParaRPr lang="en-US" sz="2300" dirty="0">
                  <a:latin typeface="Times New Roman" panose="02020603050405020304" pitchFamily="18" charset="0"/>
                  <a:cs typeface="Times New Roman" panose="02020603050405020304" pitchFamily="18" charset="0"/>
                  <a:sym typeface="Zapf Dingbats"/>
                </a:endParaRPr>
              </a:p>
              <a:p>
                <a:pPr marL="0" indent="0" algn="just">
                  <a:lnSpc>
                    <a:spcPct val="150000"/>
                  </a:lnSpc>
                  <a:spcBef>
                    <a:spcPts val="0"/>
                  </a:spcBef>
                  <a:buNone/>
                </a:pPr>
                <a14:m>
                  <m:oMathPara xmlns:m="http://schemas.openxmlformats.org/officeDocument/2006/math">
                    <m:oMathParaPr>
                      <m:jc m:val="centerGroup"/>
                    </m:oMathParaPr>
                    <m:oMath xmlns:m="http://schemas.openxmlformats.org/officeDocument/2006/math">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3</m:t>
                          </m:r>
                        </m:e>
                        <m:sup>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r>
                        <a:rPr lang="en-US" sz="2300" b="0" i="1" smtClean="0">
                          <a:latin typeface="Cambria Math" panose="02040503050406030204" pitchFamily="18" charset="0"/>
                          <a:cs typeface="Times New Roman" panose="02020603050405020304" pitchFamily="18" charset="0"/>
                          <a:sym typeface="Zapf Dingbats"/>
                        </a:rPr>
                        <m:t>−</m:t>
                      </m:r>
                      <m:sSup>
                        <m:sSupPr>
                          <m:ctrlPr>
                            <a:rPr lang="en-US" sz="2300" b="0" i="1" smtClean="0">
                              <a:latin typeface="Cambria Math" panose="02040503050406030204" pitchFamily="18" charset="0"/>
                              <a:cs typeface="Times New Roman" panose="02020603050405020304" pitchFamily="18" charset="0"/>
                              <a:sym typeface="Zapf Dingbats"/>
                            </a:rPr>
                          </m:ctrlPr>
                        </m:sSupPr>
                        <m:e>
                          <m:r>
                            <a:rPr lang="en-US" sz="2300" b="0" i="1" smtClean="0">
                              <a:latin typeface="Cambria Math" panose="02040503050406030204" pitchFamily="18" charset="0"/>
                              <a:cs typeface="Times New Roman" panose="02020603050405020304" pitchFamily="18" charset="0"/>
                              <a:sym typeface="Zapf Dingbats"/>
                            </a:rPr>
                            <m:t>2</m:t>
                          </m:r>
                        </m:e>
                        <m:sup>
                          <m:r>
                            <a:rPr lang="en-US" sz="2300" b="0" i="1" smtClean="0">
                              <a:latin typeface="Cambria Math" panose="02040503050406030204" pitchFamily="18" charset="0"/>
                              <a:cs typeface="Times New Roman" panose="02020603050405020304" pitchFamily="18" charset="0"/>
                              <a:sym typeface="Zapf Dingbats"/>
                            </a:rPr>
                            <m:t>𝑘</m:t>
                          </m:r>
                          <m:r>
                            <a:rPr lang="en-US" sz="2300" b="0" i="1" smtClean="0">
                              <a:latin typeface="Cambria Math" panose="02040503050406030204" pitchFamily="18" charset="0"/>
                              <a:cs typeface="Times New Roman" panose="02020603050405020304" pitchFamily="18" charset="0"/>
                              <a:sym typeface="Zapf Dingbats"/>
                            </a:rPr>
                            <m:t>+1</m:t>
                          </m:r>
                        </m:sup>
                      </m:sSup>
                    </m:oMath>
                  </m:oMathPara>
                </a14:m>
                <a:endParaRPr lang="en-US" sz="2300" dirty="0">
                  <a:latin typeface="Times New Roman" panose="02020603050405020304" pitchFamily="18" charset="0"/>
                  <a:cs typeface="Times New Roman" panose="02020603050405020304" pitchFamily="18" charset="0"/>
                  <a:sym typeface="Zapf Dingbats"/>
                </a:endParaRPr>
              </a:p>
            </p:txBody>
          </p:sp>
        </mc:Choice>
        <mc:Fallback>
          <p:sp>
            <p:nvSpPr>
              <p:cNvPr id="7" name="Content Placeholder 2"/>
              <p:cNvSpPr txBox="1">
                <a:spLocks noRot="1" noChangeAspect="1" noMove="1" noResize="1" noEditPoints="1" noAdjustHandles="1" noChangeArrowheads="1" noChangeShapeType="1" noTextEdit="1"/>
              </p:cNvSpPr>
              <p:nvPr/>
            </p:nvSpPr>
            <p:spPr bwMode="auto">
              <a:xfrm>
                <a:off x="171450" y="1066800"/>
                <a:ext cx="8667750" cy="5181600"/>
              </a:xfrm>
              <a:prstGeom prst="rect">
                <a:avLst/>
              </a:prstGeom>
              <a:blipFill>
                <a:blip r:embed="rId3"/>
                <a:stretch>
                  <a:fillRect/>
                </a:stretch>
              </a:blipFill>
              <a:ln w="9525">
                <a:noFill/>
                <a:miter lim="800000"/>
                <a:headEnd/>
                <a:tailEnd/>
              </a:ln>
              <a:effectLst/>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C0790F49-8A6F-BEE7-72E7-B3901747ECEA}"/>
              </a:ext>
            </a:extLst>
          </p:cNvPr>
          <p:cNvSpPr>
            <a:spLocks noGrp="1"/>
          </p:cNvSpPr>
          <p:nvPr>
            <p:ph type="sldNum" sz="quarter" idx="10"/>
          </p:nvPr>
        </p:nvSpPr>
        <p:spPr>
          <a:xfrm>
            <a:off x="0" y="6180826"/>
            <a:ext cx="9144000" cy="357188"/>
          </a:xfrm>
        </p:spPr>
        <p:txBody>
          <a:bodyPr/>
          <a:lstStyle/>
          <a:p>
            <a:fld id="{E765331A-FB16-4349-BB1E-9292E7905A34}" type="slidenum">
              <a:rPr lang="en-US" sz="1600" b="1" smtClean="0">
                <a:latin typeface="Bookman Old Style" panose="02050604050505020204" pitchFamily="18" charset="0"/>
              </a:rPr>
              <a:pPr/>
              <a:t>49</a:t>
            </a:fld>
            <a:endParaRPr lang="en-US" sz="1600" b="1" dirty="0">
              <a:latin typeface="Bookman Old Style" panose="02050604050505020204" pitchFamily="18" charset="0"/>
            </a:endParaRPr>
          </a:p>
        </p:txBody>
      </p:sp>
    </p:spTree>
    <p:extLst>
      <p:ext uri="{BB962C8B-B14F-4D97-AF65-F5344CB8AC3E}">
        <p14:creationId xmlns:p14="http://schemas.microsoft.com/office/powerpoint/2010/main" val="4222021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21196</TotalTime>
  <Words>2500</Words>
  <Application>Microsoft Office PowerPoint</Application>
  <PresentationFormat>On-screen Show (4:3)</PresentationFormat>
  <Paragraphs>418</Paragraphs>
  <Slides>49</Slides>
  <Notes>49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6" baseType="lpstr">
      <vt:lpstr>Arial</vt:lpstr>
      <vt:lpstr>Bookman Old Style</vt:lpstr>
      <vt:lpstr>Cambria Math</vt:lpstr>
      <vt:lpstr>Times New Roman</vt:lpstr>
      <vt:lpstr>Verdana</vt:lpstr>
      <vt:lpstr>1_Default Design</vt:lpstr>
      <vt:lpstr>CorelDRAW</vt:lpstr>
      <vt:lpstr>Generating Functions, Inclusion &amp; Exclusion Principles, Mathematical Induction</vt:lpstr>
      <vt:lpstr>Definition</vt:lpstr>
      <vt:lpstr>Problem</vt:lpstr>
      <vt:lpstr>Problem</vt:lpstr>
      <vt:lpstr>Problem</vt:lpstr>
      <vt:lpstr>Problem</vt:lpstr>
      <vt:lpstr>Problem</vt:lpstr>
      <vt:lpstr>Problem</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Inclusion and exclusion principle</vt:lpstr>
      <vt:lpstr>Pigeonhole Principle</vt:lpstr>
      <vt:lpstr>Pigeonhole Principle</vt:lpstr>
      <vt:lpstr>Pigeonhole Principle</vt:lpstr>
      <vt:lpstr>Pigeonhole Principle</vt:lpstr>
      <vt:lpstr>Pigeonhole Principle</vt:lpstr>
      <vt:lpstr>Pigeonhole Principle</vt:lpstr>
      <vt:lpstr>Pigeonhole Principle</vt:lpstr>
      <vt:lpstr>Mathematical Induction</vt:lpstr>
      <vt:lpstr>Mathematical Induction</vt:lpstr>
      <vt:lpstr>Mathematical Induction</vt:lpstr>
      <vt:lpstr>Mathematical Induction</vt:lpstr>
      <vt:lpstr>Strong Induction</vt:lpstr>
      <vt:lpstr>Strong Induction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SENTHIL KUMAR</dc:creator>
  <cp:lastModifiedBy>Rajalaxmi Tm</cp:lastModifiedBy>
  <cp:revision>3702</cp:revision>
  <cp:lastPrinted>2025-07-09T11:40:31Z</cp:lastPrinted>
  <dcterms:created xsi:type="dcterms:W3CDTF">2006-09-22T10:59:01Z</dcterms:created>
  <dcterms:modified xsi:type="dcterms:W3CDTF">2025-10-14T07:47:05Z</dcterms:modified>
</cp:coreProperties>
</file>