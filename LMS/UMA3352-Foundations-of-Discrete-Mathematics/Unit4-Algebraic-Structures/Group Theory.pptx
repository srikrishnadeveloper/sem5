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6"/>
  </p:notesMasterIdLst>
  <p:handoutMasterIdLst>
    <p:handoutMasterId r:id="rId27"/>
  </p:handoutMasterIdLst>
  <p:sldIdLst>
    <p:sldId id="631" r:id="rId2"/>
    <p:sldId id="665" r:id="rId3"/>
    <p:sldId id="667" r:id="rId4"/>
    <p:sldId id="668" r:id="rId5"/>
    <p:sldId id="669" r:id="rId6"/>
    <p:sldId id="670" r:id="rId7"/>
    <p:sldId id="671" r:id="rId8"/>
    <p:sldId id="672" r:id="rId9"/>
    <p:sldId id="673" r:id="rId10"/>
    <p:sldId id="674" r:id="rId11"/>
    <p:sldId id="675" r:id="rId12"/>
    <p:sldId id="676" r:id="rId13"/>
    <p:sldId id="677" r:id="rId14"/>
    <p:sldId id="678" r:id="rId15"/>
    <p:sldId id="679" r:id="rId16"/>
    <p:sldId id="680" r:id="rId17"/>
    <p:sldId id="681" r:id="rId18"/>
    <p:sldId id="682" r:id="rId19"/>
    <p:sldId id="683" r:id="rId20"/>
    <p:sldId id="684" r:id="rId21"/>
    <p:sldId id="685" r:id="rId22"/>
    <p:sldId id="686" r:id="rId23"/>
    <p:sldId id="687" r:id="rId24"/>
    <p:sldId id="640" r:id="rId2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90B0D4"/>
    <a:srgbClr val="B4593C"/>
    <a:srgbClr val="0066CC"/>
    <a:srgbClr val="547B9C"/>
    <a:srgbClr val="C0309A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DFC52-9F1E-4482-8A43-4ECCEAF48F84}" v="2327" dt="2025-07-07T07:08:3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332" autoAdjust="0"/>
  </p:normalViewPr>
  <p:slideViewPr>
    <p:cSldViewPr>
      <p:cViewPr>
        <p:scale>
          <a:sx n="80" d="100"/>
          <a:sy n="80" d="100"/>
        </p:scale>
        <p:origin x="852" y="-1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xmi Tm" userId="07d615e3-8cfe-4aec-8adf-6f27dc561784" providerId="ADAL" clId="{F5FDFC52-9F1E-4482-8A43-4ECCEAF48F84}"/>
    <pc:docChg chg="custSel addSld modSld modMainMaster modNotesMaster">
      <pc:chgData name="Rajalaxmi Tm" userId="07d615e3-8cfe-4aec-8adf-6f27dc561784" providerId="ADAL" clId="{F5FDFC52-9F1E-4482-8A43-4ECCEAF48F84}" dt="2025-07-07T07:08:37.635" v="2999" actId="113"/>
      <pc:docMkLst>
        <pc:docMk/>
      </pc:docMkLst>
      <pc:sldChg chg="modSp mod modNotes">
        <pc:chgData name="Rajalaxmi Tm" userId="07d615e3-8cfe-4aec-8adf-6f27dc561784" providerId="ADAL" clId="{F5FDFC52-9F1E-4482-8A43-4ECCEAF48F84}" dt="2025-07-07T04:25:27.291" v="35" actId="20577"/>
        <pc:sldMkLst>
          <pc:docMk/>
          <pc:sldMk cId="1053448063" sldId="631"/>
        </pc:sldMkLst>
        <pc:spChg chg="mod">
          <ac:chgData name="Rajalaxmi Tm" userId="07d615e3-8cfe-4aec-8adf-6f27dc561784" providerId="ADAL" clId="{F5FDFC52-9F1E-4482-8A43-4ECCEAF48F84}" dt="2025-07-07T04:25:27.291" v="35" actId="20577"/>
          <ac:spMkLst>
            <pc:docMk/>
            <pc:sldMk cId="1053448063" sldId="631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k cId="1053448063" sldId="631"/>
            <ac:spMk id="278530" creationId="{00000000-0000-0000-0000-000000000000}"/>
          </ac:spMkLst>
        </pc:spChg>
      </pc:sldChg>
      <pc:sldChg chg="delSp modSp mod modNotes">
        <pc:chgData name="Rajalaxmi Tm" userId="07d615e3-8cfe-4aec-8adf-6f27dc561784" providerId="ADAL" clId="{F5FDFC52-9F1E-4482-8A43-4ECCEAF48F84}" dt="2025-07-07T05:01:40.523" v="971" actId="113"/>
        <pc:sldMkLst>
          <pc:docMk/>
          <pc:sldMk cId="733264316" sldId="632"/>
        </pc:sldMkLst>
        <pc:spChg chg="mod">
          <ac:chgData name="Rajalaxmi Tm" userId="07d615e3-8cfe-4aec-8adf-6f27dc561784" providerId="ADAL" clId="{F5FDFC52-9F1E-4482-8A43-4ECCEAF48F84}" dt="2025-07-07T05:01:40.523" v="971" actId="113"/>
          <ac:spMkLst>
            <pc:docMk/>
            <pc:sldMk cId="733264316" sldId="632"/>
            <ac:spMk id="2" creationId="{7B6EA86C-E085-A00A-9709-3840D71DE022}"/>
          </ac:spMkLst>
        </pc:spChg>
        <pc:spChg chg="mod">
          <ac:chgData name="Rajalaxmi Tm" userId="07d615e3-8cfe-4aec-8adf-6f27dc561784" providerId="ADAL" clId="{F5FDFC52-9F1E-4482-8A43-4ECCEAF48F84}" dt="2025-07-07T04:55:16.003" v="625" actId="113"/>
          <ac:spMkLst>
            <pc:docMk/>
            <pc:sldMk cId="733264316" sldId="632"/>
            <ac:spMk id="7" creationId="{00000000-0000-0000-0000-000000000000}"/>
          </ac:spMkLst>
        </pc:spChg>
        <pc:spChg chg="del mod">
          <ac:chgData name="Rajalaxmi Tm" userId="07d615e3-8cfe-4aec-8adf-6f27dc561784" providerId="ADAL" clId="{F5FDFC52-9F1E-4482-8A43-4ECCEAF48F84}" dt="2025-07-07T04:26:04.744" v="60" actId="478"/>
          <ac:spMkLst>
            <pc:docMk/>
            <pc:sldMk cId="733264316" sldId="632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56.928" v="59" actId="20577"/>
          <ac:spMkLst>
            <pc:docMk/>
            <pc:sldMk cId="733264316" sldId="632"/>
            <ac:spMk id="278530" creationId="{00000000-0000-0000-0000-000000000000}"/>
          </ac:spMkLst>
        </pc:spChg>
      </pc:sldChg>
      <pc:sldChg chg="modSp mod">
        <pc:chgData name="Rajalaxmi Tm" userId="07d615e3-8cfe-4aec-8adf-6f27dc561784" providerId="ADAL" clId="{F5FDFC52-9F1E-4482-8A43-4ECCEAF48F84}" dt="2025-07-07T05:31:05.150" v="1912" actId="207"/>
        <pc:sldMkLst>
          <pc:docMk/>
          <pc:sldMk cId="1592017103" sldId="640"/>
        </pc:sldMkLst>
        <pc:spChg chg="mod">
          <ac:chgData name="Rajalaxmi Tm" userId="07d615e3-8cfe-4aec-8adf-6f27dc561784" providerId="ADAL" clId="{F5FDFC52-9F1E-4482-8A43-4ECCEAF48F84}" dt="2025-07-07T05:31:05.150" v="1912" actId="207"/>
          <ac:spMkLst>
            <pc:docMk/>
            <pc:sldMk cId="1592017103" sldId="640"/>
            <ac:spMk id="2" creationId="{C2911B4B-43F1-4A79-97B5-ACD47DFBF948}"/>
          </ac:spMkLst>
        </pc:spChg>
      </pc:sldChg>
      <pc:sldChg chg="modSp add mod">
        <pc:chgData name="Rajalaxmi Tm" userId="07d615e3-8cfe-4aec-8adf-6f27dc561784" providerId="ADAL" clId="{F5FDFC52-9F1E-4482-8A43-4ECCEAF48F84}" dt="2025-07-07T05:01:46.878" v="973" actId="113"/>
        <pc:sldMkLst>
          <pc:docMk/>
          <pc:sldMk cId="3243231708" sldId="641"/>
        </pc:sldMkLst>
        <pc:spChg chg="mod">
          <ac:chgData name="Rajalaxmi Tm" userId="07d615e3-8cfe-4aec-8adf-6f27dc561784" providerId="ADAL" clId="{F5FDFC52-9F1E-4482-8A43-4ECCEAF48F84}" dt="2025-07-07T05:01:46.878" v="973" actId="113"/>
          <ac:spMkLst>
            <pc:docMk/>
            <pc:sldMk cId="3243231708" sldId="641"/>
            <ac:spMk id="2" creationId="{06F5E048-A8EC-75B9-CEB4-34E8FDDBA7ED}"/>
          </ac:spMkLst>
        </pc:spChg>
        <pc:spChg chg="mod">
          <ac:chgData name="Rajalaxmi Tm" userId="07d615e3-8cfe-4aec-8adf-6f27dc561784" providerId="ADAL" clId="{F5FDFC52-9F1E-4482-8A43-4ECCEAF48F84}" dt="2025-07-07T04:57:04.234" v="739" actId="6549"/>
          <ac:spMkLst>
            <pc:docMk/>
            <pc:sldMk cId="3243231708" sldId="641"/>
            <ac:spMk id="7" creationId="{00000000-0000-0000-0000-000000000000}"/>
          </ac:spMkLst>
        </pc:spChg>
      </pc:sldChg>
      <pc:sldChg chg="modSp add mod modAnim">
        <pc:chgData name="Rajalaxmi Tm" userId="07d615e3-8cfe-4aec-8adf-6f27dc561784" providerId="ADAL" clId="{F5FDFC52-9F1E-4482-8A43-4ECCEAF48F84}" dt="2025-07-07T05:01:53.194" v="975" actId="113"/>
        <pc:sldMkLst>
          <pc:docMk/>
          <pc:sldMk cId="37369295" sldId="642"/>
        </pc:sldMkLst>
        <pc:spChg chg="mod">
          <ac:chgData name="Rajalaxmi Tm" userId="07d615e3-8cfe-4aec-8adf-6f27dc561784" providerId="ADAL" clId="{F5FDFC52-9F1E-4482-8A43-4ECCEAF48F84}" dt="2025-07-07T05:01:53.194" v="975" actId="113"/>
          <ac:spMkLst>
            <pc:docMk/>
            <pc:sldMk cId="37369295" sldId="642"/>
            <ac:spMk id="2" creationId="{C0790F49-8A6F-BEE7-72E7-B3901747ECEA}"/>
          </ac:spMkLst>
        </pc:spChg>
        <pc:spChg chg="mod">
          <ac:chgData name="Rajalaxmi Tm" userId="07d615e3-8cfe-4aec-8adf-6f27dc561784" providerId="ADAL" clId="{F5FDFC52-9F1E-4482-8A43-4ECCEAF48F84}" dt="2025-07-07T05:00:12.699" v="962" actId="33524"/>
          <ac:spMkLst>
            <pc:docMk/>
            <pc:sldMk cId="37369295" sldId="642"/>
            <ac:spMk id="7" creationId="{00000000-0000-0000-0000-000000000000}"/>
          </ac:spMkLst>
        </pc:spChg>
      </pc:sldChg>
      <pc:sldChg chg="modSp add modAnim">
        <pc:chgData name="Rajalaxmi Tm" userId="07d615e3-8cfe-4aec-8adf-6f27dc561784" providerId="ADAL" clId="{F5FDFC52-9F1E-4482-8A43-4ECCEAF48F84}" dt="2025-07-07T05:23:13.419" v="1701" actId="20577"/>
        <pc:sldMkLst>
          <pc:docMk/>
          <pc:sldMk cId="1062091573" sldId="643"/>
        </pc:sldMkLst>
        <pc:spChg chg="mod">
          <ac:chgData name="Rajalaxmi Tm" userId="07d615e3-8cfe-4aec-8adf-6f27dc561784" providerId="ADAL" clId="{F5FDFC52-9F1E-4482-8A43-4ECCEAF48F84}" dt="2025-07-07T05:23:13.419" v="1701" actId="20577"/>
          <ac:spMkLst>
            <pc:docMk/>
            <pc:sldMk cId="1062091573" sldId="643"/>
            <ac:spMk id="7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5:30:29.199" v="1905"/>
        <pc:sldMkLst>
          <pc:docMk/>
          <pc:sldMk cId="3506678138" sldId="644"/>
        </pc:sldMkLst>
        <pc:spChg chg="mod">
          <ac:chgData name="Rajalaxmi Tm" userId="07d615e3-8cfe-4aec-8adf-6f27dc561784" providerId="ADAL" clId="{F5FDFC52-9F1E-4482-8A43-4ECCEAF48F84}" dt="2025-07-07T05:29:49.303" v="1898" actId="20577"/>
          <ac:spMkLst>
            <pc:docMk/>
            <pc:sldMk cId="3506678138" sldId="644"/>
            <ac:spMk id="7" creationId="{00000000-0000-0000-0000-000000000000}"/>
          </ac:spMkLst>
        </pc:spChg>
        <pc:graphicFrameChg chg="add mod modGraphic">
          <ac:chgData name="Rajalaxmi Tm" userId="07d615e3-8cfe-4aec-8adf-6f27dc561784" providerId="ADAL" clId="{F5FDFC52-9F1E-4482-8A43-4ECCEAF48F84}" dt="2025-07-07T05:24:32.290" v="1725" actId="20577"/>
          <ac:graphicFrameMkLst>
            <pc:docMk/>
            <pc:sldMk cId="3506678138" sldId="644"/>
            <ac:graphicFrameMk id="3" creationId="{481CFE5A-F4EF-E185-3216-7131D3607D39}"/>
          </ac:graphicFrameMkLst>
        </pc:graphicFrameChg>
      </pc:sldChg>
      <pc:sldChg chg="delSp modSp add mod modAnim">
        <pc:chgData name="Rajalaxmi Tm" userId="07d615e3-8cfe-4aec-8adf-6f27dc561784" providerId="ADAL" clId="{F5FDFC52-9F1E-4482-8A43-4ECCEAF48F84}" dt="2025-07-07T06:54:01.629" v="2200"/>
        <pc:sldMkLst>
          <pc:docMk/>
          <pc:sldMk cId="2456599368" sldId="645"/>
        </pc:sldMkLst>
        <pc:spChg chg="mod">
          <ac:chgData name="Rajalaxmi Tm" userId="07d615e3-8cfe-4aec-8adf-6f27dc561784" providerId="ADAL" clId="{F5FDFC52-9F1E-4482-8A43-4ECCEAF48F84}" dt="2025-07-07T06:53:50.767" v="2198" actId="20577"/>
          <ac:spMkLst>
            <pc:docMk/>
            <pc:sldMk cId="2456599368" sldId="645"/>
            <ac:spMk id="7" creationId="{00000000-0000-0000-0000-000000000000}"/>
          </ac:spMkLst>
        </pc:spChg>
        <pc:graphicFrameChg chg="del">
          <ac:chgData name="Rajalaxmi Tm" userId="07d615e3-8cfe-4aec-8adf-6f27dc561784" providerId="ADAL" clId="{F5FDFC52-9F1E-4482-8A43-4ECCEAF48F84}" dt="2025-07-07T06:50:06.303" v="1914" actId="478"/>
          <ac:graphicFrameMkLst>
            <pc:docMk/>
            <pc:sldMk cId="2456599368" sldId="645"/>
            <ac:graphicFrameMk id="3" creationId="{481CFE5A-F4EF-E185-3216-7131D3607D39}"/>
          </ac:graphicFrameMkLst>
        </pc:graphicFrameChg>
      </pc:sldChg>
      <pc:sldChg chg="modSp add modAnim">
        <pc:chgData name="Rajalaxmi Tm" userId="07d615e3-8cfe-4aec-8adf-6f27dc561784" providerId="ADAL" clId="{F5FDFC52-9F1E-4482-8A43-4ECCEAF48F84}" dt="2025-07-07T07:00:37.209" v="2631" actId="113"/>
        <pc:sldMkLst>
          <pc:docMk/>
          <pc:sldMk cId="669036708" sldId="646"/>
        </pc:sldMkLst>
        <pc:spChg chg="mod">
          <ac:chgData name="Rajalaxmi Tm" userId="07d615e3-8cfe-4aec-8adf-6f27dc561784" providerId="ADAL" clId="{F5FDFC52-9F1E-4482-8A43-4ECCEAF48F84}" dt="2025-07-07T07:00:37.209" v="2631" actId="113"/>
          <ac:spMkLst>
            <pc:docMk/>
            <pc:sldMk cId="669036708" sldId="646"/>
            <ac:spMk id="7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6:55:31.584" v="2234" actId="20577"/>
          <ac:spMkLst>
            <pc:docMk/>
            <pc:sldMk cId="669036708" sldId="646"/>
            <ac:spMk id="278530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7:08:37.635" v="2999" actId="113"/>
        <pc:sldMkLst>
          <pc:docMk/>
          <pc:sldMk cId="2124179861" sldId="647"/>
        </pc:sldMkLst>
        <pc:spChg chg="add mod">
          <ac:chgData name="Rajalaxmi Tm" userId="07d615e3-8cfe-4aec-8adf-6f27dc561784" providerId="ADAL" clId="{F5FDFC52-9F1E-4482-8A43-4ECCEAF48F84}" dt="2025-07-07T07:05:31.974" v="2811" actId="13822"/>
          <ac:spMkLst>
            <pc:docMk/>
            <pc:sldMk cId="2124179861" sldId="647"/>
            <ac:spMk id="3" creationId="{5628DFB5-176A-2380-8443-C28BE827C8B1}"/>
          </ac:spMkLst>
        </pc:spChg>
        <pc:spChg chg="add mod">
          <ac:chgData name="Rajalaxmi Tm" userId="07d615e3-8cfe-4aec-8adf-6f27dc561784" providerId="ADAL" clId="{F5FDFC52-9F1E-4482-8A43-4ECCEAF48F84}" dt="2025-07-07T07:05:52.485" v="2817" actId="1076"/>
          <ac:spMkLst>
            <pc:docMk/>
            <pc:sldMk cId="2124179861" sldId="647"/>
            <ac:spMk id="4" creationId="{D00CAEC3-9601-EBE9-B5FC-5858FD5A361B}"/>
          </ac:spMkLst>
        </pc:spChg>
        <pc:spChg chg="mod">
          <ac:chgData name="Rajalaxmi Tm" userId="07d615e3-8cfe-4aec-8adf-6f27dc561784" providerId="ADAL" clId="{F5FDFC52-9F1E-4482-8A43-4ECCEAF48F84}" dt="2025-07-07T07:08:37.635" v="2999" actId="113"/>
          <ac:spMkLst>
            <pc:docMk/>
            <pc:sldMk cId="2124179861" sldId="647"/>
            <ac:spMk id="7" creationId="{00000000-0000-0000-0000-000000000000}"/>
          </ac:spMkLst>
        </pc:spChg>
      </pc:sldChg>
      <pc:sldMasterChg chg="modSp modSldLayout">
        <pc:chgData name="Rajalaxmi Tm" userId="07d615e3-8cfe-4aec-8adf-6f27dc561784" providerId="ADAL" clId="{F5FDFC52-9F1E-4482-8A43-4ECCEAF48F84}" dt="2025-07-07T04:25:02.735" v="3"/>
        <pc:sldMasterMkLst>
          <pc:docMk/>
          <pc:sldMasterMk cId="0" sldId="2147483650"/>
        </pc:sldMasterMkLst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2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3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5" creationId="{00000000-0000-0000-0000-000000000000}"/>
          </ac:spMkLst>
        </pc:spChg>
        <pc:graphicFrameChg chg="mod">
          <ac:chgData name="Rajalaxmi Tm" userId="07d615e3-8cfe-4aec-8adf-6f27dc561784" providerId="ADAL" clId="{F5FDFC52-9F1E-4482-8A43-4ECCEAF48F84}" dt="2025-07-07T04:25:02.735" v="3"/>
          <ac:graphicFrameMkLst>
            <pc:docMk/>
            <pc:sldMasterMk cId="0" sldId="2147483650"/>
            <ac:graphicFrameMk id="10244" creationId="{00000000-0000-0000-0000-000000000000}"/>
          </ac:graphicFrameMkLst>
        </pc:graphicFrame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7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8" creationId="{00000000-0000-0000-0000-000000000000}"/>
            </ac:spMkLst>
          </pc:spChg>
          <pc:picChg chg="mod">
            <ac:chgData name="Rajalaxmi Tm" userId="07d615e3-8cfe-4aec-8adf-6f27dc561784" providerId="ADAL" clId="{F5FDFC52-9F1E-4482-8A43-4ECCEAF48F84}" dt="2025-07-07T04:25:02.735" v="3"/>
            <ac:picMkLst>
              <pc:docMk/>
              <pc:sldMasterMk cId="0" sldId="2147483650"/>
              <pc:sldLayoutMk cId="0" sldId="2147483651"/>
              <ac:picMk id="11266" creationId="{00000000-0000-0000-0000-000000000000}"/>
            </ac:picMkLst>
          </pc:pic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5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4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5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6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8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9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2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33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33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3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572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3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4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528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709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470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474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496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54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161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479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471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01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614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138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6568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7444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0261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0795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6021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709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0101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7164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70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724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2" indent="0">
              <a:buNone/>
              <a:defRPr sz="1350"/>
            </a:lvl2pPr>
            <a:lvl3pPr marL="685783" indent="0">
              <a:buNone/>
              <a:defRPr sz="1200"/>
            </a:lvl3pPr>
            <a:lvl4pPr marL="1028675" indent="0">
              <a:buNone/>
              <a:defRPr sz="1050"/>
            </a:lvl4pPr>
            <a:lvl5pPr marL="1371566" indent="0">
              <a:buNone/>
              <a:defRPr sz="1050"/>
            </a:lvl5pPr>
            <a:lvl6pPr marL="1714457" indent="0">
              <a:buNone/>
              <a:defRPr sz="1050"/>
            </a:lvl6pPr>
            <a:lvl7pPr marL="2057348" indent="0">
              <a:buNone/>
              <a:defRPr sz="1050"/>
            </a:lvl7pPr>
            <a:lvl8pPr marL="2400240" indent="0">
              <a:buNone/>
              <a:defRPr sz="1050"/>
            </a:lvl8pPr>
            <a:lvl9pPr marL="2743132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61710"/>
              </p:ext>
            </p:extLst>
          </p:nvPr>
        </p:nvGraphicFramePr>
        <p:xfrm>
          <a:off x="3" y="6117460"/>
          <a:ext cx="9143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" y="6117460"/>
                        <a:ext cx="9143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03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795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686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577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148590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Algebraic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3200402"/>
            <a:ext cx="685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1" dirty="0">
                <a:solidFill>
                  <a:srgbClr val="0066CC"/>
                </a:solidFill>
              </a:rPr>
              <a:t>by</a:t>
            </a:r>
          </a:p>
          <a:p>
            <a:pPr algn="ctr"/>
            <a:endParaRPr lang="en-US" sz="1800" b="1" dirty="0">
              <a:solidFill>
                <a:srgbClr val="0066CC"/>
              </a:solidFill>
            </a:endParaRP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Dr. T. M. Rajalaxmi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Assistant Professor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Department of Mathematics</a:t>
            </a:r>
            <a:endParaRPr lang="en-US" sz="1200" b="1" dirty="0">
              <a:solidFill>
                <a:srgbClr val="0066C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D81AE-9945-6436-86F2-E6639788E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65331A-FB16-4349-BB1E-9292E7905A3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Definition: Binary Operation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non-empty set.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 binary operation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function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∗: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→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image of any ordered pair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of elements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under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denoted by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2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14557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Definition: Closed Operation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 binary operation is said to be closed on a non empty set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∀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(closure property)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e.g.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ℕ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closed with respect to addition and multiplication</a:t>
                </a: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 r="-13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3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56256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Definition: Algebraic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 set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with one or more binary operations defined on it is called an algebraic system.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e.g.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ℕ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, +, 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x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;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ℤ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,+,−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;(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ℝ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, +,⋅,−)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 r="-76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4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31754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Commutative: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binary operation on a set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operation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commutative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if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,   ∀ 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, 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Associativity: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operation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associative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if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𝑐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∗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𝑏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∗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𝑐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,   ∀ 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, 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,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𝑐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5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71815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Identity: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For an algebraic system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an element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identity element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∀ 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Inverse: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an algebraic system with identity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 element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inverse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if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operation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inverse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if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6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2994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Identity: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For an algebraic system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an element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identity element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∀ 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∈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𝐴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Inverse: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an algebraic system with identity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 element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inverse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if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operation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inverse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if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𝑏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7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78114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Semigroup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An algebraic system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 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a semi group if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1.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closed operation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2.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associative operation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∀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e.g.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ℕ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+)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semigroup.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ℤ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−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not semigroup.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8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0245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Monoid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An algebraic system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 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a Monoid if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1.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closed operation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2.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associative operation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∀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𝑐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3. There is an identity element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ℤ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+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ℤ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ℕ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+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not a monoid.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9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85172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Commutative semigroup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 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semigroup.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It is said to be a commutative semigroup if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satisfies the commutative property.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ℕ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+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ℕ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ℤ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+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10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984479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Cyclic Monoid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 Monoid is said to be cyclic monoid if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∃ 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∋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every element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𝑀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can be written as some power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ℕ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 such case, the cyclic monoid is said to be generated by the element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called the generator of Monoid.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e.g.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𝐸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1, 2,4,8,…</m:t>
                        </m:r>
                      </m:e>
                    </m:d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𝐸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={1, 2, 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3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,…}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𝐸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m:rPr>
                        <m:sty m:val="p"/>
                      </m:rPr>
                      <a:rPr lang="en-US" sz="1800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) is a cyclic monoid.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 r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11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749182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Theorem: Every cyclic monoid is commutative.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Proof: 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cyclic monoid whose generator is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Then for any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𝑦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𝑦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𝑛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𝑦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𝑚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𝑚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+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𝑛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𝑚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𝑦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𝑥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commutative.</a:t>
                </a: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12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250446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7145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Give an example to any semi group can be extended to a monoid by adjoining an identity element.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13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25511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Give an example to any semi group can be extended to a monoid by adjoining an identity element.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Solution: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𝑁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={1, 2,…}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not monoid under addition. Since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∉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ℕ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By including 0 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ℕ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we get the new set which is clearly monoid.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 r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14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61814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An algebraic system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 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a group if the following conditions are satisfied.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1.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closed operation.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2.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associative operation.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3. There is an identity element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4. Every element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has inverse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e.g.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ℤ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,+)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ℝ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,⋅)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𝑀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nonsingular matrices of order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𝑛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𝑀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group with respect to matrix multiplication. </a:t>
                </a: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 r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15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08111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Abelian 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 group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 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abelian group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∀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e.g.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={1, −1}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under multiplication.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Closure: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−1=−1∈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cs typeface="Arial" panose="020B0604020202020204" pitchFamily="34" charset="0"/>
                    <a:sym typeface="Zapf Dingbats"/>
                  </a:rPr>
                  <a:t>Associative: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  <m:r>
                          <a:rPr lang="en-US" sz="180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1=−1</m:t>
                    </m:r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1=−1;   1</m:t>
                    </m:r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  <m:r>
                          <a:rPr lang="en-US" sz="180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=−1</m:t>
                    </m:r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1=−1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Identity: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1=1;  −1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1=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−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Inverse: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1=1;  −1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−1=1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inverse of 1 is 1 itself and inverse of -1 is -1 itself.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Commutative: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−1=−1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x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1=−1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16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87431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Multiplication of Modulo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Cayley Table                                                                                  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                  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8≡1(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mod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7)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means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                  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8−1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divisible by 7</a:t>
                </a: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 r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17</a:t>
            </a:fld>
            <a:endParaRPr 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7">
                <a:extLst>
                  <a:ext uri="{FF2B5EF4-FFF2-40B4-BE49-F238E27FC236}">
                    <a16:creationId xmlns:a16="http://schemas.microsoft.com/office/drawing/2014/main" id="{1EFE82EC-2ADE-8DF5-E5D5-D87B18531B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910760"/>
                  </p:ext>
                </p:extLst>
              </p:nvPr>
            </p:nvGraphicFramePr>
            <p:xfrm>
              <a:off x="285750" y="2459355"/>
              <a:ext cx="60960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403491334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72130802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17611776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475623358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672364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0679776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30072165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513947477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730844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3550716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18336864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0437734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6262059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5454156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0052397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34314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7">
                <a:extLst>
                  <a:ext uri="{FF2B5EF4-FFF2-40B4-BE49-F238E27FC236}">
                    <a16:creationId xmlns:a16="http://schemas.microsoft.com/office/drawing/2014/main" id="{1EFE82EC-2ADE-8DF5-E5D5-D87B18531B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910760"/>
                  </p:ext>
                </p:extLst>
              </p:nvPr>
            </p:nvGraphicFramePr>
            <p:xfrm>
              <a:off x="285750" y="2459355"/>
              <a:ext cx="60960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403491334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72130802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17611776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475623358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672364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0679776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30072165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513947477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800" t="-2174" r="-702400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730844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3550716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18336864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0437734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6262059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5454156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0052397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34314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161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BEA15B3-F29E-87A5-F435-704042E22530}"/>
              </a:ext>
            </a:extLst>
          </p:cNvPr>
          <p:cNvSpPr/>
          <p:nvPr/>
        </p:nvSpPr>
        <p:spPr>
          <a:xfrm>
            <a:off x="3543300" y="3886200"/>
            <a:ext cx="342900" cy="228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Multiplication of Modulo 7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7145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Cayley Table                                                                           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                                                                                                     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18</a:t>
            </a:fld>
            <a:endParaRPr 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7">
                <a:extLst>
                  <a:ext uri="{FF2B5EF4-FFF2-40B4-BE49-F238E27FC236}">
                    <a16:creationId xmlns:a16="http://schemas.microsoft.com/office/drawing/2014/main" id="{1EFE82EC-2ADE-8DF5-E5D5-D87B18531B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2230103"/>
                  </p:ext>
                </p:extLst>
              </p:nvPr>
            </p:nvGraphicFramePr>
            <p:xfrm>
              <a:off x="285750" y="2459355"/>
              <a:ext cx="60960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403491334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72130802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17611776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475623358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672364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0679776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30072165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513947477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730844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3550716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18336864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0437734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6262059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5454156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0052397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34314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7">
                <a:extLst>
                  <a:ext uri="{FF2B5EF4-FFF2-40B4-BE49-F238E27FC236}">
                    <a16:creationId xmlns:a16="http://schemas.microsoft.com/office/drawing/2014/main" id="{1EFE82EC-2ADE-8DF5-E5D5-D87B18531B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2230103"/>
                  </p:ext>
                </p:extLst>
              </p:nvPr>
            </p:nvGraphicFramePr>
            <p:xfrm>
              <a:off x="285750" y="2459355"/>
              <a:ext cx="60960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403491334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72130802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17611776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475623358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672364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0679776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30072165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513947477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800" t="-2174" r="-702400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730844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3550716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18336864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0437734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6262059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5454156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0052397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34314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AC7E9-AC7D-FE33-3088-E5C1DC4D8672}"/>
                  </a:ext>
                </a:extLst>
              </p:cNvPr>
              <p:cNvSpPr txBox="1"/>
              <p:nvPr/>
            </p:nvSpPr>
            <p:spPr>
              <a:xfrm>
                <a:off x="6381751" y="2719339"/>
                <a:ext cx="246945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latin typeface="Cambria Math" panose="02040503050406030204" pitchFamily="18" charset="0"/>
                        </a:rPr>
                        <m:t>4 </m:t>
                      </m:r>
                      <m:r>
                        <m:rPr>
                          <m:sty m:val="p"/>
                        </m:rPr>
                        <a:rPr lang="en-US" sz="15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 3=12=1 </m:t>
                      </m:r>
                      <m:r>
                        <m:rPr>
                          <m:sty m:val="p"/>
                        </m:rPr>
                        <a:rPr lang="en-US" sz="15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 7+5</m:t>
                      </m:r>
                    </m:oMath>
                  </m:oMathPara>
                </a14:m>
                <a:endParaRPr lang="en-US" sz="1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latin typeface="Cambria Math" panose="02040503050406030204" pitchFamily="18" charset="0"/>
                        </a:rPr>
                        <m:t>                              ≡5(</m:t>
                      </m:r>
                      <m:r>
                        <m:rPr>
                          <m:sty m:val="p"/>
                        </m:rPr>
                        <a:rPr lang="en-US" sz="15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IN" sz="15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AC7E9-AC7D-FE33-3088-E5C1DC4D8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751" y="2719339"/>
                <a:ext cx="2469459" cy="553998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214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4D3AFF-E8F8-39AF-F12D-3B7EDB0B133D}"/>
              </a:ext>
            </a:extLst>
          </p:cNvPr>
          <p:cNvSpPr/>
          <p:nvPr/>
        </p:nvSpPr>
        <p:spPr>
          <a:xfrm>
            <a:off x="5848350" y="4428173"/>
            <a:ext cx="285750" cy="2857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500"/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Multiplication of Modulo 7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7145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Cayley Table                                                                           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                                                                                                     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19</a:t>
            </a:fld>
            <a:endParaRPr 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7">
                <a:extLst>
                  <a:ext uri="{FF2B5EF4-FFF2-40B4-BE49-F238E27FC236}">
                    <a16:creationId xmlns:a16="http://schemas.microsoft.com/office/drawing/2014/main" id="{1EFE82EC-2ADE-8DF5-E5D5-D87B18531B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574739"/>
                  </p:ext>
                </p:extLst>
              </p:nvPr>
            </p:nvGraphicFramePr>
            <p:xfrm>
              <a:off x="285750" y="2459355"/>
              <a:ext cx="60960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403491334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72130802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17611776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475623358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672364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0679776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30072165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513947477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10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730844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3550716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18336864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0437734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6262059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5454156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0052397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34314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7">
                <a:extLst>
                  <a:ext uri="{FF2B5EF4-FFF2-40B4-BE49-F238E27FC236}">
                    <a16:creationId xmlns:a16="http://schemas.microsoft.com/office/drawing/2014/main" id="{1EFE82EC-2ADE-8DF5-E5D5-D87B18531B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574739"/>
                  </p:ext>
                </p:extLst>
              </p:nvPr>
            </p:nvGraphicFramePr>
            <p:xfrm>
              <a:off x="285750" y="2459355"/>
              <a:ext cx="6096000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403491334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72130802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17611776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475623358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672364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0679776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30072165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513947477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800" t="-2174" r="-702400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730844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0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3550716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18336864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2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0437734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3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62620596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4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5454156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5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00523975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6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0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</a:t>
                          </a:r>
                          <a:endParaRPr lang="en-IN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/>
                            <a:t>1</a:t>
                          </a:r>
                          <a:endParaRPr lang="en-IN" sz="1000" b="1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34314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97A618-BF94-E898-044C-F50F0FEA3844}"/>
                  </a:ext>
                </a:extLst>
              </p:cNvPr>
              <p:cNvSpPr txBox="1"/>
              <p:nvPr/>
            </p:nvSpPr>
            <p:spPr>
              <a:xfrm>
                <a:off x="6459484" y="3163543"/>
                <a:ext cx="246945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latin typeface="Cambria Math" panose="02040503050406030204" pitchFamily="18" charset="0"/>
                        </a:rPr>
                        <m:t>6 </m:t>
                      </m:r>
                      <m:r>
                        <m:rPr>
                          <m:sty m:val="p"/>
                        </m:rPr>
                        <a:rPr lang="en-US" sz="15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 6=36=5 </m:t>
                      </m:r>
                      <m:r>
                        <m:rPr>
                          <m:sty m:val="p"/>
                        </m:rPr>
                        <a:rPr lang="en-US" sz="15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 7+1</m:t>
                      </m:r>
                    </m:oMath>
                  </m:oMathPara>
                </a14:m>
                <a:endParaRPr lang="en-US" sz="1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latin typeface="Cambria Math" panose="02040503050406030204" pitchFamily="18" charset="0"/>
                        </a:rPr>
                        <m:t>                              ≡1(</m:t>
                      </m:r>
                      <m:r>
                        <m:rPr>
                          <m:sty m:val="p"/>
                        </m:rPr>
                        <a:rPr lang="en-US" sz="15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 7)</m:t>
                      </m:r>
                    </m:oMath>
                  </m:oMathPara>
                </a14:m>
                <a:endParaRPr lang="en-IN" sz="15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97A618-BF94-E898-044C-F50F0FEA3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484" y="3163543"/>
                <a:ext cx="2469459" cy="553998"/>
              </a:xfrm>
              <a:prstGeom prst="rect">
                <a:avLst/>
              </a:prstGeom>
              <a:blipFill>
                <a:blip r:embed="rId4"/>
                <a:stretch>
                  <a:fillRect b="-65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41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Multiplication of Modulo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Closure: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the elements of the table contains only elements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closed under modulo 7.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Associativity: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7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3 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x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7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4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=1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x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7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5=5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                      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1 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Zapf Dingbats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 3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x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7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4=3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x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7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4=5</m:t>
                      </m:r>
                    </m:oMath>
                  </m:oMathPara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Identity: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1 is the identity element.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 r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20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25573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Multiplication of Modulo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 fontScale="92500" lnSpcReduction="10000"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Inverse: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cs typeface="Arial" panose="020B0604020202020204" pitchFamily="34" charset="0"/>
                    <a:sym typeface="Zapf Dingbats"/>
                  </a:rPr>
                  <a:t>Inverse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1:1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cs typeface="Arial" panose="020B0604020202020204" pitchFamily="34" charset="0"/>
                    <a:sym typeface="Zapf Dingbats"/>
                  </a:rPr>
                  <a:t>Inverse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2:4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cs typeface="Arial" panose="020B0604020202020204" pitchFamily="34" charset="0"/>
                    <a:sym typeface="Zapf Dingbats"/>
                  </a:rPr>
                  <a:t>Inverse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3:5</m:t>
                    </m:r>
                  </m:oMath>
                </a14:m>
                <a:endParaRPr lang="en-US" sz="1800" dirty="0"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cs typeface="Arial" panose="020B0604020202020204" pitchFamily="34" charset="0"/>
                    <a:sym typeface="Zapf Dingbats"/>
                  </a:rPr>
                  <a:t>Inverse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4:2</m:t>
                    </m:r>
                  </m:oMath>
                </a14:m>
                <a:endParaRPr lang="en-US" sz="1800" dirty="0"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cs typeface="Arial" panose="020B0604020202020204" pitchFamily="34" charset="0"/>
                    <a:sym typeface="Zapf Dingbats"/>
                  </a:rPr>
                  <a:t>Inverse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5:3</m:t>
                    </m:r>
                  </m:oMath>
                </a14:m>
                <a:endParaRPr lang="en-US" sz="1800" dirty="0"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cs typeface="Arial" panose="020B0604020202020204" pitchFamily="34" charset="0"/>
                    <a:sym typeface="Zapf Dingbats"/>
                  </a:rPr>
                  <a:t>Inverse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6:6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Commutative: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Corresponding rows and columns are identical.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∴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Multiplication of Modulo 7 is Abelian group.</a:t>
                </a: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693" r="-693" b="-82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21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72013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Order of a 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number of elements in a group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called the order of the group and it is denoted by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𝑂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𝑂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finite, then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finite.</a:t>
                </a: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831" r="-83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22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08078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57250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 fontScale="85000" lnSpcReduction="10000"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algn="just">
                  <a:lnSpc>
                    <a:spcPct val="150000"/>
                  </a:lnSpc>
                  <a:buAutoNum type="arabicPeriod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Show that the set of all non – zero real numbers is an abelian group under the operation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𝑎𝑏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2. Show that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ℝ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−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 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under the binary operation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  ∀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𝑏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𝑅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−(−1)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3. Prove that the set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={1,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𝜔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𝜔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}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an abelian group of order 3 under multiplication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𝜔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3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=1.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4.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S</m:t>
                    </m:r>
                    <m:r>
                      <a:rPr lang="en-US" sz="180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 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𝑄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𝑄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the set of all ordered pairs of rational numbers given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𝑥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𝑦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𝑎𝑥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𝑎𝑦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 </m:t>
                    </m:r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algn="just">
                  <a:lnSpc>
                    <a:spcPct val="150000"/>
                  </a:lnSpc>
                  <a:buAutoNum type="alphaLcPeriod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semigroup? Is it commutative?</a:t>
                </a:r>
              </a:p>
              <a:p>
                <a:pPr algn="just">
                  <a:lnSpc>
                    <a:spcPct val="150000"/>
                  </a:lnSpc>
                  <a:buAutoNum type="alphaLcPeriod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Find the identity element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𝑆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?</a:t>
                </a: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7145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2008" r="-48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54355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b="1" smtClean="0"/>
              <a:pPr/>
              <a:t>23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42843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1B4B-43F1-4A79-97B5-ACD47DFB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2571750"/>
            <a:ext cx="6172200" cy="857250"/>
          </a:xfrm>
        </p:spPr>
        <p:txBody>
          <a:bodyPr/>
          <a:lstStyle/>
          <a:p>
            <a:r>
              <a:rPr lang="en-IN" sz="4050" b="1" dirty="0">
                <a:solidFill>
                  <a:srgbClr val="002060"/>
                </a:solidFill>
              </a:rPr>
              <a:t>Thank You</a:t>
            </a:r>
            <a:r>
              <a:rPr lang="en-IN" sz="495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D6A67A-EC1C-EE19-8687-32E7D473D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65331A-FB16-4349-BB1E-9292E7905A3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1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19287</TotalTime>
  <Words>1609</Words>
  <Application>Microsoft Office PowerPoint</Application>
  <PresentationFormat>On-screen Show (4:3)</PresentationFormat>
  <Paragraphs>383</Paragraphs>
  <Slides>24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Cambria Math</vt:lpstr>
      <vt:lpstr>Verdana</vt:lpstr>
      <vt:lpstr>1_Default Design</vt:lpstr>
      <vt:lpstr>CorelDRAW</vt:lpstr>
      <vt:lpstr>Algebraic Structures</vt:lpstr>
      <vt:lpstr>Definition: Binary Operation</vt:lpstr>
      <vt:lpstr>Definition: Closed Operation</vt:lpstr>
      <vt:lpstr>Definition: Algebraic System</vt:lpstr>
      <vt:lpstr>Properties</vt:lpstr>
      <vt:lpstr>Properties</vt:lpstr>
      <vt:lpstr>Properties</vt:lpstr>
      <vt:lpstr>Semigroup</vt:lpstr>
      <vt:lpstr>Monoid</vt:lpstr>
      <vt:lpstr>Commutative semigroup</vt:lpstr>
      <vt:lpstr>Cyclic Monoid</vt:lpstr>
      <vt:lpstr>Theorem: Every cyclic monoid is commutative.</vt:lpstr>
      <vt:lpstr>Problem:</vt:lpstr>
      <vt:lpstr>Problem:</vt:lpstr>
      <vt:lpstr>Group</vt:lpstr>
      <vt:lpstr>Abelian Group</vt:lpstr>
      <vt:lpstr>Multiplication of Modulo 7</vt:lpstr>
      <vt:lpstr>Multiplication of Modulo 7</vt:lpstr>
      <vt:lpstr>Multiplication of Modulo 7</vt:lpstr>
      <vt:lpstr>Multiplication of Modulo 7</vt:lpstr>
      <vt:lpstr>Multiplication of Modulo 7</vt:lpstr>
      <vt:lpstr>Order of a group</vt:lpstr>
      <vt:lpstr>Problems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Rajalaxmi Tm</cp:lastModifiedBy>
  <cp:revision>3433</cp:revision>
  <cp:lastPrinted>2025-07-09T11:40:31Z</cp:lastPrinted>
  <dcterms:created xsi:type="dcterms:W3CDTF">2006-09-22T10:59:01Z</dcterms:created>
  <dcterms:modified xsi:type="dcterms:W3CDTF">2025-08-23T06:02:54Z</dcterms:modified>
</cp:coreProperties>
</file>