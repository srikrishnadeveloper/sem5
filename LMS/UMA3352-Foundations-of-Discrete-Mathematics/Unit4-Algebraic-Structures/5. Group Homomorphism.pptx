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32"/>
  </p:notesMasterIdLst>
  <p:handoutMasterIdLst>
    <p:handoutMasterId r:id="rId33"/>
  </p:handoutMasterIdLst>
  <p:sldIdLst>
    <p:sldId id="631" r:id="rId2"/>
    <p:sldId id="688" r:id="rId3"/>
    <p:sldId id="689" r:id="rId4"/>
    <p:sldId id="695" r:id="rId5"/>
    <p:sldId id="696" r:id="rId6"/>
    <p:sldId id="690" r:id="rId7"/>
    <p:sldId id="691" r:id="rId8"/>
    <p:sldId id="692" r:id="rId9"/>
    <p:sldId id="693" r:id="rId10"/>
    <p:sldId id="694" r:id="rId11"/>
    <p:sldId id="697" r:id="rId12"/>
    <p:sldId id="698" r:id="rId13"/>
    <p:sldId id="700" r:id="rId14"/>
    <p:sldId id="699" r:id="rId15"/>
    <p:sldId id="701" r:id="rId16"/>
    <p:sldId id="702" r:id="rId17"/>
    <p:sldId id="703" r:id="rId18"/>
    <p:sldId id="705" r:id="rId19"/>
    <p:sldId id="706" r:id="rId20"/>
    <p:sldId id="707" r:id="rId21"/>
    <p:sldId id="708" r:id="rId22"/>
    <p:sldId id="704" r:id="rId23"/>
    <p:sldId id="709" r:id="rId24"/>
    <p:sldId id="710" r:id="rId25"/>
    <p:sldId id="711" r:id="rId26"/>
    <p:sldId id="713" r:id="rId27"/>
    <p:sldId id="712" r:id="rId28"/>
    <p:sldId id="714" r:id="rId29"/>
    <p:sldId id="715" r:id="rId30"/>
    <p:sldId id="716" r:id="rId3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8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358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616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441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05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17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28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5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27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152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496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007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27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92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973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907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838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640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50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48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13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652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968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900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7521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06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85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1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Group Homomorphism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1960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476250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′,∆)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are two groups, then a mapping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group homomorphism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Note: A group homomorphism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group isomorphism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1-1 and onto.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Remember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1-1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𝐵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1-1 if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𝐵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there is 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atmost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Onto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𝐵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there is 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atleast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one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𝒇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1-1 correspondence or bijection if it is both 1-1 and onto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83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1. Consider the groups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,⋅)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set of all non-zero real numbers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0</m:t>
                        </m:r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Check whether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homomorphism.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Solution: Given the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sup>
                    </m:sSup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any two elements,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Thus,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preserves the operation. Hence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homomorphism.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985" r="-98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52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2. Consider the groups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+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,⋅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 group of positive real numbers under usual multiplication, and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 additive group of real numbers.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</m:func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Check it is a homomorphism.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Solution: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</m:sup>
                    </m:sSup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+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preserves the operations. 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homomorphism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985" r="-98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0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𝒇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mapping form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𝑮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group homomorphism from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′,∆)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then,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).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𝒆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𝒆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are identity elements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(ii). For any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𝒂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𝒂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𝒂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𝟏</m:t>
                        </m:r>
                      </m:sup>
                    </m:sSup>
                  </m:oMath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(iii).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𝑯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𝑯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𝒇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𝒉</m:t>
                            </m:r>
                          </m:e>
                        </m:d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𝒉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∈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𝑯</m:t>
                        </m:r>
                      </m:e>
                    </m:d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𝑮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19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514350" indent="-514350" algn="just">
                  <a:lnSpc>
                    <a:spcPct val="150000"/>
                  </a:lnSpc>
                  <a:buAutoNum type="romanLcParenBoth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definition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which implies,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idempotent element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but only idempotent element of a group is its identity.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′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proved.</a:t>
                </a:r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91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To prove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d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definition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similarly,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definition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</m:oMath>
                </a14:m>
                <a:r>
                  <a:rPr lang="en-US" sz="2400" dirty="0"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---------(2)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from (1), (2)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1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𝐻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h</m:t>
                            </m:r>
                          </m:e>
                        </m:d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∈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        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subgroup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 b="-56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31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Kernel of a Homomorphism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group homomorphism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,∗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,∆)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 the set of all elements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which are mapped into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 identity element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the kernel of the homomorphism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is denoted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74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kernel of a homomorphism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𝒇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from a group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to another group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𝑮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,∆)</m:t>
                    </m:r>
                  </m:oMath>
                </a14:m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normal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𝑮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By the previous theorem,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are identity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ker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ie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non-empty subset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10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definition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ker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Thus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∈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ker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is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next we shall 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normal subgroup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any element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any element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𝐺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∆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∆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∆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′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ker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ker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normal subgroup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88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Quotient group -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normal subgroup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set of all left cosets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/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/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is a group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defined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/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𝑎𝑁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∈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First, we verify the axioms of 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/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 binary operation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defined by </a:t>
                </a:r>
                <a:endParaRPr lang="en-US" sz="240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𝑎𝑁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𝑏𝑁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𝑁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51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Quotient group – Theorem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left coset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𝐺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𝑎𝑁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𝐺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So, closure is satisfied.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Associativity: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any three element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𝑐𝑁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𝑐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e>
                    </m:d>
                  </m:oMath>
                </a14:m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𝑐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218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Quotient group – Theorem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associative)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𝑏𝑁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𝑐𝑁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associative in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.</m:t>
                        </m:r>
                      </m:den>
                    </m:f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Identity: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identity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𝑒𝑁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identify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and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𝑒𝑁</m:t>
                    </m:r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identity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den>
                    </m:f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3165" b="-15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18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Quotient group – Theorem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Inverse: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𝑁</m:t>
                        </m:r>
                      </m:den>
                    </m:f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⊕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𝑒𝑁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𝑒𝑁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𝑎𝑁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𝐺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𝑁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⊕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group.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t="-894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80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 of cosets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following two results are required for fundamental theorem of group homomorphism.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subgroup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iff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iff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68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29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 of cosets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To prove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iff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(closure)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𝐻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𝐻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54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 of cosets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 To prove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iff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Assume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ie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𝐻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by previous result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40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 of cosets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Conversely,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 (by previous result)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ie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4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pre multiply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on both sides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𝑎𝐻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proved.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98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,∆)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two groups.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group homomorphism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ie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with kernel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𝑘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then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isomorphic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316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C24A5-497C-54EF-A9E2-56D11E3C3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521489"/>
            <a:ext cx="3808171" cy="265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8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We have to prove that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Define the map </a:t>
                </a:r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from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to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: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>
                      <m:fPr>
                        <m:type m:val="li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first we shall prove </a:t>
                </a:r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well defined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𝑏𝑘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 we need to show that 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𝑏𝑘</m:t>
                        </m:r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𝑏𝑘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2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𝑘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previous result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definition of kernel function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definition of group homomorphism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Pre multiply by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on both sides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∆ 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′ ∆ 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r>
                        <a:rPr lang="el-GR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𝑎𝑘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l-GR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𝑏𝑘</m:t>
                          </m:r>
                        </m:e>
                      </m:d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well defined.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125" b="-282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8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Now, we need to prove that </a:t>
                </a:r>
                <a14:m>
                  <m:oMath xmlns:m="http://schemas.openxmlformats.org/officeDocument/2006/math">
                    <m: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homomorphism.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𝑎𝑘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𝑏𝑘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f>
                      <m:fPr>
                        <m:type m:val="lin"/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den>
                    </m:f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Now, </a:t>
                </a:r>
                <a14:m>
                  <m:oMath xmlns:m="http://schemas.openxmlformats.org/officeDocument/2006/math"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𝑎𝑘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⊕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𝑏𝑘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∗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𝑏</m:t>
                            </m:r>
                          </m:e>
                        </m:d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e>
                    </m:d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b="0" dirty="0">
                    <a:cs typeface="Arial" panose="020B0604020202020204" pitchFamily="34" charset="0"/>
                    <a:sym typeface="Zapf Dingbats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</m:oMath>
                </a14:m>
                <a:endParaRPr lang="en-US" sz="2100" b="0" dirty="0"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b="0" dirty="0">
                    <a:cs typeface="Arial" panose="020B0604020202020204" pitchFamily="34" charset="0"/>
                    <a:sym typeface="Zapf Dingbats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sz="2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𝑎𝑘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∆ </m:t>
                    </m:r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𝑏𝑘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homomorphism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1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12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67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To prove </a:t>
                </a:r>
                <a14:m>
                  <m:oMath xmlns:m="http://schemas.openxmlformats.org/officeDocument/2006/math">
                    <m: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one - one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Suppose </a:t>
                </a:r>
                <a14:m>
                  <m:oMath xmlns:m="http://schemas.openxmlformats.org/officeDocument/2006/math"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𝑎𝑘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𝑏𝑘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Premultiply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∆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∆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∆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12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11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To prove </a:t>
                </a:r>
                <a14:m>
                  <m:oMath xmlns:m="http://schemas.openxmlformats.org/officeDocument/2006/math">
                    <m: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one - one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Suppose </a:t>
                </a:r>
                <a14:m>
                  <m:oMath xmlns:m="http://schemas.openxmlformats.org/officeDocument/2006/math"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𝑎𝑘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l-GR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𝑏𝑘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⟹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Premultiply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𝑓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(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𝑎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∆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∆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∆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12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79AFF7-3F34-0590-9004-ACD87D9501EE}"/>
                  </a:ext>
                </a:extLst>
              </p:cNvPr>
              <p:cNvSpPr txBox="1"/>
              <p:nvPr/>
            </p:nvSpPr>
            <p:spPr>
              <a:xfrm>
                <a:off x="5181600" y="1311215"/>
                <a:ext cx="342900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Premultiply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𝑎𝑘</m:t>
                    </m:r>
                  </m:oMath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79AFF7-3F34-0590-9004-ACD87D950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1311215"/>
                <a:ext cx="3429000" cy="3170099"/>
              </a:xfrm>
              <a:prstGeom prst="rect">
                <a:avLst/>
              </a:prstGeom>
              <a:blipFill>
                <a:blip r:embed="rId4"/>
                <a:stretch>
                  <a:fillRect l="-17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Fundamental theorem of group homomorphism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To prove </a:t>
                </a:r>
                <a14:m>
                  <m:oMath xmlns:m="http://schemas.openxmlformats.org/officeDocument/2006/math">
                    <m: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onto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Suppose,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 there exists an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Such that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𝑥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𝑓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𝜓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(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Thus </a:t>
                </a:r>
                <a14:m>
                  <m:oMath xmlns:m="http://schemas.openxmlformats.org/officeDocument/2006/math">
                    <m: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𝜓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isomorphism of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num>
                      <m:den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260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895C0-8CB8-9EF9-905F-5A5363B7C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693816"/>
            <a:ext cx="3808171" cy="265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9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Ring and Field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Ring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ring R is a set together with two binary operations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satisfying the following properties: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non-empty set R is called ring if: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⋅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𝑐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⋅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 ∀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(iii)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⋅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𝑐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100" dirty="0"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(iv)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𝑐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⋅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Notation: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,+,⋅)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as a ring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12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09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Ring and Field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commutative ring in addition to above points, it should satisfy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∀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Ring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,+,⋅)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ring with unity if there exists an element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1⋅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⋅1=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 ∀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Example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𝑍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+, 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ring as well as ring with unity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𝑄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+, ⋅</m:t>
                        </m:r>
                      </m:e>
                    </m:d>
                    <m:r>
                      <a:rPr lang="en-US" sz="21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+, ⋅</m:t>
                    </m:r>
                    <m:r>
                      <a:rPr lang="en-US" sz="21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is a commutative ring with unity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Field: A commutative ring with identity element in which every non zero element has multiplicative inverse is called a field.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𝑄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+, ⋅</m:t>
                        </m:r>
                      </m:e>
                    </m:d>
                    <m:r>
                      <a:rPr lang="en-US" sz="21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+, ⋅</m:t>
                    </m:r>
                    <m:r>
                      <a:rPr lang="en-US" sz="21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1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𝐶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,+,⋅)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125" r="-985" b="-282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21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20131</TotalTime>
  <Words>2338</Words>
  <Application>Microsoft Office PowerPoint</Application>
  <PresentationFormat>On-screen Show (4:3)</PresentationFormat>
  <Paragraphs>303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Bookman Old Style</vt:lpstr>
      <vt:lpstr>Cambria Math</vt:lpstr>
      <vt:lpstr>Verdana</vt:lpstr>
      <vt:lpstr>1_Default Design</vt:lpstr>
      <vt:lpstr>CorelDRAW</vt:lpstr>
      <vt:lpstr>Group Homomorphism</vt:lpstr>
      <vt:lpstr>Definition</vt:lpstr>
      <vt:lpstr>Remember</vt:lpstr>
      <vt:lpstr>Problems</vt:lpstr>
      <vt:lpstr>Problems</vt:lpstr>
      <vt:lpstr>Theorem</vt:lpstr>
      <vt:lpstr>Theorem</vt:lpstr>
      <vt:lpstr>Theorem</vt:lpstr>
      <vt:lpstr>Theorem</vt:lpstr>
      <vt:lpstr>Kernel of a Homomorphism</vt:lpstr>
      <vt:lpstr>Theorem </vt:lpstr>
      <vt:lpstr>Theorem cont’d</vt:lpstr>
      <vt:lpstr>Theorem cont’d</vt:lpstr>
      <vt:lpstr>Quotient group - Theorem</vt:lpstr>
      <vt:lpstr>Quotient group – Theorem cont’d</vt:lpstr>
      <vt:lpstr>Quotient group – Theorem cont’d</vt:lpstr>
      <vt:lpstr>Quotient group – Theorem cont’d</vt:lpstr>
      <vt:lpstr>Properties of cosets</vt:lpstr>
      <vt:lpstr>Properties of cosets cont’d</vt:lpstr>
      <vt:lpstr>Properties of cosets cont’d</vt:lpstr>
      <vt:lpstr>Properties of cosets cont’d</vt:lpstr>
      <vt:lpstr>Fundamental theorem of group homomorphism</vt:lpstr>
      <vt:lpstr>Fundamental theorem of group homomorphism</vt:lpstr>
      <vt:lpstr>Fundamental theorem of group homomorphism</vt:lpstr>
      <vt:lpstr>Fundamental theorem of group homomorphism</vt:lpstr>
      <vt:lpstr>Fundamental theorem of group homomorphism</vt:lpstr>
      <vt:lpstr>Fundamental theorem of group homomorphism</vt:lpstr>
      <vt:lpstr>Fundamental theorem of group homomorphism</vt:lpstr>
      <vt:lpstr>Ring and Field</vt:lpstr>
      <vt:lpstr>Ring and Field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3592</cp:revision>
  <cp:lastPrinted>2025-07-09T11:40:31Z</cp:lastPrinted>
  <dcterms:created xsi:type="dcterms:W3CDTF">2006-09-22T10:59:01Z</dcterms:created>
  <dcterms:modified xsi:type="dcterms:W3CDTF">2025-09-12T04:25:15Z</dcterms:modified>
</cp:coreProperties>
</file>