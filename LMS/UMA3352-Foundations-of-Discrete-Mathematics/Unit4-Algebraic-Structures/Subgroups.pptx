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23"/>
  </p:notesMasterIdLst>
  <p:handoutMasterIdLst>
    <p:handoutMasterId r:id="rId24"/>
  </p:handoutMasterIdLst>
  <p:sldIdLst>
    <p:sldId id="631" r:id="rId2"/>
    <p:sldId id="688" r:id="rId3"/>
    <p:sldId id="689" r:id="rId4"/>
    <p:sldId id="690" r:id="rId5"/>
    <p:sldId id="691" r:id="rId6"/>
    <p:sldId id="692" r:id="rId7"/>
    <p:sldId id="693" r:id="rId8"/>
    <p:sldId id="694" r:id="rId9"/>
    <p:sldId id="695" r:id="rId10"/>
    <p:sldId id="696" r:id="rId11"/>
    <p:sldId id="697" r:id="rId12"/>
    <p:sldId id="698" r:id="rId13"/>
    <p:sldId id="699" r:id="rId14"/>
    <p:sldId id="700" r:id="rId15"/>
    <p:sldId id="701" r:id="rId16"/>
    <p:sldId id="706" r:id="rId17"/>
    <p:sldId id="703" r:id="rId18"/>
    <p:sldId id="704" r:id="rId19"/>
    <p:sldId id="707" r:id="rId20"/>
    <p:sldId id="708" r:id="rId21"/>
    <p:sldId id="714" r:id="rId22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309A"/>
    <a:srgbClr val="66CCFF"/>
    <a:srgbClr val="90B0D4"/>
    <a:srgbClr val="B4593C"/>
    <a:srgbClr val="0066CC"/>
    <a:srgbClr val="547B9C"/>
    <a:srgbClr val="0079BC"/>
    <a:srgbClr val="3E708E"/>
    <a:srgbClr val="3399FF"/>
    <a:srgbClr val="A54B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FDFC52-9F1E-4482-8A43-4ECCEAF48F84}" v="2327" dt="2025-07-07T07:08:37.6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5332" autoAdjust="0"/>
  </p:normalViewPr>
  <p:slideViewPr>
    <p:cSldViewPr>
      <p:cViewPr varScale="1">
        <p:scale>
          <a:sx n="74" d="100"/>
          <a:sy n="74" d="100"/>
        </p:scale>
        <p:origin x="103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0"/>
    </p:cViewPr>
  </p:sorterViewPr>
  <p:notesViewPr>
    <p:cSldViewPr>
      <p:cViewPr varScale="1">
        <p:scale>
          <a:sx n="55" d="100"/>
          <a:sy n="55" d="100"/>
        </p:scale>
        <p:origin x="-2892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laxmi Tm" userId="07d615e3-8cfe-4aec-8adf-6f27dc561784" providerId="ADAL" clId="{F5FDFC52-9F1E-4482-8A43-4ECCEAF48F84}"/>
    <pc:docChg chg="custSel addSld modSld modMainMaster modNotesMaster">
      <pc:chgData name="Rajalaxmi Tm" userId="07d615e3-8cfe-4aec-8adf-6f27dc561784" providerId="ADAL" clId="{F5FDFC52-9F1E-4482-8A43-4ECCEAF48F84}" dt="2025-07-07T07:08:37.635" v="2999" actId="113"/>
      <pc:docMkLst>
        <pc:docMk/>
      </pc:docMkLst>
      <pc:sldChg chg="modSp mod modNotes">
        <pc:chgData name="Rajalaxmi Tm" userId="07d615e3-8cfe-4aec-8adf-6f27dc561784" providerId="ADAL" clId="{F5FDFC52-9F1E-4482-8A43-4ECCEAF48F84}" dt="2025-07-07T04:25:27.291" v="35" actId="20577"/>
        <pc:sldMkLst>
          <pc:docMk/>
          <pc:sldMk cId="1053448063" sldId="631"/>
        </pc:sldMkLst>
        <pc:spChg chg="mod">
          <ac:chgData name="Rajalaxmi Tm" userId="07d615e3-8cfe-4aec-8adf-6f27dc561784" providerId="ADAL" clId="{F5FDFC52-9F1E-4482-8A43-4ECCEAF48F84}" dt="2025-07-07T04:25:27.291" v="35" actId="20577"/>
          <ac:spMkLst>
            <pc:docMk/>
            <pc:sldMk cId="1053448063" sldId="631"/>
            <ac:spMk id="8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k cId="1053448063" sldId="631"/>
            <ac:spMk id="278530" creationId="{00000000-0000-0000-0000-000000000000}"/>
          </ac:spMkLst>
        </pc:spChg>
      </pc:sldChg>
      <pc:sldChg chg="delSp modSp mod modNotes">
        <pc:chgData name="Rajalaxmi Tm" userId="07d615e3-8cfe-4aec-8adf-6f27dc561784" providerId="ADAL" clId="{F5FDFC52-9F1E-4482-8A43-4ECCEAF48F84}" dt="2025-07-07T05:01:40.523" v="971" actId="113"/>
        <pc:sldMkLst>
          <pc:docMk/>
          <pc:sldMk cId="733264316" sldId="632"/>
        </pc:sldMkLst>
        <pc:spChg chg="mod">
          <ac:chgData name="Rajalaxmi Tm" userId="07d615e3-8cfe-4aec-8adf-6f27dc561784" providerId="ADAL" clId="{F5FDFC52-9F1E-4482-8A43-4ECCEAF48F84}" dt="2025-07-07T05:01:40.523" v="971" actId="113"/>
          <ac:spMkLst>
            <pc:docMk/>
            <pc:sldMk cId="733264316" sldId="632"/>
            <ac:spMk id="2" creationId="{7B6EA86C-E085-A00A-9709-3840D71DE022}"/>
          </ac:spMkLst>
        </pc:spChg>
        <pc:spChg chg="mod">
          <ac:chgData name="Rajalaxmi Tm" userId="07d615e3-8cfe-4aec-8adf-6f27dc561784" providerId="ADAL" clId="{F5FDFC52-9F1E-4482-8A43-4ECCEAF48F84}" dt="2025-07-07T04:55:16.003" v="625" actId="113"/>
          <ac:spMkLst>
            <pc:docMk/>
            <pc:sldMk cId="733264316" sldId="632"/>
            <ac:spMk id="7" creationId="{00000000-0000-0000-0000-000000000000}"/>
          </ac:spMkLst>
        </pc:spChg>
        <pc:spChg chg="del mod">
          <ac:chgData name="Rajalaxmi Tm" userId="07d615e3-8cfe-4aec-8adf-6f27dc561784" providerId="ADAL" clId="{F5FDFC52-9F1E-4482-8A43-4ECCEAF48F84}" dt="2025-07-07T04:26:04.744" v="60" actId="478"/>
          <ac:spMkLst>
            <pc:docMk/>
            <pc:sldMk cId="733264316" sldId="632"/>
            <ac:spMk id="8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56.928" v="59" actId="20577"/>
          <ac:spMkLst>
            <pc:docMk/>
            <pc:sldMk cId="733264316" sldId="632"/>
            <ac:spMk id="278530" creationId="{00000000-0000-0000-0000-000000000000}"/>
          </ac:spMkLst>
        </pc:spChg>
      </pc:sldChg>
      <pc:sldChg chg="modSp mod">
        <pc:chgData name="Rajalaxmi Tm" userId="07d615e3-8cfe-4aec-8adf-6f27dc561784" providerId="ADAL" clId="{F5FDFC52-9F1E-4482-8A43-4ECCEAF48F84}" dt="2025-07-07T05:31:05.150" v="1912" actId="207"/>
        <pc:sldMkLst>
          <pc:docMk/>
          <pc:sldMk cId="1592017103" sldId="640"/>
        </pc:sldMkLst>
        <pc:spChg chg="mod">
          <ac:chgData name="Rajalaxmi Tm" userId="07d615e3-8cfe-4aec-8adf-6f27dc561784" providerId="ADAL" clId="{F5FDFC52-9F1E-4482-8A43-4ECCEAF48F84}" dt="2025-07-07T05:31:05.150" v="1912" actId="207"/>
          <ac:spMkLst>
            <pc:docMk/>
            <pc:sldMk cId="1592017103" sldId="640"/>
            <ac:spMk id="2" creationId="{C2911B4B-43F1-4A79-97B5-ACD47DFBF948}"/>
          </ac:spMkLst>
        </pc:spChg>
      </pc:sldChg>
      <pc:sldChg chg="modSp add mod">
        <pc:chgData name="Rajalaxmi Tm" userId="07d615e3-8cfe-4aec-8adf-6f27dc561784" providerId="ADAL" clId="{F5FDFC52-9F1E-4482-8A43-4ECCEAF48F84}" dt="2025-07-07T05:01:46.878" v="973" actId="113"/>
        <pc:sldMkLst>
          <pc:docMk/>
          <pc:sldMk cId="3243231708" sldId="641"/>
        </pc:sldMkLst>
        <pc:spChg chg="mod">
          <ac:chgData name="Rajalaxmi Tm" userId="07d615e3-8cfe-4aec-8adf-6f27dc561784" providerId="ADAL" clId="{F5FDFC52-9F1E-4482-8A43-4ECCEAF48F84}" dt="2025-07-07T05:01:46.878" v="973" actId="113"/>
          <ac:spMkLst>
            <pc:docMk/>
            <pc:sldMk cId="3243231708" sldId="641"/>
            <ac:spMk id="2" creationId="{06F5E048-A8EC-75B9-CEB4-34E8FDDBA7ED}"/>
          </ac:spMkLst>
        </pc:spChg>
        <pc:spChg chg="mod">
          <ac:chgData name="Rajalaxmi Tm" userId="07d615e3-8cfe-4aec-8adf-6f27dc561784" providerId="ADAL" clId="{F5FDFC52-9F1E-4482-8A43-4ECCEAF48F84}" dt="2025-07-07T04:57:04.234" v="739" actId="6549"/>
          <ac:spMkLst>
            <pc:docMk/>
            <pc:sldMk cId="3243231708" sldId="641"/>
            <ac:spMk id="7" creationId="{00000000-0000-0000-0000-000000000000}"/>
          </ac:spMkLst>
        </pc:spChg>
      </pc:sldChg>
      <pc:sldChg chg="modSp add mod modAnim">
        <pc:chgData name="Rajalaxmi Tm" userId="07d615e3-8cfe-4aec-8adf-6f27dc561784" providerId="ADAL" clId="{F5FDFC52-9F1E-4482-8A43-4ECCEAF48F84}" dt="2025-07-07T05:01:53.194" v="975" actId="113"/>
        <pc:sldMkLst>
          <pc:docMk/>
          <pc:sldMk cId="37369295" sldId="642"/>
        </pc:sldMkLst>
        <pc:spChg chg="mod">
          <ac:chgData name="Rajalaxmi Tm" userId="07d615e3-8cfe-4aec-8adf-6f27dc561784" providerId="ADAL" clId="{F5FDFC52-9F1E-4482-8A43-4ECCEAF48F84}" dt="2025-07-07T05:01:53.194" v="975" actId="113"/>
          <ac:spMkLst>
            <pc:docMk/>
            <pc:sldMk cId="37369295" sldId="642"/>
            <ac:spMk id="2" creationId="{C0790F49-8A6F-BEE7-72E7-B3901747ECEA}"/>
          </ac:spMkLst>
        </pc:spChg>
        <pc:spChg chg="mod">
          <ac:chgData name="Rajalaxmi Tm" userId="07d615e3-8cfe-4aec-8adf-6f27dc561784" providerId="ADAL" clId="{F5FDFC52-9F1E-4482-8A43-4ECCEAF48F84}" dt="2025-07-07T05:00:12.699" v="962" actId="33524"/>
          <ac:spMkLst>
            <pc:docMk/>
            <pc:sldMk cId="37369295" sldId="642"/>
            <ac:spMk id="7" creationId="{00000000-0000-0000-0000-000000000000}"/>
          </ac:spMkLst>
        </pc:spChg>
      </pc:sldChg>
      <pc:sldChg chg="modSp add modAnim">
        <pc:chgData name="Rajalaxmi Tm" userId="07d615e3-8cfe-4aec-8adf-6f27dc561784" providerId="ADAL" clId="{F5FDFC52-9F1E-4482-8A43-4ECCEAF48F84}" dt="2025-07-07T05:23:13.419" v="1701" actId="20577"/>
        <pc:sldMkLst>
          <pc:docMk/>
          <pc:sldMk cId="1062091573" sldId="643"/>
        </pc:sldMkLst>
        <pc:spChg chg="mod">
          <ac:chgData name="Rajalaxmi Tm" userId="07d615e3-8cfe-4aec-8adf-6f27dc561784" providerId="ADAL" clId="{F5FDFC52-9F1E-4482-8A43-4ECCEAF48F84}" dt="2025-07-07T05:23:13.419" v="1701" actId="20577"/>
          <ac:spMkLst>
            <pc:docMk/>
            <pc:sldMk cId="1062091573" sldId="643"/>
            <ac:spMk id="7" creationId="{00000000-0000-0000-0000-000000000000}"/>
          </ac:spMkLst>
        </pc:spChg>
      </pc:sldChg>
      <pc:sldChg chg="addSp modSp add mod modAnim">
        <pc:chgData name="Rajalaxmi Tm" userId="07d615e3-8cfe-4aec-8adf-6f27dc561784" providerId="ADAL" clId="{F5FDFC52-9F1E-4482-8A43-4ECCEAF48F84}" dt="2025-07-07T05:30:29.199" v="1905"/>
        <pc:sldMkLst>
          <pc:docMk/>
          <pc:sldMk cId="3506678138" sldId="644"/>
        </pc:sldMkLst>
        <pc:spChg chg="mod">
          <ac:chgData name="Rajalaxmi Tm" userId="07d615e3-8cfe-4aec-8adf-6f27dc561784" providerId="ADAL" clId="{F5FDFC52-9F1E-4482-8A43-4ECCEAF48F84}" dt="2025-07-07T05:29:49.303" v="1898" actId="20577"/>
          <ac:spMkLst>
            <pc:docMk/>
            <pc:sldMk cId="3506678138" sldId="644"/>
            <ac:spMk id="7" creationId="{00000000-0000-0000-0000-000000000000}"/>
          </ac:spMkLst>
        </pc:spChg>
        <pc:graphicFrameChg chg="add mod modGraphic">
          <ac:chgData name="Rajalaxmi Tm" userId="07d615e3-8cfe-4aec-8adf-6f27dc561784" providerId="ADAL" clId="{F5FDFC52-9F1E-4482-8A43-4ECCEAF48F84}" dt="2025-07-07T05:24:32.290" v="1725" actId="20577"/>
          <ac:graphicFrameMkLst>
            <pc:docMk/>
            <pc:sldMk cId="3506678138" sldId="644"/>
            <ac:graphicFrameMk id="3" creationId="{481CFE5A-F4EF-E185-3216-7131D3607D39}"/>
          </ac:graphicFrameMkLst>
        </pc:graphicFrameChg>
      </pc:sldChg>
      <pc:sldChg chg="delSp modSp add mod modAnim">
        <pc:chgData name="Rajalaxmi Tm" userId="07d615e3-8cfe-4aec-8adf-6f27dc561784" providerId="ADAL" clId="{F5FDFC52-9F1E-4482-8A43-4ECCEAF48F84}" dt="2025-07-07T06:54:01.629" v="2200"/>
        <pc:sldMkLst>
          <pc:docMk/>
          <pc:sldMk cId="2456599368" sldId="645"/>
        </pc:sldMkLst>
        <pc:spChg chg="mod">
          <ac:chgData name="Rajalaxmi Tm" userId="07d615e3-8cfe-4aec-8adf-6f27dc561784" providerId="ADAL" clId="{F5FDFC52-9F1E-4482-8A43-4ECCEAF48F84}" dt="2025-07-07T06:53:50.767" v="2198" actId="20577"/>
          <ac:spMkLst>
            <pc:docMk/>
            <pc:sldMk cId="2456599368" sldId="645"/>
            <ac:spMk id="7" creationId="{00000000-0000-0000-0000-000000000000}"/>
          </ac:spMkLst>
        </pc:spChg>
        <pc:graphicFrameChg chg="del">
          <ac:chgData name="Rajalaxmi Tm" userId="07d615e3-8cfe-4aec-8adf-6f27dc561784" providerId="ADAL" clId="{F5FDFC52-9F1E-4482-8A43-4ECCEAF48F84}" dt="2025-07-07T06:50:06.303" v="1914" actId="478"/>
          <ac:graphicFrameMkLst>
            <pc:docMk/>
            <pc:sldMk cId="2456599368" sldId="645"/>
            <ac:graphicFrameMk id="3" creationId="{481CFE5A-F4EF-E185-3216-7131D3607D39}"/>
          </ac:graphicFrameMkLst>
        </pc:graphicFrameChg>
      </pc:sldChg>
      <pc:sldChg chg="modSp add modAnim">
        <pc:chgData name="Rajalaxmi Tm" userId="07d615e3-8cfe-4aec-8adf-6f27dc561784" providerId="ADAL" clId="{F5FDFC52-9F1E-4482-8A43-4ECCEAF48F84}" dt="2025-07-07T07:00:37.209" v="2631" actId="113"/>
        <pc:sldMkLst>
          <pc:docMk/>
          <pc:sldMk cId="669036708" sldId="646"/>
        </pc:sldMkLst>
        <pc:spChg chg="mod">
          <ac:chgData name="Rajalaxmi Tm" userId="07d615e3-8cfe-4aec-8adf-6f27dc561784" providerId="ADAL" clId="{F5FDFC52-9F1E-4482-8A43-4ECCEAF48F84}" dt="2025-07-07T07:00:37.209" v="2631" actId="113"/>
          <ac:spMkLst>
            <pc:docMk/>
            <pc:sldMk cId="669036708" sldId="646"/>
            <ac:spMk id="7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6:55:31.584" v="2234" actId="20577"/>
          <ac:spMkLst>
            <pc:docMk/>
            <pc:sldMk cId="669036708" sldId="646"/>
            <ac:spMk id="278530" creationId="{00000000-0000-0000-0000-000000000000}"/>
          </ac:spMkLst>
        </pc:spChg>
      </pc:sldChg>
      <pc:sldChg chg="addSp modSp add mod modAnim">
        <pc:chgData name="Rajalaxmi Tm" userId="07d615e3-8cfe-4aec-8adf-6f27dc561784" providerId="ADAL" clId="{F5FDFC52-9F1E-4482-8A43-4ECCEAF48F84}" dt="2025-07-07T07:08:37.635" v="2999" actId="113"/>
        <pc:sldMkLst>
          <pc:docMk/>
          <pc:sldMk cId="2124179861" sldId="647"/>
        </pc:sldMkLst>
        <pc:spChg chg="add mod">
          <ac:chgData name="Rajalaxmi Tm" userId="07d615e3-8cfe-4aec-8adf-6f27dc561784" providerId="ADAL" clId="{F5FDFC52-9F1E-4482-8A43-4ECCEAF48F84}" dt="2025-07-07T07:05:31.974" v="2811" actId="13822"/>
          <ac:spMkLst>
            <pc:docMk/>
            <pc:sldMk cId="2124179861" sldId="647"/>
            <ac:spMk id="3" creationId="{5628DFB5-176A-2380-8443-C28BE827C8B1}"/>
          </ac:spMkLst>
        </pc:spChg>
        <pc:spChg chg="add mod">
          <ac:chgData name="Rajalaxmi Tm" userId="07d615e3-8cfe-4aec-8adf-6f27dc561784" providerId="ADAL" clId="{F5FDFC52-9F1E-4482-8A43-4ECCEAF48F84}" dt="2025-07-07T07:05:52.485" v="2817" actId="1076"/>
          <ac:spMkLst>
            <pc:docMk/>
            <pc:sldMk cId="2124179861" sldId="647"/>
            <ac:spMk id="4" creationId="{D00CAEC3-9601-EBE9-B5FC-5858FD5A361B}"/>
          </ac:spMkLst>
        </pc:spChg>
        <pc:spChg chg="mod">
          <ac:chgData name="Rajalaxmi Tm" userId="07d615e3-8cfe-4aec-8adf-6f27dc561784" providerId="ADAL" clId="{F5FDFC52-9F1E-4482-8A43-4ECCEAF48F84}" dt="2025-07-07T07:08:37.635" v="2999" actId="113"/>
          <ac:spMkLst>
            <pc:docMk/>
            <pc:sldMk cId="2124179861" sldId="647"/>
            <ac:spMk id="7" creationId="{00000000-0000-0000-0000-000000000000}"/>
          </ac:spMkLst>
        </pc:spChg>
      </pc:sldChg>
      <pc:sldMasterChg chg="modSp modSldLayout">
        <pc:chgData name="Rajalaxmi Tm" userId="07d615e3-8cfe-4aec-8adf-6f27dc561784" providerId="ADAL" clId="{F5FDFC52-9F1E-4482-8A43-4ECCEAF48F84}" dt="2025-07-07T04:25:02.735" v="3"/>
        <pc:sldMasterMkLst>
          <pc:docMk/>
          <pc:sldMasterMk cId="0" sldId="2147483650"/>
        </pc:sldMasterMkLst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2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3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5" creationId="{00000000-0000-0000-0000-000000000000}"/>
          </ac:spMkLst>
        </pc:spChg>
        <pc:graphicFrameChg chg="mod">
          <ac:chgData name="Rajalaxmi Tm" userId="07d615e3-8cfe-4aec-8adf-6f27dc561784" providerId="ADAL" clId="{F5FDFC52-9F1E-4482-8A43-4ECCEAF48F84}" dt="2025-07-07T04:25:02.735" v="3"/>
          <ac:graphicFrameMkLst>
            <pc:docMk/>
            <pc:sldMasterMk cId="0" sldId="2147483650"/>
            <ac:graphicFrameMk id="10244" creationId="{00000000-0000-0000-0000-000000000000}"/>
          </ac:graphicFrameMkLst>
        </pc:graphicFrame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1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1"/>
              <ac:spMk id="11267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1"/>
              <ac:spMk id="11268" creationId="{00000000-0000-0000-0000-000000000000}"/>
            </ac:spMkLst>
          </pc:spChg>
          <pc:picChg chg="mod">
            <ac:chgData name="Rajalaxmi Tm" userId="07d615e3-8cfe-4aec-8adf-6f27dc561784" providerId="ADAL" clId="{F5FDFC52-9F1E-4482-8A43-4ECCEAF48F84}" dt="2025-07-07T04:25:02.735" v="3"/>
            <ac:picMkLst>
              <pc:docMk/>
              <pc:sldMasterMk cId="0" sldId="2147483650"/>
              <pc:sldLayoutMk cId="0" sldId="2147483651"/>
              <ac:picMk id="11266" creationId="{00000000-0000-0000-0000-000000000000}"/>
            </ac:picMkLst>
          </pc:pic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3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3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3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4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4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4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5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4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5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6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8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9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1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1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1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2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3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3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3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4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4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833" y="2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/>
          <a:lstStyle>
            <a:lvl1pPr algn="r">
              <a:defRPr sz="1200"/>
            </a:lvl1pPr>
          </a:lstStyle>
          <a:p>
            <a:fld id="{006C233A-9D74-4117-ACA8-060D36B7D83A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327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833" y="9119327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 anchor="b"/>
          <a:lstStyle>
            <a:lvl1pPr algn="r">
              <a:defRPr sz="1200"/>
            </a:lvl1pPr>
          </a:lstStyle>
          <a:p>
            <a:fld id="{A28E399E-F7B0-4ADD-938A-755F22AEF9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749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3" y="1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1" y="4560572"/>
            <a:ext cx="536448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1142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3" y="9121142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48BB432-97C3-4B7D-8D6F-1BA494990E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537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241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418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3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455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4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46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5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0600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6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914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7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067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8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7018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9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079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10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2791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0788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12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1383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13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9384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14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3791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15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8810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16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958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17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5518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18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751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19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462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20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8433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129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band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589588"/>
            <a:ext cx="8991600" cy="1268412"/>
          </a:xfrm>
          <a:prstGeom prst="rect">
            <a:avLst/>
          </a:prstGeom>
          <a:noFill/>
        </p:spPr>
      </p:pic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100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1F4039-2622-4E0D-BA5F-DF613486EC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92" indent="0">
              <a:buNone/>
              <a:defRPr sz="1350"/>
            </a:lvl2pPr>
            <a:lvl3pPr marL="685783" indent="0">
              <a:buNone/>
              <a:defRPr sz="1200"/>
            </a:lvl3pPr>
            <a:lvl4pPr marL="1028675" indent="0">
              <a:buNone/>
              <a:defRPr sz="1050"/>
            </a:lvl4pPr>
            <a:lvl5pPr marL="1371566" indent="0">
              <a:buNone/>
              <a:defRPr sz="1050"/>
            </a:lvl5pPr>
            <a:lvl6pPr marL="1714457" indent="0">
              <a:buNone/>
              <a:defRPr sz="1050"/>
            </a:lvl6pPr>
            <a:lvl7pPr marL="2057348" indent="0">
              <a:buNone/>
              <a:defRPr sz="1050"/>
            </a:lvl7pPr>
            <a:lvl8pPr marL="2400240" indent="0">
              <a:buNone/>
              <a:defRPr sz="1050"/>
            </a:lvl8pPr>
            <a:lvl9pPr marL="2743132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A93D3DE-0D14-436D-A6F8-99F9FCD450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EF9CD4C-826D-4353-97CC-FD6B600239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A862DA-0300-4660-A6BD-320860488E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715D3E4-362F-49DE-85B9-977E4CF2496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4670509-8842-45C7-8721-9FA549B616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5FF190B-BFCC-43ED-94C1-8545E361341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31E2E50-6244-4F8C-BC21-0143E7B1D6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4B17A84-1EF1-46E0-86F0-87EE23199E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4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4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EA6033A-ADCD-4E5D-B795-05F53A6B493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6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E765331A-FB16-4349-BB1E-9292E7905A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44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CA127EDD-5AE7-4F7E-A3D2-12078279979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600206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50D1D595-6F66-4A04-B04D-68C711B507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961710"/>
              </p:ext>
            </p:extLst>
          </p:nvPr>
        </p:nvGraphicFramePr>
        <p:xfrm>
          <a:off x="3" y="6117460"/>
          <a:ext cx="9143999" cy="788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16" imgW="9570600" imgH="657720" progId="">
                  <p:embed/>
                </p:oleObj>
              </mc:Choice>
              <mc:Fallback>
                <p:oleObj name="CorelDRAW" r:id="rId16" imgW="9570600" imgH="657720" progId="">
                  <p:embed/>
                  <p:pic>
                    <p:nvPicPr>
                      <p:cNvPr id="10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" y="6117460"/>
                        <a:ext cx="9143999" cy="788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126164"/>
            <a:ext cx="9144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/>
            </a:lvl1pPr>
          </a:lstStyle>
          <a:p>
            <a:fld id="{8AFEF79D-0508-431A-9382-43A6F8BABA35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transition>
    <p:fade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5pPr>
      <a:lvl6pPr marL="342892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6pPr>
      <a:lvl7pPr marL="685783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7pPr>
      <a:lvl8pPr marL="1028675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8pPr>
      <a:lvl9pPr marL="1371566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9pPr>
    </p:titleStyle>
    <p:bodyStyle>
      <a:lvl1pPr marL="257168" indent="-257168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199" indent="-214308" algn="l" rtl="0" fontAlgn="base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2pPr>
      <a:lvl3pPr marL="857228" indent="-171446" algn="l" rtl="0" fontAlgn="base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</a:defRPr>
      </a:lvl3pPr>
      <a:lvl4pPr marL="1200120" indent="-171446" algn="l" rtl="0" fontAlgn="base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</a:defRPr>
      </a:lvl4pPr>
      <a:lvl5pPr marL="1543012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5pPr>
      <a:lvl6pPr marL="1885903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795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686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577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0060"/>
            <a:ext cx="9144000" cy="1485900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Subgroup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19600"/>
            <a:ext cx="6858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i="1" dirty="0">
                <a:solidFill>
                  <a:srgbClr val="0066CC"/>
                </a:solidFill>
              </a:rPr>
              <a:t>by</a:t>
            </a:r>
          </a:p>
          <a:p>
            <a:pPr algn="ctr"/>
            <a:endParaRPr lang="en-US" sz="1800" b="1" dirty="0">
              <a:solidFill>
                <a:srgbClr val="0066CC"/>
              </a:solidFill>
            </a:endParaRPr>
          </a:p>
          <a:p>
            <a:pPr algn="ctr"/>
            <a:r>
              <a:rPr lang="en-US" sz="1800" b="1" dirty="0">
                <a:solidFill>
                  <a:srgbClr val="0066CC"/>
                </a:solidFill>
              </a:rPr>
              <a:t>Dr. T. M. Rajalaxmi</a:t>
            </a:r>
          </a:p>
          <a:p>
            <a:pPr algn="ctr"/>
            <a:r>
              <a:rPr lang="en-US" sz="1800" b="1" dirty="0">
                <a:solidFill>
                  <a:srgbClr val="0066CC"/>
                </a:solidFill>
              </a:rPr>
              <a:t>Assistant Professor</a:t>
            </a:r>
          </a:p>
          <a:p>
            <a:pPr algn="ctr"/>
            <a:r>
              <a:rPr lang="en-US" sz="1800" b="1" dirty="0">
                <a:solidFill>
                  <a:srgbClr val="0066CC"/>
                </a:solidFill>
              </a:rPr>
              <a:t>Department of Mathematics</a:t>
            </a:r>
            <a:endParaRPr lang="en-US" sz="1200" b="1" dirty="0">
              <a:solidFill>
                <a:srgbClr val="0066CC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0D81AE-9945-6436-86F2-E6639788E0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476250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44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a group. A non-empty subset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said to be a subgroup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itself is a group under the same operation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 err="1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eg.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𝑄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,+)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group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𝑍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subset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𝑄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We know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𝑍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,+)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group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and so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𝑍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,+)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subgroup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𝑄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,+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It is obvious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𝑒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,∗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are subgroups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These two subgroups are called trivial subgroups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 </a:t>
                </a: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667750" cy="5181600"/>
              </a:xfrm>
              <a:prstGeom prst="rect">
                <a:avLst/>
              </a:prstGeom>
              <a:blipFill>
                <a:blip r:embed="rId3"/>
                <a:stretch>
                  <a:fillRect l="-1336" r="-133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650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801100" cy="3714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b="0" dirty="0"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∗)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a subgroup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 ∗</m:t>
                        </m:r>
                      </m:e>
                    </m:d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the identity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Then (</a:t>
                </a:r>
                <a:r>
                  <a:rPr lang="en-US" sz="2400" dirty="0" err="1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also the identity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(ii) Every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has the same inverse 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treated as an element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has. i.e. inverse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801100" cy="3714750"/>
              </a:xfrm>
              <a:prstGeom prst="rect">
                <a:avLst/>
              </a:prstGeom>
              <a:blipFill>
                <a:blip r:embed="rId3"/>
                <a:stretch>
                  <a:fillRect l="-1316" r="-131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3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659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Proof: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Given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 ∗)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be a subgroup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 ∗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the identity.</a:t>
                </a:r>
              </a:p>
              <a:p>
                <a:pPr marL="514350" indent="-514350" algn="just">
                  <a:lnSpc>
                    <a:spcPct val="150000"/>
                  </a:lnSpc>
                  <a:buAutoNum type="romanLcParenBoth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Suppose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′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be the identity element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Since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⊂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  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    (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since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is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identity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of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𝐺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)</m:t>
                      </m:r>
                    </m:oMath>
                  </m:oMathPara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𝑒</m:t>
                      </m:r>
                    </m:oMath>
                  </m:oMathPara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Treating this as an equation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by left cancellation law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we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Hence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𝑒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the identity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blipFill>
                <a:blip r:embed="rId3"/>
                <a:stretch>
                  <a:fillRect l="-1348" r="-134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4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355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Proof: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(ii) 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be any element.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be the inverse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as an element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′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be the inverse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as an element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Therefore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by left cancellation law,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Thus inverse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This theorem implies that identity of any subgroup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the identity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and the inverse of any element in a subgroup is the inverse of that element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blipFill>
                <a:blip r:embed="rId3"/>
                <a:stretch>
                  <a:fillRect l="-993" r="-99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5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594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A non-empty subset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of a group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𝐺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 ∗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a subgroup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𝑏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 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Proof: 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be a subgroup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itself is a group under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∗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  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,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𝑏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.</m:t>
                      </m:r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Hence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𝑏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by closure.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Conversely, 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be a non-empty subset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𝑏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 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blipFill>
                <a:blip r:embed="rId3"/>
                <a:stretch>
                  <a:fillRect l="-1348" r="-134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6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488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We have to prove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a subgroup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So, we have to verify the axioms.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Since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non-empty, there exists an element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Then by the given condition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So, identity exists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any element, then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∗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⇒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.</m:t>
                      </m:r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∴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inverse exists in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for every element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blipFill>
                <a:blip r:embed="rId3"/>
                <a:stretch>
                  <a:fillRect l="-1348" r="-134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7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416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Further,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𝑏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(since inverse exists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∗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Zapf Dingbats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  <a:sym typeface="Zapf Dingbats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  <a:sym typeface="Zapf Dingbats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  <a:sym typeface="Zapf Dingbats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.</m:t>
                      </m:r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So,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closed under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∗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and hence closure axiom is satisfied.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Since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⊂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associative axiom is inherited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So, associative axiom is satisfied.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∴(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a group and hence a subgroup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𝐺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,∗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Note: If the binary operation of the group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is denoted by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+,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then the inverse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denoted by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instead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. So the condition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𝑏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written 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blipFill>
                <a:blip r:embed="rId3"/>
                <a:stretch>
                  <a:fillRect l="-1348" r="-1348" b="-536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8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80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are subgroups of a group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prove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∩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a subgroup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  <m:r>
                      <a:rPr 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Proof: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are subgroups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𝐺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,∗</m:t>
                        </m:r>
                      </m:e>
                    </m:d>
                    <m:r>
                      <a:rPr lang="en-US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∩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⇒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𝑏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∴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𝑏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𝑏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Hence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𝑏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</m:oMath>
                </a14:m>
                <a:r>
                  <a:rPr lang="en-US" sz="2200" dirty="0">
                    <a:cs typeface="Times New Roman" panose="02020603050405020304" pitchFamily="18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∩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Thus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∩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a subgroup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Note: It can be extended to more than two subgroups.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,…,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are subgroups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∩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∩⋯∩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a subgroup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blipFill>
                <a:blip r:embed="rId3"/>
                <a:stretch>
                  <a:fillRect l="-1206" r="-113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9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265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are subgroups of a group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then prove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∪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a subgroup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if and only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⊆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⊆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Proof: 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 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are subgroups of a group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𝐺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,∗</m:t>
                        </m:r>
                      </m:e>
                    </m:d>
                    <m:r>
                      <a:rPr lang="en-US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∪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be a subgroup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𝐺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,∗</m:t>
                        </m:r>
                      </m:e>
                    </m:d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To prove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⊆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⊆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Assume the contrary,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ie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.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⊈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⊈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Then there exists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∉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∉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Since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∪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⟹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∗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∪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∪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a subgroup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  <m:r>
                      <a:rPr 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∗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𝑏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sSub>
                      <m:sSubPr>
                        <m:ctrlPr>
                          <a:rPr lang="en-US" sz="2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∗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</a:t>
                </a: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blipFill>
                <a:blip r:embed="rId3"/>
                <a:stretch>
                  <a:fillRect l="-1206" r="-1135" b="-59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10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741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Case (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i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): Let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∗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</m:t>
                    </m:r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since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 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∴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∗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∗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𝑏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 </m:t>
                    </m:r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a subgroup.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⟹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Zapf Dingbats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Zapf Dingbats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Zapf Dingbats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∗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𝑎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∗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𝑏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∈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𝐻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200" b="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⇒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𝑒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∗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𝑏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∈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𝐻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200" b="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⇒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, which contradicts the assumption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∉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blipFill>
                <a:blip r:embed="rId3"/>
                <a:stretch>
                  <a:fillRect l="-120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11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934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Case (ii): Let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∗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</m:t>
                    </m:r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b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 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𝑏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∴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∗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𝑏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∗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𝑏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−1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 </m:t>
                    </m:r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a subgroup.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⟹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𝑎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∗(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𝑏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∗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𝑏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−1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)∈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𝐻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200" b="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⇒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𝑎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∗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𝑒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∈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𝐻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200" b="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⇒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, which contradicts the assumption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∉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2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Hence in either case we have contradiction.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Our assumption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⊈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⊈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wrong.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therefore,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⊆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⊆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blipFill>
                <a:blip r:embed="rId3"/>
                <a:stretch>
                  <a:fillRect l="-120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12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820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Conversely,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⊆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⊆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I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To prove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⋃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a subgroup.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⊆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⋃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  <m:r>
                      <a:rPr lang="en-I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∴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⋃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a subgroup.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⊆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I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⋃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  <m:r>
                      <a:rPr lang="en-IN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I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2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∴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⋃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a subgroup.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Thus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⋃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a subgroup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G</m:t>
                        </m:r>
                        <m:r>
                          <a:rPr lang="en-IN" sz="2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,∗</m:t>
                        </m:r>
                      </m:e>
                    </m:d>
                    <m:r>
                      <a:rPr lang="en-IN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 </a:t>
                </a: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blipFill rotWithShape="0">
                <a:blip r:embed="rId3"/>
                <a:stretch>
                  <a:fillRect l="-120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13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466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Give an example to show that union of subgroups is not a subgroup.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We know that </a:t>
                </a:r>
                <a14:m>
                  <m:oMath xmlns:m="http://schemas.openxmlformats.org/officeDocument/2006/math">
                    <m:r>
                      <a:rPr lang="en-I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(</m:t>
                    </m:r>
                    <m:r>
                      <a:rPr lang="en-I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𝑍</m:t>
                    </m:r>
                    <m:r>
                      <a:rPr lang="en-I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,+)</m:t>
                    </m:r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a group.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I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=2</m:t>
                    </m:r>
                    <m:r>
                      <a:rPr lang="en-I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𝑍</m:t>
                    </m:r>
                    <m:r>
                      <a:rPr lang="en-I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 </m:t>
                    </m:r>
                    <m:sSub>
                      <m:sSubPr>
                        <m:ctrlP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  <m:r>
                      <a:rPr lang="en-I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=3</m:t>
                    </m:r>
                    <m:r>
                      <a:rPr lang="en-I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𝑍</m:t>
                    </m:r>
                    <m:r>
                      <a:rPr lang="en-I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 </m:t>
                    </m:r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</m:ctrlPr>
                          </m:sSubPr>
                          <m:e>
                            <m:r>
                              <a:rPr lang="en-IN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  <m:t>𝐻</m:t>
                            </m:r>
                          </m:e>
                          <m:sub>
                            <m:r>
                              <a:rPr lang="en-IN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  <m:t>1</m:t>
                            </m:r>
                          </m:sub>
                        </m:sSub>
                        <m: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,+</m:t>
                        </m:r>
                      </m:e>
                    </m:d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</m:ctrlPr>
                          </m:sSubPr>
                          <m:e>
                            <m:r>
                              <a:rPr lang="en-IN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  <m:t>𝐻</m:t>
                            </m:r>
                          </m:e>
                          <m:sub>
                            <m:r>
                              <a:rPr lang="en-IN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  <m:t>2</m:t>
                            </m:r>
                          </m:sub>
                        </m:sSub>
                        <m: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,+</m:t>
                        </m:r>
                      </m:e>
                    </m:d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are subgroups of </a:t>
                </a:r>
                <a14:m>
                  <m:oMath xmlns:m="http://schemas.openxmlformats.org/officeDocument/2006/math">
                    <m:r>
                      <a:rPr lang="en-I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𝑍</m:t>
                    </m:r>
                    <m:r>
                      <a:rPr lang="en-I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Now </a:t>
                </a:r>
                <a14:m>
                  <m:oMath xmlns:m="http://schemas.openxmlformats.org/officeDocument/2006/math">
                    <m:r>
                      <a:rPr lang="en-I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2∈</m:t>
                    </m:r>
                    <m:sSub>
                      <m:sSubPr>
                        <m:ctrlP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3∈</m:t>
                    </m:r>
                    <m:sSub>
                      <m:sSubPr>
                        <m:ctrlP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</a:t>
                </a:r>
                <a14:m>
                  <m:oMath xmlns:m="http://schemas.openxmlformats.org/officeDocument/2006/math">
                    <m:r>
                      <a:rPr lang="en-IN" sz="2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∴2,3∈</m:t>
                    </m:r>
                    <m:sSub>
                      <m:sSubPr>
                        <m:ctrlPr>
                          <a:rPr lang="en-IN" sz="2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IN" sz="2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IN" sz="2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IN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∪</m:t>
                    </m:r>
                    <m:sSub>
                      <m:sSubPr>
                        <m:ctrlPr>
                          <a:rPr lang="en-IN" sz="2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IN" sz="2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IN" sz="2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But </a:t>
                </a:r>
                <a14:m>
                  <m:oMath xmlns:m="http://schemas.openxmlformats.org/officeDocument/2006/math">
                    <m:r>
                      <a:rPr lang="en-I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2+3=5∉</m:t>
                    </m:r>
                    <m:sSub>
                      <m:sSubPr>
                        <m:ctrlPr>
                          <a:rPr lang="en-I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I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I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IN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∪</m:t>
                    </m:r>
                    <m:sSub>
                      <m:sSubPr>
                        <m:ctrlPr>
                          <a:rPr lang="en-IN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IN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IN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5∉</m:t>
                    </m:r>
                    <m:sSub>
                      <m:sSubPr>
                        <m:ctrlP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2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5∉</m:t>
                    </m:r>
                    <m:sSub>
                      <m:sSubPr>
                        <m:ctrlPr>
                          <a:rPr lang="en-IN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IN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1</m:t>
                        </m:r>
                      </m:sub>
                    </m:sSub>
                    <m:r>
                      <a:rPr lang="en-I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∪</m:t>
                    </m:r>
                    <m:sSub>
                      <m:sSubPr>
                        <m:ctrlPr>
                          <a:rPr lang="en-I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I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𝐻</m:t>
                        </m:r>
                      </m:e>
                      <m:sub>
                        <m:r>
                          <a:rPr lang="en-I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not a subgroup.</a:t>
                </a: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blipFill rotWithShape="0">
                <a:blip r:embed="rId3"/>
                <a:stretch>
                  <a:fillRect l="-120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14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31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Cyclic subgroup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Definition: Let </a:t>
                </a:r>
                <a14:m>
                  <m:oMath xmlns:m="http://schemas.openxmlformats.org/officeDocument/2006/math"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(</m:t>
                    </m:r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be a group and </a:t>
                </a:r>
                <a14:m>
                  <m:oMath xmlns:m="http://schemas.openxmlformats.org/officeDocument/2006/math"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.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</m:ctrlPr>
                          </m:sSupPr>
                          <m:e>
                            <m:r>
                              <a:rPr lang="en-IN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1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Zapf Dingbats"/>
                              </a:rPr>
                              <m:t>𝑛</m:t>
                            </m:r>
                          </m:sup>
                        </m:sSup>
                        <m:r>
                          <a:rPr lang="en-IN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 | </m:t>
                        </m:r>
                        <m:r>
                          <a:rPr lang="en-IN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𝑛</m:t>
                        </m:r>
                        <m:r>
                          <a:rPr lang="en-IN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∈</m:t>
                        </m:r>
                        <m:r>
                          <a:rPr lang="en-IN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𝑍</m:t>
                        </m:r>
                      </m:e>
                    </m:d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a subgroup of </a:t>
                </a:r>
                <a14:m>
                  <m:oMath xmlns:m="http://schemas.openxmlformats.org/officeDocument/2006/math"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 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is called the cyclic subgroup of </a:t>
                </a:r>
                <a14:m>
                  <m:oMath xmlns:m="http://schemas.openxmlformats.org/officeDocument/2006/math"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generated by </a:t>
                </a:r>
                <a14:m>
                  <m:oMath xmlns:m="http://schemas.openxmlformats.org/officeDocument/2006/math"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</m:oMath>
                </a14:m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It is denoted by </a:t>
                </a:r>
                <a14:m>
                  <m:oMath xmlns:m="http://schemas.openxmlformats.org/officeDocument/2006/math"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(</m:t>
                    </m:r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&lt;</m:t>
                    </m:r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&gt;.</m:t>
                    </m:r>
                  </m:oMath>
                </a14:m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Note: If the binary operation of </a:t>
                </a:r>
                <a14:m>
                  <m:oMath xmlns:m="http://schemas.openxmlformats.org/officeDocument/2006/math"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denoted by +, then instead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IN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IN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𝑛</m:t>
                        </m:r>
                      </m:sup>
                    </m:sSup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 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we write </a:t>
                </a:r>
                <a14:m>
                  <m:oMath xmlns:m="http://schemas.openxmlformats.org/officeDocument/2006/math"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𝑛𝑎</m:t>
                    </m:r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Example: In the group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IN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𝑍</m:t>
                        </m:r>
                        <m:r>
                          <a:rPr lang="en-IN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,+</m:t>
                        </m:r>
                      </m:e>
                    </m:d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  2</m:t>
                    </m:r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𝑍</m:t>
                    </m:r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=&lt;2&gt;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the cyclic subgroup generated by 2.</a:t>
                </a: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blipFill>
                <a:blip r:embed="rId3"/>
                <a:stretch>
                  <a:fillRect l="-1135" r="-106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15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891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Every subgroup of a cyclic group is cyclic.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Proof: Let </a:t>
                </a:r>
                <a14:m>
                  <m:oMath xmlns:m="http://schemas.openxmlformats.org/officeDocument/2006/math">
                    <m:r>
                      <a:rPr lang="en-IN" sz="21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  <m:r>
                      <a:rPr lang="en-IN" sz="21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 &lt;</m:t>
                    </m:r>
                    <m:r>
                      <a:rPr lang="en-IN" sz="21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IN" sz="21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&gt;</m:t>
                    </m:r>
                    <m:r>
                      <m:rPr>
                        <m:sty m:val="p"/>
                      </m:rPr>
                      <a:rPr lang="en-US" sz="21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is</m:t>
                    </m:r>
                    <m:r>
                      <a:rPr lang="en-US" sz="21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 </m:t>
                    </m:r>
                    <m:r>
                      <m:rPr>
                        <m:sty m:val="p"/>
                      </m:rPr>
                      <a:rPr lang="en-US" sz="21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a</m:t>
                    </m:r>
                    <m:r>
                      <a:rPr lang="en-US" sz="21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 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cyclic group generated by </a:t>
                </a:r>
                <a14:m>
                  <m:oMath xmlns:m="http://schemas.openxmlformats.org/officeDocument/2006/math"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and let </a:t>
                </a:r>
                <a14:m>
                  <m:oMath xmlns:m="http://schemas.openxmlformats.org/officeDocument/2006/math"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its subgroup</a:t>
                </a:r>
                <a14:m>
                  <m:oMath xmlns:m="http://schemas.openxmlformats.org/officeDocument/2006/math"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or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, then obviously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cyclic.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So let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be a proper subgroup of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𝐺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∴ 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the elements of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are integral powers of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𝑠</m:t>
                        </m:r>
                      </m:sup>
                    </m:sSup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 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then the inverse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−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𝑠</m:t>
                        </m:r>
                      </m:sup>
                    </m:sSup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1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contains positive as well as negative integral powers of </a:t>
                </a:r>
                <a14:m>
                  <m:oMath xmlns:m="http://schemas.openxmlformats.org/officeDocument/2006/math">
                    <m:r>
                      <a:rPr lang="en-IN" sz="21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𝑎</m:t>
                    </m:r>
                    <m:r>
                      <a:rPr lang="en-IN" sz="21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blipFill>
                <a:blip r:embed="rId3"/>
                <a:stretch>
                  <a:fillRect l="-113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16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327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𝑚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be the least positive integer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IN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IN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𝑚</m:t>
                        </m:r>
                      </m:sup>
                    </m:sSup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We shall prove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IN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IN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is a generator of </a:t>
                </a:r>
                <a14:m>
                  <m:oMath xmlns:m="http://schemas.openxmlformats.org/officeDocument/2006/math"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IN" sz="21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</a:t>
                </a:r>
                <a:r>
                  <a:rPr lang="en-IN" sz="2100" b="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ie</a:t>
                </a:r>
                <a:r>
                  <a:rPr lang="en-IN" sz="2100" b="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 &lt;</m:t>
                    </m:r>
                    <m:sSup>
                      <m:sSupPr>
                        <m:ctrlP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𝑚</m:t>
                        </m:r>
                      </m:sup>
                    </m:sSup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&gt;</m:t>
                    </m:r>
                  </m:oMath>
                </a14:m>
                <a:endParaRPr lang="en-IN" sz="2100" b="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be any arbitrary element of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By division algorithm, there exists integers </a:t>
                </a:r>
                <a14:m>
                  <m:oMath xmlns:m="http://schemas.openxmlformats.org/officeDocument/2006/math"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𝑞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𝑟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t</m:t>
                    </m:r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</m:t>
                    </m:r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𝑚𝑞</m:t>
                    </m:r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+</m:t>
                    </m:r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𝑟</m:t>
                    </m:r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,  0≤</m:t>
                    </m:r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𝑟</m:t>
                    </m:r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&lt;</m:t>
                    </m:r>
                    <m:r>
                      <a:rPr lang="en-I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𝑚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Zapf Dingbats"/>
                  </a:rPr>
                  <a:t>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𝑡</m:t>
                        </m:r>
                      </m:sup>
                    </m:sSup>
                    <m:r>
                      <a:rPr lang="en-US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IN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IN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IN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𝑚𝑞</m:t>
                        </m:r>
                        <m:r>
                          <a:rPr lang="en-IN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+</m:t>
                        </m:r>
                        <m:r>
                          <a:rPr lang="en-IN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𝑟</m:t>
                        </m:r>
                      </m:sup>
                    </m:sSup>
                  </m:oMath>
                </a14:m>
                <a:endParaRPr lang="en-IN" sz="2100" b="0" i="1" dirty="0">
                  <a:latin typeface="Cambria Math" panose="020405030504060302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              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  </m:t>
                      </m:r>
                      <m:r>
                        <a:rPr lang="en-IN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=</m:t>
                      </m:r>
                      <m:sSup>
                        <m:sSupPr>
                          <m:ctrlPr>
                            <a:rPr lang="en-IN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IN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IN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𝑚𝑞</m:t>
                          </m:r>
                        </m:sup>
                      </m:sSup>
                      <m:r>
                        <a:rPr lang="en-IN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∗</m:t>
                      </m:r>
                      <m:sSup>
                        <m:sSupPr>
                          <m:ctrlPr>
                            <a:rPr lang="en-IN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IN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IN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              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 ∴</m:t>
                      </m:r>
                      <m:sSup>
                        <m:sSup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𝑟</m:t>
                          </m:r>
                        </m:sup>
                      </m:sSup>
                      <m:r>
                        <a:rPr lang="en-IN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=</m:t>
                      </m:r>
                      <m:sSup>
                        <m:sSupPr>
                          <m:ctrlPr>
                            <a:rPr lang="en-IN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IN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𝑡</m:t>
                          </m:r>
                        </m:sup>
                      </m:sSup>
                      <m:r>
                        <a:rPr lang="en-US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∗</m:t>
                      </m:r>
                      <m:sSup>
                        <m:sSup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−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𝑚𝑞</m:t>
                          </m:r>
                        </m:sup>
                      </m:sSup>
                    </m:oMath>
                  </m:oMathPara>
                </a14:m>
                <a:endParaRPr lang="en-US" sz="2100" b="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                         =</m:t>
                      </m:r>
                      <m:sSup>
                        <m:sSupPr>
                          <m:ctrlP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𝑡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−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𝑚𝑞</m:t>
                          </m:r>
                        </m:sup>
                      </m:sSup>
                    </m:oMath>
                  </m:oMathPara>
                </a14:m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blipFill>
                <a:blip r:embed="rId3"/>
                <a:stretch>
                  <a:fillRect l="-1135" r="-28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17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620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𝑚</m:t>
                        </m:r>
                      </m:sup>
                    </m:sSup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  </m:t>
                    </m:r>
                  </m:oMath>
                </a14:m>
                <a:endParaRPr lang="en-US" sz="2000" b="0" i="1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                    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⇒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𝑚𝑞</m:t>
                          </m:r>
                        </m:sup>
                      </m:sSup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∈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𝐻</m:t>
                      </m:r>
                    </m:oMath>
                  </m:oMathPara>
                </a14:m>
                <a:endParaRPr lang="en-US" sz="2000" b="0" i="1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                   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⇒</m:t>
                    </m:r>
                    <m:sSup>
                      <m:sSupPr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−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𝑚𝑞</m:t>
                        </m:r>
                      </m:sup>
                    </m:sSup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∴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𝑡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,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𝑚𝑞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𝐻</m:t>
                      </m:r>
                    </m:oMath>
                  </m:oMathPara>
                </a14:m>
                <a:endParaRPr lang="en-US" sz="20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⟹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𝑚𝑞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𝐻</m:t>
                      </m:r>
                    </m:oMath>
                  </m:oMathPara>
                </a14:m>
                <a:endParaRPr lang="en-US" sz="2000" b="0" i="1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sz="20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  <a:sym typeface="Zapf Dingbats"/>
                  </a:rPr>
                  <a:t>			       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⇒</m:t>
                    </m:r>
                    <m:sSup>
                      <m:sSup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𝑟</m:t>
                        </m:r>
                      </m:sup>
                    </m:sSup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since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𝑚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the lease positive integer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𝑚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0≤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&lt;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𝑚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.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Therefore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=0,</m:t>
                    </m:r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Hence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𝑚𝑞</m:t>
                    </m:r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∴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𝑡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𝑚𝑞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Zapf Dingbats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  <a:sym typeface="Zapf Dingbats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  <a:sym typeface="Zapf Dingbats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  <a:sym typeface="Zapf Dingbats"/>
                                    </a:rPr>
                                    <m:t>𝑚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𝑞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,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Zapf Dingbats"/>
                            </a:rPr>
                            <m:t>𝑡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𝐻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Zapf Dingbats"/>
                        </a:rPr>
                        <m:t>.</m:t>
                      </m:r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Thus, every element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𝑡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</m:oMath>
                </a14:m>
                <a:r>
                  <a:rPr lang="en-US" sz="2000" b="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can be expressed as integral powers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𝑚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0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𝐻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=&lt;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𝑚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&gt;</m:t>
                    </m:r>
                  </m:oMath>
                </a14:m>
                <a:r>
                  <a:rPr lang="en-US" sz="2000" b="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a cyclic group generated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Zapf Dingbats"/>
                          </a:rPr>
                          <m:t>𝑚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Zapf Dingbats"/>
                      </a:rPr>
                      <m:t>.</m:t>
                    </m:r>
                  </m:oMath>
                </a14:m>
                <a:endParaRPr lang="en-US" sz="20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blipFill>
                <a:blip r:embed="rId3"/>
                <a:stretch>
                  <a:fillRect l="-993" t="-23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18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209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Order of an element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,∗)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be a group.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The order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the least positive integer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𝑚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𝑚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The order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 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is denoted by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𝑜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and we write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𝑜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𝑎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If no such integer exists, then we say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𝑎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of infinite order.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blipFill>
                <a:blip r:embed="rId3"/>
                <a:stretch>
                  <a:fillRect l="-134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19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33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Order of an element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Note: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(</a:t>
                </a:r>
                <a:r>
                  <a:rPr lang="en-US" sz="2400" dirty="0" err="1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i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) In any group the identity element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is the only element of order 1.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(ii) If the binary operation is +, then the condition is written 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𝑚𝑎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Example In the group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1, −1,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, 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2400" b="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under usual multiplication,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𝑜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𝑖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=4,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𝑜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𝑖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=4,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𝑜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−1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=2.</m:t>
                    </m:r>
                  </m:oMath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b="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since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𝑖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=−1;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𝑖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4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Zapf Dingbats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=1</m:t>
                    </m:r>
                  </m:oMath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591550" cy="5114026"/>
              </a:xfrm>
              <a:prstGeom prst="rect">
                <a:avLst/>
              </a:prstGeom>
              <a:blipFill>
                <a:blip r:embed="rId3"/>
                <a:stretch>
                  <a:fillRect l="-1348" r="-134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20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67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Order of an element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276225" y="1066800"/>
                <a:ext cx="8591550" cy="51140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Find the order of 2, 3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𝑍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8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={0, 1, 2, 3, 4,5,6,7}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 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+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Zapf Dingbats"/>
                          </a:rPr>
                          <m:t>8</m:t>
                        </m:r>
                      </m:sub>
                    </m:sSub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Solution: If the binary operation is +, then the condition is written 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𝑚𝑎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𝑒</m:t>
                    </m:r>
                    <m:r>
                      <a:rPr lang="en-US" sz="2400" i="1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.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2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=4;3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=6;4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=8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≡0 (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mod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8)</m:t>
                      </m:r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𝑜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=4</m:t>
                      </m:r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2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3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6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;3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3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9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;4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3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12;5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3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=15;</m:t>
                      </m:r>
                    </m:oMath>
                  </m:oMathPara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6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3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18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7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3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21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8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3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24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≡0 (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mod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 8)</m:t>
                      </m:r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∴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𝑜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Zapf Dingbats"/>
                            </a:rPr>
                            <m:t>3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Zapf Dingbats"/>
                        </a:rPr>
                        <m:t>8</m:t>
                      </m:r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6225" y="1066800"/>
                <a:ext cx="8591550" cy="5114026"/>
              </a:xfrm>
              <a:prstGeom prst="rect">
                <a:avLst/>
              </a:prstGeom>
              <a:blipFill>
                <a:blip r:embed="rId3"/>
                <a:stretch>
                  <a:fillRect l="-1348" r="-134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21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844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19763</TotalTime>
  <Words>1949</Words>
  <Application>Microsoft Office PowerPoint</Application>
  <PresentationFormat>On-screen Show (4:3)</PresentationFormat>
  <Paragraphs>216</Paragraphs>
  <Slides>21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Bookman Old Style</vt:lpstr>
      <vt:lpstr>Cambria Math</vt:lpstr>
      <vt:lpstr>Times New Roman</vt:lpstr>
      <vt:lpstr>Verdana</vt:lpstr>
      <vt:lpstr>1_Default Design</vt:lpstr>
      <vt:lpstr>CorelDRAW</vt:lpstr>
      <vt:lpstr>Subgroup</vt:lpstr>
      <vt:lpstr>Definition</vt:lpstr>
      <vt:lpstr>Theorem</vt:lpstr>
      <vt:lpstr>Proof:</vt:lpstr>
      <vt:lpstr>Proof:</vt:lpstr>
      <vt:lpstr>Theorem</vt:lpstr>
      <vt:lpstr>Theorem</vt:lpstr>
      <vt:lpstr>Theorem</vt:lpstr>
      <vt:lpstr>Theorem</vt:lpstr>
      <vt:lpstr>Theorem</vt:lpstr>
      <vt:lpstr>Theorem</vt:lpstr>
      <vt:lpstr>Theorem</vt:lpstr>
      <vt:lpstr>Theorem</vt:lpstr>
      <vt:lpstr>Example</vt:lpstr>
      <vt:lpstr>Cyclic subgroup</vt:lpstr>
      <vt:lpstr>Theorem</vt:lpstr>
      <vt:lpstr>Theorem</vt:lpstr>
      <vt:lpstr>Theorem</vt:lpstr>
      <vt:lpstr>Order of an element</vt:lpstr>
      <vt:lpstr>Order of an element</vt:lpstr>
      <vt:lpstr>Order of an element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SENTHIL KUMAR</dc:creator>
  <cp:lastModifiedBy>Rajalaxmi Tm</cp:lastModifiedBy>
  <cp:revision>3542</cp:revision>
  <cp:lastPrinted>2025-07-09T11:40:31Z</cp:lastPrinted>
  <dcterms:created xsi:type="dcterms:W3CDTF">2006-09-22T10:59:01Z</dcterms:created>
  <dcterms:modified xsi:type="dcterms:W3CDTF">2025-09-09T06:31:57Z</dcterms:modified>
</cp:coreProperties>
</file>