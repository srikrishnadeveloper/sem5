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57"/>
  </p:notesMasterIdLst>
  <p:handoutMasterIdLst>
    <p:handoutMasterId r:id="rId58"/>
  </p:handoutMasterIdLst>
  <p:sldIdLst>
    <p:sldId id="631" r:id="rId2"/>
    <p:sldId id="688" r:id="rId3"/>
    <p:sldId id="689" r:id="rId4"/>
    <p:sldId id="690" r:id="rId5"/>
    <p:sldId id="691" r:id="rId6"/>
    <p:sldId id="692" r:id="rId7"/>
    <p:sldId id="693" r:id="rId8"/>
    <p:sldId id="694" r:id="rId9"/>
    <p:sldId id="695" r:id="rId10"/>
    <p:sldId id="696" r:id="rId11"/>
    <p:sldId id="697" r:id="rId12"/>
    <p:sldId id="698" r:id="rId13"/>
    <p:sldId id="699" r:id="rId14"/>
    <p:sldId id="700" r:id="rId15"/>
    <p:sldId id="701" r:id="rId16"/>
    <p:sldId id="702" r:id="rId17"/>
    <p:sldId id="703" r:id="rId18"/>
    <p:sldId id="724" r:id="rId19"/>
    <p:sldId id="722" r:id="rId20"/>
    <p:sldId id="704" r:id="rId21"/>
    <p:sldId id="705" r:id="rId22"/>
    <p:sldId id="706" r:id="rId23"/>
    <p:sldId id="707" r:id="rId24"/>
    <p:sldId id="708" r:id="rId25"/>
    <p:sldId id="709" r:id="rId26"/>
    <p:sldId id="710" r:id="rId27"/>
    <p:sldId id="711" r:id="rId28"/>
    <p:sldId id="712" r:id="rId29"/>
    <p:sldId id="713" r:id="rId30"/>
    <p:sldId id="715" r:id="rId31"/>
    <p:sldId id="716" r:id="rId32"/>
    <p:sldId id="717" r:id="rId33"/>
    <p:sldId id="718" r:id="rId34"/>
    <p:sldId id="719" r:id="rId35"/>
    <p:sldId id="679" r:id="rId36"/>
    <p:sldId id="725" r:id="rId37"/>
    <p:sldId id="726" r:id="rId38"/>
    <p:sldId id="727" r:id="rId39"/>
    <p:sldId id="728" r:id="rId40"/>
    <p:sldId id="729" r:id="rId41"/>
    <p:sldId id="682" r:id="rId42"/>
    <p:sldId id="730" r:id="rId43"/>
    <p:sldId id="731" r:id="rId44"/>
    <p:sldId id="732" r:id="rId45"/>
    <p:sldId id="733" r:id="rId46"/>
    <p:sldId id="734" r:id="rId47"/>
    <p:sldId id="685" r:id="rId48"/>
    <p:sldId id="735" r:id="rId49"/>
    <p:sldId id="736" r:id="rId50"/>
    <p:sldId id="737" r:id="rId51"/>
    <p:sldId id="738" r:id="rId52"/>
    <p:sldId id="739" r:id="rId53"/>
    <p:sldId id="714" r:id="rId54"/>
    <p:sldId id="687" r:id="rId55"/>
    <p:sldId id="740" r:id="rId5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09A"/>
    <a:srgbClr val="66CCFF"/>
    <a:srgbClr val="90B0D4"/>
    <a:srgbClr val="B4593C"/>
    <a:srgbClr val="0066CC"/>
    <a:srgbClr val="547B9C"/>
    <a:srgbClr val="0079BC"/>
    <a:srgbClr val="3E708E"/>
    <a:srgbClr val="3399FF"/>
    <a:srgbClr val="A54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DFC52-9F1E-4482-8A43-4ECCEAF48F84}" v="2327" dt="2025-07-07T07:08:37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332" autoAdjust="0"/>
  </p:normalViewPr>
  <p:slideViewPr>
    <p:cSldViewPr>
      <p:cViewPr varScale="1">
        <p:scale>
          <a:sx n="74" d="100"/>
          <a:sy n="74" d="100"/>
        </p:scale>
        <p:origin x="1032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"/>
    </p:cViewPr>
  </p:sorterViewPr>
  <p:notesViewPr>
    <p:cSldViewPr>
      <p:cViewPr varScale="1">
        <p:scale>
          <a:sx n="55" d="100"/>
          <a:sy n="55" d="100"/>
        </p:scale>
        <p:origin x="-2892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laxmi Tm" userId="07d615e3-8cfe-4aec-8adf-6f27dc561784" providerId="ADAL" clId="{F5FDFC52-9F1E-4482-8A43-4ECCEAF48F84}"/>
    <pc:docChg chg="custSel addSld modSld modMainMaster modNotesMaster">
      <pc:chgData name="Rajalaxmi Tm" userId="07d615e3-8cfe-4aec-8adf-6f27dc561784" providerId="ADAL" clId="{F5FDFC52-9F1E-4482-8A43-4ECCEAF48F84}" dt="2025-07-07T07:08:37.635" v="2999" actId="113"/>
      <pc:docMkLst>
        <pc:docMk/>
      </pc:docMkLst>
      <pc:sldChg chg="modSp mod modNotes">
        <pc:chgData name="Rajalaxmi Tm" userId="07d615e3-8cfe-4aec-8adf-6f27dc561784" providerId="ADAL" clId="{F5FDFC52-9F1E-4482-8A43-4ECCEAF48F84}" dt="2025-07-07T04:25:27.291" v="35" actId="20577"/>
        <pc:sldMkLst>
          <pc:docMk/>
          <pc:sldMk cId="1053448063" sldId="631"/>
        </pc:sldMkLst>
        <pc:spChg chg="mod">
          <ac:chgData name="Rajalaxmi Tm" userId="07d615e3-8cfe-4aec-8adf-6f27dc561784" providerId="ADAL" clId="{F5FDFC52-9F1E-4482-8A43-4ECCEAF48F84}" dt="2025-07-07T04:25:27.291" v="35" actId="20577"/>
          <ac:spMkLst>
            <pc:docMk/>
            <pc:sldMk cId="1053448063" sldId="631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k cId="1053448063" sldId="631"/>
            <ac:spMk id="278530" creationId="{00000000-0000-0000-0000-000000000000}"/>
          </ac:spMkLst>
        </pc:spChg>
      </pc:sldChg>
      <pc:sldChg chg="delSp modSp mod modNotes">
        <pc:chgData name="Rajalaxmi Tm" userId="07d615e3-8cfe-4aec-8adf-6f27dc561784" providerId="ADAL" clId="{F5FDFC52-9F1E-4482-8A43-4ECCEAF48F84}" dt="2025-07-07T05:01:40.523" v="971" actId="113"/>
        <pc:sldMkLst>
          <pc:docMk/>
          <pc:sldMk cId="733264316" sldId="632"/>
        </pc:sldMkLst>
        <pc:spChg chg="mod">
          <ac:chgData name="Rajalaxmi Tm" userId="07d615e3-8cfe-4aec-8adf-6f27dc561784" providerId="ADAL" clId="{F5FDFC52-9F1E-4482-8A43-4ECCEAF48F84}" dt="2025-07-07T05:01:40.523" v="971" actId="113"/>
          <ac:spMkLst>
            <pc:docMk/>
            <pc:sldMk cId="733264316" sldId="632"/>
            <ac:spMk id="2" creationId="{7B6EA86C-E085-A00A-9709-3840D71DE022}"/>
          </ac:spMkLst>
        </pc:spChg>
        <pc:spChg chg="mod">
          <ac:chgData name="Rajalaxmi Tm" userId="07d615e3-8cfe-4aec-8adf-6f27dc561784" providerId="ADAL" clId="{F5FDFC52-9F1E-4482-8A43-4ECCEAF48F84}" dt="2025-07-07T04:55:16.003" v="625" actId="113"/>
          <ac:spMkLst>
            <pc:docMk/>
            <pc:sldMk cId="733264316" sldId="632"/>
            <ac:spMk id="7" creationId="{00000000-0000-0000-0000-000000000000}"/>
          </ac:spMkLst>
        </pc:spChg>
        <pc:spChg chg="del mod">
          <ac:chgData name="Rajalaxmi Tm" userId="07d615e3-8cfe-4aec-8adf-6f27dc561784" providerId="ADAL" clId="{F5FDFC52-9F1E-4482-8A43-4ECCEAF48F84}" dt="2025-07-07T04:26:04.744" v="60" actId="478"/>
          <ac:spMkLst>
            <pc:docMk/>
            <pc:sldMk cId="733264316" sldId="632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56.928" v="59" actId="20577"/>
          <ac:spMkLst>
            <pc:docMk/>
            <pc:sldMk cId="733264316" sldId="632"/>
            <ac:spMk id="278530" creationId="{00000000-0000-0000-0000-000000000000}"/>
          </ac:spMkLst>
        </pc:spChg>
      </pc:sldChg>
      <pc:sldChg chg="modSp mod">
        <pc:chgData name="Rajalaxmi Tm" userId="07d615e3-8cfe-4aec-8adf-6f27dc561784" providerId="ADAL" clId="{F5FDFC52-9F1E-4482-8A43-4ECCEAF48F84}" dt="2025-07-07T05:31:05.150" v="1912" actId="207"/>
        <pc:sldMkLst>
          <pc:docMk/>
          <pc:sldMk cId="1592017103" sldId="640"/>
        </pc:sldMkLst>
        <pc:spChg chg="mod">
          <ac:chgData name="Rajalaxmi Tm" userId="07d615e3-8cfe-4aec-8adf-6f27dc561784" providerId="ADAL" clId="{F5FDFC52-9F1E-4482-8A43-4ECCEAF48F84}" dt="2025-07-07T05:31:05.150" v="1912" actId="207"/>
          <ac:spMkLst>
            <pc:docMk/>
            <pc:sldMk cId="1592017103" sldId="640"/>
            <ac:spMk id="2" creationId="{C2911B4B-43F1-4A79-97B5-ACD47DFBF948}"/>
          </ac:spMkLst>
        </pc:spChg>
      </pc:sldChg>
      <pc:sldChg chg="modSp add mod">
        <pc:chgData name="Rajalaxmi Tm" userId="07d615e3-8cfe-4aec-8adf-6f27dc561784" providerId="ADAL" clId="{F5FDFC52-9F1E-4482-8A43-4ECCEAF48F84}" dt="2025-07-07T05:01:46.878" v="973" actId="113"/>
        <pc:sldMkLst>
          <pc:docMk/>
          <pc:sldMk cId="3243231708" sldId="641"/>
        </pc:sldMkLst>
        <pc:spChg chg="mod">
          <ac:chgData name="Rajalaxmi Tm" userId="07d615e3-8cfe-4aec-8adf-6f27dc561784" providerId="ADAL" clId="{F5FDFC52-9F1E-4482-8A43-4ECCEAF48F84}" dt="2025-07-07T05:01:46.878" v="973" actId="113"/>
          <ac:spMkLst>
            <pc:docMk/>
            <pc:sldMk cId="3243231708" sldId="641"/>
            <ac:spMk id="2" creationId="{06F5E048-A8EC-75B9-CEB4-34E8FDDBA7ED}"/>
          </ac:spMkLst>
        </pc:spChg>
        <pc:spChg chg="mod">
          <ac:chgData name="Rajalaxmi Tm" userId="07d615e3-8cfe-4aec-8adf-6f27dc561784" providerId="ADAL" clId="{F5FDFC52-9F1E-4482-8A43-4ECCEAF48F84}" dt="2025-07-07T04:57:04.234" v="739" actId="6549"/>
          <ac:spMkLst>
            <pc:docMk/>
            <pc:sldMk cId="3243231708" sldId="641"/>
            <ac:spMk id="7" creationId="{00000000-0000-0000-0000-000000000000}"/>
          </ac:spMkLst>
        </pc:spChg>
      </pc:sldChg>
      <pc:sldChg chg="modSp add mod modAnim">
        <pc:chgData name="Rajalaxmi Tm" userId="07d615e3-8cfe-4aec-8adf-6f27dc561784" providerId="ADAL" clId="{F5FDFC52-9F1E-4482-8A43-4ECCEAF48F84}" dt="2025-07-07T05:01:53.194" v="975" actId="113"/>
        <pc:sldMkLst>
          <pc:docMk/>
          <pc:sldMk cId="37369295" sldId="642"/>
        </pc:sldMkLst>
        <pc:spChg chg="mod">
          <ac:chgData name="Rajalaxmi Tm" userId="07d615e3-8cfe-4aec-8adf-6f27dc561784" providerId="ADAL" clId="{F5FDFC52-9F1E-4482-8A43-4ECCEAF48F84}" dt="2025-07-07T05:01:53.194" v="975" actId="113"/>
          <ac:spMkLst>
            <pc:docMk/>
            <pc:sldMk cId="37369295" sldId="642"/>
            <ac:spMk id="2" creationId="{C0790F49-8A6F-BEE7-72E7-B3901747ECEA}"/>
          </ac:spMkLst>
        </pc:spChg>
        <pc:spChg chg="mod">
          <ac:chgData name="Rajalaxmi Tm" userId="07d615e3-8cfe-4aec-8adf-6f27dc561784" providerId="ADAL" clId="{F5FDFC52-9F1E-4482-8A43-4ECCEAF48F84}" dt="2025-07-07T05:00:12.699" v="962" actId="33524"/>
          <ac:spMkLst>
            <pc:docMk/>
            <pc:sldMk cId="37369295" sldId="642"/>
            <ac:spMk id="7" creationId="{00000000-0000-0000-0000-000000000000}"/>
          </ac:spMkLst>
        </pc:spChg>
      </pc:sldChg>
      <pc:sldChg chg="modSp add modAnim">
        <pc:chgData name="Rajalaxmi Tm" userId="07d615e3-8cfe-4aec-8adf-6f27dc561784" providerId="ADAL" clId="{F5FDFC52-9F1E-4482-8A43-4ECCEAF48F84}" dt="2025-07-07T05:23:13.419" v="1701" actId="20577"/>
        <pc:sldMkLst>
          <pc:docMk/>
          <pc:sldMk cId="1062091573" sldId="643"/>
        </pc:sldMkLst>
        <pc:spChg chg="mod">
          <ac:chgData name="Rajalaxmi Tm" userId="07d615e3-8cfe-4aec-8adf-6f27dc561784" providerId="ADAL" clId="{F5FDFC52-9F1E-4482-8A43-4ECCEAF48F84}" dt="2025-07-07T05:23:13.419" v="1701" actId="20577"/>
          <ac:spMkLst>
            <pc:docMk/>
            <pc:sldMk cId="1062091573" sldId="643"/>
            <ac:spMk id="7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5:30:29.199" v="1905"/>
        <pc:sldMkLst>
          <pc:docMk/>
          <pc:sldMk cId="3506678138" sldId="644"/>
        </pc:sldMkLst>
        <pc:spChg chg="mod">
          <ac:chgData name="Rajalaxmi Tm" userId="07d615e3-8cfe-4aec-8adf-6f27dc561784" providerId="ADAL" clId="{F5FDFC52-9F1E-4482-8A43-4ECCEAF48F84}" dt="2025-07-07T05:29:49.303" v="1898" actId="20577"/>
          <ac:spMkLst>
            <pc:docMk/>
            <pc:sldMk cId="3506678138" sldId="644"/>
            <ac:spMk id="7" creationId="{00000000-0000-0000-0000-000000000000}"/>
          </ac:spMkLst>
        </pc:spChg>
        <pc:graphicFrameChg chg="add mod modGraphic">
          <ac:chgData name="Rajalaxmi Tm" userId="07d615e3-8cfe-4aec-8adf-6f27dc561784" providerId="ADAL" clId="{F5FDFC52-9F1E-4482-8A43-4ECCEAF48F84}" dt="2025-07-07T05:24:32.290" v="1725" actId="20577"/>
          <ac:graphicFrameMkLst>
            <pc:docMk/>
            <pc:sldMk cId="3506678138" sldId="644"/>
            <ac:graphicFrameMk id="3" creationId="{481CFE5A-F4EF-E185-3216-7131D3607D39}"/>
          </ac:graphicFrameMkLst>
        </pc:graphicFrameChg>
      </pc:sldChg>
      <pc:sldChg chg="delSp modSp add mod modAnim">
        <pc:chgData name="Rajalaxmi Tm" userId="07d615e3-8cfe-4aec-8adf-6f27dc561784" providerId="ADAL" clId="{F5FDFC52-9F1E-4482-8A43-4ECCEAF48F84}" dt="2025-07-07T06:54:01.629" v="2200"/>
        <pc:sldMkLst>
          <pc:docMk/>
          <pc:sldMk cId="2456599368" sldId="645"/>
        </pc:sldMkLst>
        <pc:spChg chg="mod">
          <ac:chgData name="Rajalaxmi Tm" userId="07d615e3-8cfe-4aec-8adf-6f27dc561784" providerId="ADAL" clId="{F5FDFC52-9F1E-4482-8A43-4ECCEAF48F84}" dt="2025-07-07T06:53:50.767" v="2198" actId="20577"/>
          <ac:spMkLst>
            <pc:docMk/>
            <pc:sldMk cId="2456599368" sldId="645"/>
            <ac:spMk id="7" creationId="{00000000-0000-0000-0000-000000000000}"/>
          </ac:spMkLst>
        </pc:spChg>
        <pc:graphicFrameChg chg="del">
          <ac:chgData name="Rajalaxmi Tm" userId="07d615e3-8cfe-4aec-8adf-6f27dc561784" providerId="ADAL" clId="{F5FDFC52-9F1E-4482-8A43-4ECCEAF48F84}" dt="2025-07-07T06:50:06.303" v="1914" actId="478"/>
          <ac:graphicFrameMkLst>
            <pc:docMk/>
            <pc:sldMk cId="2456599368" sldId="645"/>
            <ac:graphicFrameMk id="3" creationId="{481CFE5A-F4EF-E185-3216-7131D3607D39}"/>
          </ac:graphicFrameMkLst>
        </pc:graphicFrameChg>
      </pc:sldChg>
      <pc:sldChg chg="modSp add modAnim">
        <pc:chgData name="Rajalaxmi Tm" userId="07d615e3-8cfe-4aec-8adf-6f27dc561784" providerId="ADAL" clId="{F5FDFC52-9F1E-4482-8A43-4ECCEAF48F84}" dt="2025-07-07T07:00:37.209" v="2631" actId="113"/>
        <pc:sldMkLst>
          <pc:docMk/>
          <pc:sldMk cId="669036708" sldId="646"/>
        </pc:sldMkLst>
        <pc:spChg chg="mod">
          <ac:chgData name="Rajalaxmi Tm" userId="07d615e3-8cfe-4aec-8adf-6f27dc561784" providerId="ADAL" clId="{F5FDFC52-9F1E-4482-8A43-4ECCEAF48F84}" dt="2025-07-07T07:00:37.209" v="2631" actId="113"/>
          <ac:spMkLst>
            <pc:docMk/>
            <pc:sldMk cId="669036708" sldId="646"/>
            <ac:spMk id="7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6:55:31.584" v="2234" actId="20577"/>
          <ac:spMkLst>
            <pc:docMk/>
            <pc:sldMk cId="669036708" sldId="646"/>
            <ac:spMk id="278530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7:08:37.635" v="2999" actId="113"/>
        <pc:sldMkLst>
          <pc:docMk/>
          <pc:sldMk cId="2124179861" sldId="647"/>
        </pc:sldMkLst>
        <pc:spChg chg="add mod">
          <ac:chgData name="Rajalaxmi Tm" userId="07d615e3-8cfe-4aec-8adf-6f27dc561784" providerId="ADAL" clId="{F5FDFC52-9F1E-4482-8A43-4ECCEAF48F84}" dt="2025-07-07T07:05:31.974" v="2811" actId="13822"/>
          <ac:spMkLst>
            <pc:docMk/>
            <pc:sldMk cId="2124179861" sldId="647"/>
            <ac:spMk id="3" creationId="{5628DFB5-176A-2380-8443-C28BE827C8B1}"/>
          </ac:spMkLst>
        </pc:spChg>
        <pc:spChg chg="add mod">
          <ac:chgData name="Rajalaxmi Tm" userId="07d615e3-8cfe-4aec-8adf-6f27dc561784" providerId="ADAL" clId="{F5FDFC52-9F1E-4482-8A43-4ECCEAF48F84}" dt="2025-07-07T07:05:52.485" v="2817" actId="1076"/>
          <ac:spMkLst>
            <pc:docMk/>
            <pc:sldMk cId="2124179861" sldId="647"/>
            <ac:spMk id="4" creationId="{D00CAEC3-9601-EBE9-B5FC-5858FD5A361B}"/>
          </ac:spMkLst>
        </pc:spChg>
        <pc:spChg chg="mod">
          <ac:chgData name="Rajalaxmi Tm" userId="07d615e3-8cfe-4aec-8adf-6f27dc561784" providerId="ADAL" clId="{F5FDFC52-9F1E-4482-8A43-4ECCEAF48F84}" dt="2025-07-07T07:08:37.635" v="2999" actId="113"/>
          <ac:spMkLst>
            <pc:docMk/>
            <pc:sldMk cId="2124179861" sldId="647"/>
            <ac:spMk id="7" creationId="{00000000-0000-0000-0000-000000000000}"/>
          </ac:spMkLst>
        </pc:spChg>
      </pc:sldChg>
      <pc:sldMasterChg chg="modSp modSldLayout">
        <pc:chgData name="Rajalaxmi Tm" userId="07d615e3-8cfe-4aec-8adf-6f27dc561784" providerId="ADAL" clId="{F5FDFC52-9F1E-4482-8A43-4ECCEAF48F84}" dt="2025-07-07T04:25:02.735" v="3"/>
        <pc:sldMasterMkLst>
          <pc:docMk/>
          <pc:sldMasterMk cId="0" sldId="2147483650"/>
        </pc:sldMasterMkLst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2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3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5" creationId="{00000000-0000-0000-0000-000000000000}"/>
          </ac:spMkLst>
        </pc:spChg>
        <pc:graphicFrameChg chg="mod">
          <ac:chgData name="Rajalaxmi Tm" userId="07d615e3-8cfe-4aec-8adf-6f27dc561784" providerId="ADAL" clId="{F5FDFC52-9F1E-4482-8A43-4ECCEAF48F84}" dt="2025-07-07T04:25:02.735" v="3"/>
          <ac:graphicFrameMkLst>
            <pc:docMk/>
            <pc:sldMasterMk cId="0" sldId="2147483650"/>
            <ac:graphicFrameMk id="10244" creationId="{00000000-0000-0000-0000-000000000000}"/>
          </ac:graphicFrameMkLst>
        </pc:graphicFrame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7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8" creationId="{00000000-0000-0000-0000-000000000000}"/>
            </ac:spMkLst>
          </pc:spChg>
          <pc:picChg chg="mod">
            <ac:chgData name="Rajalaxmi Tm" userId="07d615e3-8cfe-4aec-8adf-6f27dc561784" providerId="ADAL" clId="{F5FDFC52-9F1E-4482-8A43-4ECCEAF48F84}" dt="2025-07-07T04:25:02.735" v="3"/>
            <ac:picMkLst>
              <pc:docMk/>
              <pc:sldMasterMk cId="0" sldId="2147483650"/>
              <pc:sldLayoutMk cId="0" sldId="2147483651"/>
              <ac:picMk id="11266" creationId="{00000000-0000-0000-0000-000000000000}"/>
            </ac:picMkLst>
          </pc:pic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5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4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5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6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8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9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2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833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833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4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3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572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3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3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41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418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728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079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24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625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8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632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586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123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221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689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573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607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994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238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488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538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241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8352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74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2460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525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1945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434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3906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7385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1197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7220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6106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5171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6242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337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5478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16243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63112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57059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71539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09120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25603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04840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12991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86237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65261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8768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54778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727778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84034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50392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53868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85238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52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63356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53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05679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54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30292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55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594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2" indent="0">
              <a:buNone/>
              <a:defRPr sz="1350"/>
            </a:lvl2pPr>
            <a:lvl3pPr marL="685783" indent="0">
              <a:buNone/>
              <a:defRPr sz="1200"/>
            </a:lvl3pPr>
            <a:lvl4pPr marL="1028675" indent="0">
              <a:buNone/>
              <a:defRPr sz="1050"/>
            </a:lvl4pPr>
            <a:lvl5pPr marL="1371566" indent="0">
              <a:buNone/>
              <a:defRPr sz="1050"/>
            </a:lvl5pPr>
            <a:lvl6pPr marL="1714457" indent="0">
              <a:buNone/>
              <a:defRPr sz="1050"/>
            </a:lvl6pPr>
            <a:lvl7pPr marL="2057348" indent="0">
              <a:buNone/>
              <a:defRPr sz="1050"/>
            </a:lvl7pPr>
            <a:lvl8pPr marL="2400240" indent="0">
              <a:buNone/>
              <a:defRPr sz="1050"/>
            </a:lvl8pPr>
            <a:lvl9pPr marL="2743132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961710"/>
              </p:ext>
            </p:extLst>
          </p:nvPr>
        </p:nvGraphicFramePr>
        <p:xfrm>
          <a:off x="3" y="6117460"/>
          <a:ext cx="9143999" cy="7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6" imgW="9570600" imgH="657720" progId="">
                  <p:embed/>
                </p:oleObj>
              </mc:Choice>
              <mc:Fallback>
                <p:oleObj name="CorelDRAW" r:id="rId16" imgW="9570600" imgH="657720" progId="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" y="6117460"/>
                        <a:ext cx="9143999" cy="78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126164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fld id="{8AFEF79D-0508-431A-9382-43A6F8BABA35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5pPr>
      <a:lvl6pPr marL="342892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6pPr>
      <a:lvl7pPr marL="685783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7pPr>
      <a:lvl8pPr marL="1028675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8pPr>
      <a:lvl9pPr marL="1371566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9pPr>
    </p:titleStyle>
    <p:bodyStyle>
      <a:lvl1pPr marL="257168" indent="-257168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28" indent="-171446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20" indent="-171446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12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03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795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686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577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20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0.png"/><Relationship Id="rId5" Type="http://schemas.openxmlformats.org/officeDocument/2006/relationships/image" Target="../media/image150.png"/><Relationship Id="rId4" Type="http://schemas.openxmlformats.org/officeDocument/2006/relationships/image" Target="../media/image18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170.pn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0.png"/><Relationship Id="rId5" Type="http://schemas.openxmlformats.org/officeDocument/2006/relationships/image" Target="../media/image150.png"/><Relationship Id="rId4" Type="http://schemas.openxmlformats.org/officeDocument/2006/relationships/image" Target="../media/image21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6.png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7" Type="http://schemas.openxmlformats.org/officeDocument/2006/relationships/image" Target="../media/image4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7.png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3" Type="http://schemas.openxmlformats.org/officeDocument/2006/relationships/image" Target="../media/image430.png"/><Relationship Id="rId7" Type="http://schemas.openxmlformats.org/officeDocument/2006/relationships/image" Target="../media/image46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0.png"/><Relationship Id="rId5" Type="http://schemas.openxmlformats.org/officeDocument/2006/relationships/image" Target="../media/image440.png"/><Relationship Id="rId4" Type="http://schemas.openxmlformats.org/officeDocument/2006/relationships/image" Target="../media/image35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430.png"/><Relationship Id="rId7" Type="http://schemas.openxmlformats.org/officeDocument/2006/relationships/image" Target="../media/image46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0.png"/><Relationship Id="rId5" Type="http://schemas.openxmlformats.org/officeDocument/2006/relationships/image" Target="../media/image440.png"/><Relationship Id="rId4" Type="http://schemas.openxmlformats.org/officeDocument/2006/relationships/image" Target="../media/image350.png"/><Relationship Id="rId9" Type="http://schemas.openxmlformats.org/officeDocument/2006/relationships/image" Target="../media/image49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0060"/>
            <a:ext cx="9144000" cy="148590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Lattices and Boolean Algebra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86200"/>
            <a:ext cx="685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66CC"/>
                </a:solidFill>
              </a:rPr>
              <a:t>by</a:t>
            </a:r>
          </a:p>
          <a:p>
            <a:pPr algn="ctr"/>
            <a:endParaRPr lang="en-US" sz="2400" b="1" dirty="0">
              <a:solidFill>
                <a:srgbClr val="0066CC"/>
              </a:solidFill>
            </a:endParaRPr>
          </a:p>
          <a:p>
            <a:pPr algn="ctr"/>
            <a:r>
              <a:rPr lang="en-US" sz="2400" b="1" dirty="0">
                <a:solidFill>
                  <a:srgbClr val="0066CC"/>
                </a:solidFill>
              </a:rPr>
              <a:t>Dr. T. M. Rajalaxmi</a:t>
            </a:r>
          </a:p>
          <a:p>
            <a:pPr algn="ctr"/>
            <a:r>
              <a:rPr lang="en-US" sz="2400" b="1" dirty="0">
                <a:solidFill>
                  <a:srgbClr val="0066CC"/>
                </a:solidFill>
              </a:rPr>
              <a:t>Assistant Professor</a:t>
            </a:r>
          </a:p>
          <a:p>
            <a:pPr algn="ctr"/>
            <a:r>
              <a:rPr lang="en-US" sz="2400" b="1" dirty="0">
                <a:solidFill>
                  <a:srgbClr val="0066CC"/>
                </a:solidFill>
              </a:rPr>
              <a:t>Department of Mathematics</a:t>
            </a:r>
            <a:endParaRPr lang="en-US" sz="1600" b="1" dirty="0">
              <a:solidFill>
                <a:srgbClr val="0066C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D81AE-9945-6436-86F2-E6639788E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65331A-FB16-4349-BB1E-9292E7905A3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Hasse</a:t>
            </a:r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diagram examples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3.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2</a:t>
            </a:fld>
            <a:endParaRPr lang="en-US" sz="1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CBF57D-75AB-C7F2-ED6D-D04AC9E22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15" y="1581514"/>
            <a:ext cx="8564170" cy="11241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B50A34-5845-C117-0255-C8B80940C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11" y="2664689"/>
            <a:ext cx="8532000" cy="348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65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Hasse</a:t>
            </a:r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diagram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3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0DD24A-DCF7-8306-6E51-CDD339515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848" y="1337970"/>
            <a:ext cx="5753903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4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Hasse</a:t>
            </a:r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diagram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4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25CC39-6DF1-0255-62B9-C7BF29982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716" y="1374013"/>
            <a:ext cx="6754168" cy="202910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264D9BF-A505-764D-105B-26E8EF7094E9}"/>
              </a:ext>
            </a:extLst>
          </p:cNvPr>
          <p:cNvSpPr/>
          <p:nvPr/>
        </p:nvSpPr>
        <p:spPr>
          <a:xfrm>
            <a:off x="4419600" y="1295400"/>
            <a:ext cx="152400" cy="152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5BAD30-9A76-079E-4C1C-66A33EB98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300" y="3416868"/>
            <a:ext cx="6120000" cy="272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80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Hasse</a:t>
            </a:r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diagram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5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64D9BF-A505-764D-105B-26E8EF7094E9}"/>
              </a:ext>
            </a:extLst>
          </p:cNvPr>
          <p:cNvSpPr/>
          <p:nvPr/>
        </p:nvSpPr>
        <p:spPr>
          <a:xfrm>
            <a:off x="4419600" y="1295400"/>
            <a:ext cx="152400" cy="152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A3C636-43B5-278D-9941-343775817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11" y="1618997"/>
            <a:ext cx="6287377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13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Hasse</a:t>
            </a:r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diagram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6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64D9BF-A505-764D-105B-26E8EF7094E9}"/>
              </a:ext>
            </a:extLst>
          </p:cNvPr>
          <p:cNvSpPr/>
          <p:nvPr/>
        </p:nvSpPr>
        <p:spPr>
          <a:xfrm>
            <a:off x="4419600" y="1295400"/>
            <a:ext cx="152400" cy="152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173DF7-9805-762A-CCB1-66FFD2C7E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31" y="1371600"/>
            <a:ext cx="8154538" cy="15051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8BA5B94-D3EB-7DEF-12D4-ECAD8C43A3B9}"/>
              </a:ext>
            </a:extLst>
          </p:cNvPr>
          <p:cNvSpPr/>
          <p:nvPr/>
        </p:nvSpPr>
        <p:spPr>
          <a:xfrm>
            <a:off x="533400" y="1447800"/>
            <a:ext cx="1447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E7D161-9D60-C144-2AF5-B4320BB62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913572"/>
            <a:ext cx="5067869" cy="336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75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Hasse</a:t>
            </a:r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diagram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7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64D9BF-A505-764D-105B-26E8EF7094E9}"/>
              </a:ext>
            </a:extLst>
          </p:cNvPr>
          <p:cNvSpPr/>
          <p:nvPr/>
        </p:nvSpPr>
        <p:spPr>
          <a:xfrm>
            <a:off x="4419600" y="1295400"/>
            <a:ext cx="152400" cy="152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BA5B94-D3EB-7DEF-12D4-ECAD8C43A3B9}"/>
              </a:ext>
            </a:extLst>
          </p:cNvPr>
          <p:cNvSpPr/>
          <p:nvPr/>
        </p:nvSpPr>
        <p:spPr>
          <a:xfrm>
            <a:off x="533400" y="1447800"/>
            <a:ext cx="1447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80E327-59D1-DA4C-D5A1-62368C1CC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149" y="1433234"/>
            <a:ext cx="4486901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95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Least and Greatest element of </a:t>
            </a:r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poset</a:t>
            </a:r>
            <a:endParaRPr lang="en-US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Definition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8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D89C9D-DD42-5F47-4731-E3F134A77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78" y="1771546"/>
            <a:ext cx="8916644" cy="14861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E06FBC-2614-0B7F-4BE8-BE85644B4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8" y="3432283"/>
            <a:ext cx="9126224" cy="88594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72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Least and Greatest element of </a:t>
            </a:r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poset</a:t>
            </a:r>
            <a:endParaRPr lang="en-US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9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2C03190-9DC3-E99F-8636-6C0B24685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8413"/>
            <a:ext cx="9059539" cy="19910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603059-A8B6-8615-72FB-E05F3C054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" y="2984607"/>
            <a:ext cx="8773749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91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Least and Greatest element of </a:t>
            </a:r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poset</a:t>
            </a:r>
            <a:endParaRPr lang="en-US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10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78402-1F8C-F6F3-A45C-9CFA77490907}"/>
              </a:ext>
            </a:extLst>
          </p:cNvPr>
          <p:cNvSpPr txBox="1">
            <a:spLocks/>
          </p:cNvSpPr>
          <p:nvPr/>
        </p:nvSpPr>
        <p:spPr bwMode="auto">
          <a:xfrm>
            <a:off x="171450" y="9144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Note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F39A9-E09B-729A-EC70-B407C6700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3" y="1614577"/>
            <a:ext cx="8882514" cy="267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3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Upper and lower bounds of a subset of a </a:t>
            </a:r>
            <a:r>
              <a:rPr lang="en-US" sz="31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poset</a:t>
            </a:r>
            <a:endParaRPr lang="en-US" sz="31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11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78402-1F8C-F6F3-A45C-9CFA77490907}"/>
              </a:ext>
            </a:extLst>
          </p:cNvPr>
          <p:cNvSpPr txBox="1">
            <a:spLocks/>
          </p:cNvSpPr>
          <p:nvPr/>
        </p:nvSpPr>
        <p:spPr bwMode="auto">
          <a:xfrm>
            <a:off x="171450" y="9144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Definition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E27C87-4B4F-302C-5CD7-FFCB70194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09" y="1722405"/>
            <a:ext cx="8459381" cy="15146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468311-254F-804F-8BD9-5E9446146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987" y="3290993"/>
            <a:ext cx="7150581" cy="8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4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Least Upper Bound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12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78402-1F8C-F6F3-A45C-9CFA77490907}"/>
              </a:ext>
            </a:extLst>
          </p:cNvPr>
          <p:cNvSpPr txBox="1">
            <a:spLocks/>
          </p:cNvSpPr>
          <p:nvPr/>
        </p:nvSpPr>
        <p:spPr bwMode="auto">
          <a:xfrm>
            <a:off x="171450" y="9144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Definition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C18858-3638-5D0B-1556-D6189623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567837"/>
            <a:ext cx="7315200" cy="37922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63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Greatest Lower Bound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13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78402-1F8C-F6F3-A45C-9CFA77490907}"/>
              </a:ext>
            </a:extLst>
          </p:cNvPr>
          <p:cNvSpPr txBox="1">
            <a:spLocks/>
          </p:cNvSpPr>
          <p:nvPr/>
        </p:nvSpPr>
        <p:spPr bwMode="auto">
          <a:xfrm>
            <a:off x="171450" y="9144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Definition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8EED34-53CB-12DA-EC67-81FC24BD8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72" y="1831906"/>
            <a:ext cx="7633856" cy="318077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13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14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8EED34-53CB-12DA-EC67-81FC24BD8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72" y="1831906"/>
            <a:ext cx="7633856" cy="318077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8CE3655-DA16-5B78-CA66-060FC719C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916" y="1847629"/>
            <a:ext cx="6754168" cy="31627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31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Solution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15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E4C5B07-68DD-F2CC-885E-9039D53C8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40" y="2211700"/>
            <a:ext cx="8014920" cy="203499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4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 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16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9CD63AC-ABC3-BB84-3E30-0C657FE9B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63" y="1360196"/>
            <a:ext cx="7079674" cy="413760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CF7335E-BF7F-0F37-9DD5-2C0F229401AB}"/>
              </a:ext>
            </a:extLst>
          </p:cNvPr>
          <p:cNvSpPr/>
          <p:nvPr/>
        </p:nvSpPr>
        <p:spPr>
          <a:xfrm>
            <a:off x="981921" y="1371600"/>
            <a:ext cx="1380279" cy="2867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92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Solution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17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8793DB-594F-37C8-C96E-EEC307BCC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93" y="2663855"/>
            <a:ext cx="8169814" cy="188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1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18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2C1737-15AC-7036-DA4C-8FBF59DDF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" y="990600"/>
            <a:ext cx="9036000" cy="467714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66A9747-5ABF-BCA7-A448-F7A8EBF8DAAA}"/>
              </a:ext>
            </a:extLst>
          </p:cNvPr>
          <p:cNvSpPr/>
          <p:nvPr/>
        </p:nvSpPr>
        <p:spPr>
          <a:xfrm>
            <a:off x="2895600" y="860498"/>
            <a:ext cx="563880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C4DE74-02E8-75DA-616C-E93090053EF6}"/>
              </a:ext>
            </a:extLst>
          </p:cNvPr>
          <p:cNvSpPr/>
          <p:nvPr/>
        </p:nvSpPr>
        <p:spPr>
          <a:xfrm>
            <a:off x="533400" y="1135164"/>
            <a:ext cx="1752600" cy="42802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B5F346-6D4D-D229-B9A5-3A568ACD2219}"/>
              </a:ext>
            </a:extLst>
          </p:cNvPr>
          <p:cNvSpPr/>
          <p:nvPr/>
        </p:nvSpPr>
        <p:spPr>
          <a:xfrm>
            <a:off x="304800" y="5257800"/>
            <a:ext cx="2133600" cy="50421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58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endParaRPr lang="en-US" sz="31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19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EF5093-6575-1BBD-CB03-80694FA2B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" y="1757129"/>
            <a:ext cx="9116697" cy="33437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E60C002-9C32-272D-7753-EFD6A8EB868E}"/>
              </a:ext>
            </a:extLst>
          </p:cNvPr>
          <p:cNvSpPr/>
          <p:nvPr/>
        </p:nvSpPr>
        <p:spPr>
          <a:xfrm>
            <a:off x="1981200" y="1714500"/>
            <a:ext cx="3200400" cy="44278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9D5EA0-307D-BA32-06A4-9635448CAE37}"/>
              </a:ext>
            </a:extLst>
          </p:cNvPr>
          <p:cNvSpPr/>
          <p:nvPr/>
        </p:nvSpPr>
        <p:spPr>
          <a:xfrm>
            <a:off x="152400" y="4648200"/>
            <a:ext cx="2133600" cy="5970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075F88-838A-6F81-7053-684064B10255}"/>
              </a:ext>
            </a:extLst>
          </p:cNvPr>
          <p:cNvSpPr/>
          <p:nvPr/>
        </p:nvSpPr>
        <p:spPr>
          <a:xfrm>
            <a:off x="2133600" y="4907226"/>
            <a:ext cx="1447800" cy="3380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15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Note: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20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F688E-09DA-FF90-961B-AA967AA08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" y="914400"/>
            <a:ext cx="9072000" cy="381312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993648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B621719-D2B5-6C2F-4178-B0FEE1CDF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0" y="5042366"/>
            <a:ext cx="9072000" cy="97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60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Lattices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21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3A8D5B-B1DF-D975-B1C8-83FA313A5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" y="1181155"/>
            <a:ext cx="9036000" cy="173504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ED3972E-6B33-9235-6649-1A034B331F87}"/>
              </a:ext>
            </a:extLst>
          </p:cNvPr>
          <p:cNvSpPr/>
          <p:nvPr/>
        </p:nvSpPr>
        <p:spPr>
          <a:xfrm>
            <a:off x="2286000" y="2270151"/>
            <a:ext cx="2133600" cy="4540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9E12A5-F791-943B-8E8B-DF98716BA598}"/>
              </a:ext>
            </a:extLst>
          </p:cNvPr>
          <p:cNvSpPr/>
          <p:nvPr/>
        </p:nvSpPr>
        <p:spPr>
          <a:xfrm>
            <a:off x="4191000" y="238325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0D1D64A-DE29-0C40-7B36-D3DE677FB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4" y="3157401"/>
            <a:ext cx="9144000" cy="149649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B16D9AC-96C2-370F-5E2F-54EB82866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0" y="4871770"/>
            <a:ext cx="9072000" cy="129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2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Lattices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22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3972E-6B33-9235-6649-1A034B331F87}"/>
              </a:ext>
            </a:extLst>
          </p:cNvPr>
          <p:cNvSpPr/>
          <p:nvPr/>
        </p:nvSpPr>
        <p:spPr>
          <a:xfrm>
            <a:off x="2286000" y="2270151"/>
            <a:ext cx="2133600" cy="4540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9E12A5-F791-943B-8E8B-DF98716BA598}"/>
              </a:ext>
            </a:extLst>
          </p:cNvPr>
          <p:cNvSpPr/>
          <p:nvPr/>
        </p:nvSpPr>
        <p:spPr>
          <a:xfrm>
            <a:off x="4191000" y="238325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6A567B-37BB-0544-E99A-FDCE9780A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4" y="1088982"/>
            <a:ext cx="8928000" cy="117197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7496A2D-C91B-8B32-3089-1A8B3CB76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3" y="2512546"/>
            <a:ext cx="9036000" cy="420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46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Lattices –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23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3972E-6B33-9235-6649-1A034B331F87}"/>
              </a:ext>
            </a:extLst>
          </p:cNvPr>
          <p:cNvSpPr/>
          <p:nvPr/>
        </p:nvSpPr>
        <p:spPr>
          <a:xfrm>
            <a:off x="2286000" y="2270151"/>
            <a:ext cx="2133600" cy="4540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46D436-82BB-215D-C614-6144162E6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0181"/>
            <a:ext cx="9144000" cy="293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6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Lattices -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24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3972E-6B33-9235-6649-1A034B331F87}"/>
              </a:ext>
            </a:extLst>
          </p:cNvPr>
          <p:cNvSpPr/>
          <p:nvPr/>
        </p:nvSpPr>
        <p:spPr>
          <a:xfrm>
            <a:off x="2286000" y="2270151"/>
            <a:ext cx="2133600" cy="4540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9E12A5-F791-943B-8E8B-DF98716BA598}"/>
              </a:ext>
            </a:extLst>
          </p:cNvPr>
          <p:cNvSpPr/>
          <p:nvPr/>
        </p:nvSpPr>
        <p:spPr>
          <a:xfrm>
            <a:off x="4191000" y="238325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AF1F28-0333-13DA-BE09-F44A7F8B7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" y="2549547"/>
            <a:ext cx="9036000" cy="18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2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Lattices -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25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3972E-6B33-9235-6649-1A034B331F87}"/>
              </a:ext>
            </a:extLst>
          </p:cNvPr>
          <p:cNvSpPr/>
          <p:nvPr/>
        </p:nvSpPr>
        <p:spPr>
          <a:xfrm>
            <a:off x="2286000" y="2270151"/>
            <a:ext cx="2133600" cy="4540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9E12A5-F791-943B-8E8B-DF98716BA598}"/>
              </a:ext>
            </a:extLst>
          </p:cNvPr>
          <p:cNvSpPr/>
          <p:nvPr/>
        </p:nvSpPr>
        <p:spPr>
          <a:xfrm>
            <a:off x="4191000" y="238325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3F36C1-B7C2-3C7C-0AC8-F986F371D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0564"/>
            <a:ext cx="9144000" cy="455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16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Lattices -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26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3972E-6B33-9235-6649-1A034B331F87}"/>
              </a:ext>
            </a:extLst>
          </p:cNvPr>
          <p:cNvSpPr/>
          <p:nvPr/>
        </p:nvSpPr>
        <p:spPr>
          <a:xfrm>
            <a:off x="2286000" y="2270151"/>
            <a:ext cx="2133600" cy="4540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9E12A5-F791-943B-8E8B-DF98716BA598}"/>
              </a:ext>
            </a:extLst>
          </p:cNvPr>
          <p:cNvSpPr/>
          <p:nvPr/>
        </p:nvSpPr>
        <p:spPr>
          <a:xfrm>
            <a:off x="4191000" y="238325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ECB8-D2C8-299D-73B1-C91321602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00" y="970041"/>
            <a:ext cx="8064000" cy="35848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F83499C-4012-C15D-5ED8-A3F4C436A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4622328"/>
            <a:ext cx="8856000" cy="207833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BABB80F-A2AC-B507-CFE3-5D227C856CBE}"/>
              </a:ext>
            </a:extLst>
          </p:cNvPr>
          <p:cNvSpPr/>
          <p:nvPr/>
        </p:nvSpPr>
        <p:spPr>
          <a:xfrm>
            <a:off x="3429000" y="4554901"/>
            <a:ext cx="5715000" cy="38235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091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Lattices -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27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3972E-6B33-9235-6649-1A034B331F87}"/>
              </a:ext>
            </a:extLst>
          </p:cNvPr>
          <p:cNvSpPr/>
          <p:nvPr/>
        </p:nvSpPr>
        <p:spPr>
          <a:xfrm>
            <a:off x="2286000" y="2270151"/>
            <a:ext cx="2133600" cy="4540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9E12A5-F791-943B-8E8B-DF98716BA598}"/>
              </a:ext>
            </a:extLst>
          </p:cNvPr>
          <p:cNvSpPr/>
          <p:nvPr/>
        </p:nvSpPr>
        <p:spPr>
          <a:xfrm>
            <a:off x="4191000" y="238325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90B122-039A-BF0F-CA46-38D79897C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" y="685800"/>
            <a:ext cx="9036000" cy="603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0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Lattices -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28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3972E-6B33-9235-6649-1A034B331F87}"/>
              </a:ext>
            </a:extLst>
          </p:cNvPr>
          <p:cNvSpPr/>
          <p:nvPr/>
        </p:nvSpPr>
        <p:spPr>
          <a:xfrm>
            <a:off x="2286000" y="2270151"/>
            <a:ext cx="2133600" cy="4540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5C0749-3343-4C67-E605-FDAEEEC2F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" y="2222392"/>
            <a:ext cx="9036000" cy="263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3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Lattices -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29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002A2E-06C4-91A8-D475-5CDADE36F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4" y="2351767"/>
            <a:ext cx="9000000" cy="222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4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Lattices -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30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3972E-6B33-9235-6649-1A034B331F87}"/>
              </a:ext>
            </a:extLst>
          </p:cNvPr>
          <p:cNvSpPr/>
          <p:nvPr/>
        </p:nvSpPr>
        <p:spPr>
          <a:xfrm>
            <a:off x="2286000" y="2270151"/>
            <a:ext cx="2133600" cy="4540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9E12A5-F791-943B-8E8B-DF98716BA598}"/>
              </a:ext>
            </a:extLst>
          </p:cNvPr>
          <p:cNvSpPr/>
          <p:nvPr/>
        </p:nvSpPr>
        <p:spPr>
          <a:xfrm>
            <a:off x="4191000" y="238325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8DDF06-D27C-E861-0779-08903DA2A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9631"/>
            <a:ext cx="9144000" cy="531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81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Principle of duality for lattices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31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9EFFBF-8BFB-5306-40A3-0F702C8D9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7686"/>
            <a:ext cx="9144000" cy="18745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58C5CCE-9419-6A53-AC1B-B1BB746A8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5040"/>
            <a:ext cx="9144000" cy="228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8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Lattices - Properties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32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3972E-6B33-9235-6649-1A034B331F87}"/>
              </a:ext>
            </a:extLst>
          </p:cNvPr>
          <p:cNvSpPr/>
          <p:nvPr/>
        </p:nvSpPr>
        <p:spPr>
          <a:xfrm>
            <a:off x="2286000" y="2270151"/>
            <a:ext cx="2133600" cy="4540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0A970A-5ACB-E7F8-FFAF-321446BE6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0" y="861419"/>
            <a:ext cx="9072000" cy="13802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D5BE365-D0E9-A158-3015-D32E61FA8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232383"/>
            <a:ext cx="6048000" cy="114780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64F2586-67E5-E936-AF77-E81004DA6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039" y="3397704"/>
            <a:ext cx="5976000" cy="279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1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Proof: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33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3972E-6B33-9235-6649-1A034B331F87}"/>
              </a:ext>
            </a:extLst>
          </p:cNvPr>
          <p:cNvSpPr/>
          <p:nvPr/>
        </p:nvSpPr>
        <p:spPr>
          <a:xfrm>
            <a:off x="2286000" y="2270151"/>
            <a:ext cx="2133600" cy="45406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9E12A5-F791-943B-8E8B-DF98716BA598}"/>
              </a:ext>
            </a:extLst>
          </p:cNvPr>
          <p:cNvSpPr/>
          <p:nvPr/>
        </p:nvSpPr>
        <p:spPr>
          <a:xfrm>
            <a:off x="4191000" y="238325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765E5E-BAB5-648E-ABAA-64B8F6009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" y="1296815"/>
            <a:ext cx="9036000" cy="43342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4C0A5E0-863C-520A-05E6-0257DE2AA2FC}"/>
              </a:ext>
            </a:extLst>
          </p:cNvPr>
          <p:cNvSpPr/>
          <p:nvPr/>
        </p:nvSpPr>
        <p:spPr>
          <a:xfrm>
            <a:off x="171450" y="1394776"/>
            <a:ext cx="971550" cy="3386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61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Proof: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34</a:t>
            </a:fld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41086-8965-499E-D638-8B0D6063ED53}"/>
              </a:ext>
            </a:extLst>
          </p:cNvPr>
          <p:cNvSpPr/>
          <p:nvPr/>
        </p:nvSpPr>
        <p:spPr>
          <a:xfrm>
            <a:off x="381000" y="1752600"/>
            <a:ext cx="1600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3AD44-76CF-D988-ADDE-BF4857B9CF66}"/>
              </a:ext>
            </a:extLst>
          </p:cNvPr>
          <p:cNvSpPr/>
          <p:nvPr/>
        </p:nvSpPr>
        <p:spPr>
          <a:xfrm>
            <a:off x="4114800" y="1600200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4456-B665-A4B1-7369-04E20098EF98}"/>
              </a:ext>
            </a:extLst>
          </p:cNvPr>
          <p:cNvSpPr/>
          <p:nvPr/>
        </p:nvSpPr>
        <p:spPr>
          <a:xfrm>
            <a:off x="914400" y="2811395"/>
            <a:ext cx="8058150" cy="3890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34342-19D0-94AD-962A-4C29FD802422}"/>
              </a:ext>
            </a:extLst>
          </p:cNvPr>
          <p:cNvSpPr/>
          <p:nvPr/>
        </p:nvSpPr>
        <p:spPr>
          <a:xfrm>
            <a:off x="6629400" y="2667000"/>
            <a:ext cx="2209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D587E-BA20-FF05-56D4-16D8C00D7616}"/>
              </a:ext>
            </a:extLst>
          </p:cNvPr>
          <p:cNvSpPr/>
          <p:nvPr/>
        </p:nvSpPr>
        <p:spPr>
          <a:xfrm>
            <a:off x="113678" y="3463955"/>
            <a:ext cx="953122" cy="387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418EC-B160-D8D1-B55F-799EF3F10097}"/>
              </a:ext>
            </a:extLst>
          </p:cNvPr>
          <p:cNvSpPr/>
          <p:nvPr/>
        </p:nvSpPr>
        <p:spPr>
          <a:xfrm>
            <a:off x="4191000" y="1714500"/>
            <a:ext cx="2133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21EC4-2FD5-B01D-BC4E-38C11D07A1ED}"/>
              </a:ext>
            </a:extLst>
          </p:cNvPr>
          <p:cNvSpPr/>
          <p:nvPr/>
        </p:nvSpPr>
        <p:spPr>
          <a:xfrm>
            <a:off x="838200" y="1658331"/>
            <a:ext cx="1600200" cy="4563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3A882-BF47-A913-010F-FFBE1C29A761}"/>
              </a:ext>
            </a:extLst>
          </p:cNvPr>
          <p:cNvSpPr/>
          <p:nvPr/>
        </p:nvSpPr>
        <p:spPr>
          <a:xfrm>
            <a:off x="838200" y="1943100"/>
            <a:ext cx="1726622" cy="5302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686D-F118-BBB1-89F8-1D29D1080F07}"/>
              </a:ext>
            </a:extLst>
          </p:cNvPr>
          <p:cNvSpPr/>
          <p:nvPr/>
        </p:nvSpPr>
        <p:spPr>
          <a:xfrm>
            <a:off x="1371600" y="1847629"/>
            <a:ext cx="1276350" cy="34633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EDF7FA-2CFE-94E3-D24C-481027F8E756}"/>
              </a:ext>
            </a:extLst>
          </p:cNvPr>
          <p:cNvSpPr/>
          <p:nvPr/>
        </p:nvSpPr>
        <p:spPr>
          <a:xfrm>
            <a:off x="914400" y="2811395"/>
            <a:ext cx="432916" cy="6525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12C6B-4DE9-ABC6-2147-EB6A8AEDE410}"/>
              </a:ext>
            </a:extLst>
          </p:cNvPr>
          <p:cNvSpPr/>
          <p:nvPr/>
        </p:nvSpPr>
        <p:spPr>
          <a:xfrm>
            <a:off x="7696200" y="2743200"/>
            <a:ext cx="626956" cy="3460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6AE24-706F-199F-F90D-C2C8ACD92EA9}"/>
              </a:ext>
            </a:extLst>
          </p:cNvPr>
          <p:cNvSpPr/>
          <p:nvPr/>
        </p:nvSpPr>
        <p:spPr>
          <a:xfrm>
            <a:off x="3124200" y="2037369"/>
            <a:ext cx="1600200" cy="243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A3F4A-0419-610D-C185-EB3E4760E075}"/>
              </a:ext>
            </a:extLst>
          </p:cNvPr>
          <p:cNvSpPr/>
          <p:nvPr/>
        </p:nvSpPr>
        <p:spPr>
          <a:xfrm>
            <a:off x="113678" y="1394776"/>
            <a:ext cx="876922" cy="606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CC37-C00E-2098-894B-CC700D55F08E}"/>
              </a:ext>
            </a:extLst>
          </p:cNvPr>
          <p:cNvSpPr/>
          <p:nvPr/>
        </p:nvSpPr>
        <p:spPr>
          <a:xfrm>
            <a:off x="113678" y="2567624"/>
            <a:ext cx="8858872" cy="6866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AB810-0CE2-F6A0-B9FE-52B322647CBE}"/>
              </a:ext>
            </a:extLst>
          </p:cNvPr>
          <p:cNvSpPr/>
          <p:nvPr/>
        </p:nvSpPr>
        <p:spPr>
          <a:xfrm>
            <a:off x="4572000" y="2368321"/>
            <a:ext cx="838200" cy="270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0AB9A-C07F-6077-7D1C-1805AE9B27EE}"/>
              </a:ext>
            </a:extLst>
          </p:cNvPr>
          <p:cNvSpPr/>
          <p:nvPr/>
        </p:nvSpPr>
        <p:spPr>
          <a:xfrm>
            <a:off x="6096000" y="3010472"/>
            <a:ext cx="2514600" cy="3119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B61FCD-6E68-2E09-05B5-74A1AF69C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6484"/>
            <a:ext cx="9144000" cy="224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8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28600" y="1219200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sz="2000" b="0" i="0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≤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lattice with the binary operations meet and join. Then for any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endParaRPr lang="en-US" sz="2000" b="0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∧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endParaRPr lang="en-IN" sz="2000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cs typeface="Times New Roman" panose="02020603050405020304" pitchFamily="18" charset="0"/>
                  </a:rPr>
                  <a:t>   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cs typeface="Times New Roman" panose="02020603050405020304" pitchFamily="18" charset="0"/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000" b="0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28600" y="1219200"/>
                <a:ext cx="8610600" cy="4949826"/>
              </a:xfrm>
              <a:blipFill>
                <a:blip r:embed="rId3"/>
                <a:stretch>
                  <a:fillRect l="-779" r="-7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of Lattices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D84BD9-13C2-E574-1950-9BB423FDC783}"/>
                  </a:ext>
                </a:extLst>
              </p:cNvPr>
              <p:cNvSpPr txBox="1"/>
              <p:nvPr/>
            </p:nvSpPr>
            <p:spPr>
              <a:xfrm>
                <a:off x="415828" y="2323471"/>
                <a:ext cx="2098651" cy="40011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Idempotent</m:t>
                      </m:r>
                      <m:r>
                        <a:rPr lang="en-US" b="0" i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laws</m:t>
                      </m:r>
                    </m:oMath>
                  </m:oMathPara>
                </a14:m>
                <a:endParaRPr lang="en-IN" dirty="0">
                  <a:solidFill>
                    <a:schemeClr val="bg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D84BD9-13C2-E574-1950-9BB423FDC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28" y="2323471"/>
                <a:ext cx="2098651" cy="40011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BA7A5D-7DBF-1286-51B7-E66721262085}"/>
                  </a:ext>
                </a:extLst>
              </p:cNvPr>
              <p:cNvSpPr txBox="1"/>
              <p:nvPr/>
            </p:nvSpPr>
            <p:spPr>
              <a:xfrm>
                <a:off x="415828" y="3294003"/>
                <a:ext cx="2286203" cy="40011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ommutative</m:t>
                      </m:r>
                      <m:r>
                        <a:rPr lang="en-US" b="0" i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laws</m:t>
                      </m:r>
                    </m:oMath>
                  </m:oMathPara>
                </a14:m>
                <a:endParaRPr lang="en-IN" dirty="0">
                  <a:solidFill>
                    <a:schemeClr val="bg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BA7A5D-7DBF-1286-51B7-E66721262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28" y="3294003"/>
                <a:ext cx="228620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7CF1EF-113F-22AE-0878-046D9627A606}"/>
                  </a:ext>
                </a:extLst>
              </p:cNvPr>
              <p:cNvSpPr txBox="1"/>
              <p:nvPr/>
            </p:nvSpPr>
            <p:spPr>
              <a:xfrm>
                <a:off x="430205" y="4349601"/>
                <a:ext cx="1853391" cy="40011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ssociate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laws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7CF1EF-113F-22AE-0878-046D9627A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05" y="4349601"/>
                <a:ext cx="185339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4DDEC8-DD59-1D9E-D166-1FD5068BECA1}"/>
                  </a:ext>
                </a:extLst>
              </p:cNvPr>
              <p:cNvSpPr txBox="1"/>
              <p:nvPr/>
            </p:nvSpPr>
            <p:spPr>
              <a:xfrm>
                <a:off x="430205" y="5424100"/>
                <a:ext cx="2047355" cy="40011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bsorption</m:t>
                      </m:r>
                      <m:r>
                        <a:rPr lang="en-US" b="0" i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laws</m:t>
                      </m:r>
                    </m:oMath>
                  </m:oMathPara>
                </a14:m>
                <a:endParaRPr lang="en-IN" dirty="0">
                  <a:solidFill>
                    <a:schemeClr val="bg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4DDEC8-DD59-1D9E-D166-1FD5068BE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05" y="5424100"/>
                <a:ext cx="2047355" cy="400110"/>
              </a:xfrm>
              <a:prstGeom prst="rect">
                <a:avLst/>
              </a:prstGeom>
              <a:blipFill>
                <a:blip r:embed="rId7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506348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295400"/>
                <a:ext cx="8610600" cy="44958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In the set of all integers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LUB is LCM.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LCM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𝟏𝟎</m:t>
                    </m:r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5</a:t>
                </a:r>
                <a:r>
                  <a:rPr lang="en-US" sz="1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b="1" dirty="0">
                    <a:solidFill>
                      <a:srgbClr val="C0309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10</a:t>
                </a:r>
                <a:r>
                  <a:rPr lang="en-IN" sz="1800" b="1" dirty="0">
                    <a:solidFill>
                      <a:srgbClr val="C0309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b="1" dirty="0">
                    <a:solidFill>
                      <a:srgbClr val="C0309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1800" b="1" dirty="0">
                  <a:solidFill>
                    <a:srgbClr val="C0309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In the power set of a set, LUB is Union.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1,2,3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r>
                        <a:rPr lang="en-US" sz="1800" b="1" i="1" smtClean="0">
                          <a:solidFill>
                            <a:srgbClr val="C0309A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r>
                        <a:rPr lang="en-US" sz="1800" b="1" i="1" smtClean="0">
                          <a:solidFill>
                            <a:srgbClr val="C0309A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sz="1800" b="1" i="1" smtClean="0">
                          <a:solidFill>
                            <a:srgbClr val="C0309A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1800" b="1" i="1" smtClean="0">
                          <a:solidFill>
                            <a:srgbClr val="C0309A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1800" b="1" i="1" smtClean="0">
                          <a:solidFill>
                            <a:srgbClr val="C0309A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1800" b="1" i="1" smtClean="0">
                          <a:solidFill>
                            <a:srgbClr val="C0309A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US" sz="1800" b="1" i="1" smtClean="0">
                          <a:solidFill>
                            <a:srgbClr val="C0309A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IN" sz="1800" b="1" dirty="0">
                  <a:solidFill>
                    <a:srgbClr val="C0309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1,2,3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sz="1800" b="1" i="1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IN" sz="1800" b="1" dirty="0">
                    <a:solidFill>
                      <a:srgbClr val="C0309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1800" b="1" dirty="0">
                  <a:solidFill>
                    <a:srgbClr val="C0309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If,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𝐋𝐔𝐁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solidFill>
                          <a:srgbClr val="C0309A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𝒔𝒂𝒚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</m:oMath>
                </a14:m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295400"/>
                <a:ext cx="8610600" cy="4495800"/>
              </a:xfrm>
              <a:blipFill>
                <a:blip r:embed="rId3"/>
                <a:stretch>
                  <a:fillRect l="-921" b="-192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Remark</a:t>
            </a:r>
          </a:p>
        </p:txBody>
      </p:sp>
    </p:spTree>
    <p:extLst>
      <p:ext uri="{BB962C8B-B14F-4D97-AF65-F5344CB8AC3E}">
        <p14:creationId xmlns:p14="http://schemas.microsoft.com/office/powerpoint/2010/main" val="18984453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Remark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855EF6B1-6161-D63D-072C-AB0915C2C31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1324648"/>
                <a:ext cx="8229600" cy="48151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FontTx/>
                  <a:buNone/>
                </a:pPr>
                <a:r>
                  <a:rPr lang="en-IN" sz="22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Examples:</a:t>
                </a: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FontTx/>
                  <a:buNone/>
                </a:pPr>
                <a:r>
                  <a:rPr lang="en-I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In the set of all integers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I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GLB is GCD.</a:t>
                </a: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 sz="200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GCD</m:t>
                    </m:r>
                    <m:d>
                      <m:dPr>
                        <m:begChr m:val="{"/>
                        <m:endChr m:val="}"/>
                        <m:ctrlPr>
                          <a:rPr lang="en-US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</m:d>
                    <m:r>
                      <a:rPr lang="en-US" sz="200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kern="0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I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FontTx/>
                  <a:buNone/>
                </a:pPr>
                <a:r>
                  <a:rPr lang="en-I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 5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 </m:t>
                    </m:r>
                  </m:oMath>
                </a14:m>
                <a:r>
                  <a:rPr lang="en-IN" sz="2000" b="1" kern="0" dirty="0">
                    <a:solidFill>
                      <a:srgbClr val="C0309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10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kern="0" dirty="0">
                    <a:solidFill>
                      <a:srgbClr val="C0309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FontTx/>
                  <a:buNone/>
                </a:pPr>
                <a:endParaRPr lang="en-IN" sz="2000" b="1" kern="0" dirty="0">
                  <a:solidFill>
                    <a:srgbClr val="C0309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In the power set of a set, GLB is Intersection </a:t>
                </a: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∩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1,2,3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C0309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IN" sz="2000" b="1" dirty="0">
                  <a:solidFill>
                    <a:srgbClr val="C0309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⊇</m:t>
                    </m:r>
                    <m:r>
                      <a:rPr lang="en-US" sz="20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1,2,3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⊇</m:t>
                    </m:r>
                    <m:r>
                      <a:rPr lang="en-US" sz="2000" b="1" i="1" smtClea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FontTx/>
                  <a:buNone/>
                </a:pPr>
                <a:r>
                  <a:rPr lang="en-US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If, </a:t>
                </a:r>
                <a14:m>
                  <m:oMath xmlns:m="http://schemas.openxmlformats.org/officeDocument/2006/math">
                    <m:r>
                      <a:rPr lang="en-US" sz="20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0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20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𝐆𝐋𝐁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US" sz="2000" b="1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US" sz="20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kern="0">
                        <a:solidFill>
                          <a:srgbClr val="C0309A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20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sz="20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𝒔𝒂𝒚</m:t>
                    </m:r>
                    <m:r>
                      <a:rPr lang="en-US" sz="20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2000" b="1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FontTx/>
                  <a:buNone/>
                </a:pPr>
                <a:r>
                  <a:rPr lang="en-I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</a:t>
                </a:r>
                <a14:m>
                  <m:oMath xmlns:m="http://schemas.openxmlformats.org/officeDocument/2006/math">
                    <m:r>
                      <a:rPr lang="en-US" sz="20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20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r>
                  <a:rPr lang="en-I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20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20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IN" sz="2000" b="1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buFontTx/>
                  <a:buNone/>
                </a:pPr>
                <a:endParaRPr lang="en-IN" sz="20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855EF6B1-6161-D63D-072C-AB0915C2C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324648"/>
                <a:ext cx="8229600" cy="4815128"/>
              </a:xfrm>
              <a:prstGeom prst="rect">
                <a:avLst/>
              </a:prstGeom>
              <a:blipFill>
                <a:blip r:embed="rId3"/>
                <a:stretch>
                  <a:fillRect l="-963" b="-848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7871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Remark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855EF6B1-6161-D63D-072C-AB0915C2C31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1324648"/>
                <a:ext cx="8229600" cy="48151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FontTx/>
                  <a:buNone/>
                </a:pPr>
                <a:r>
                  <a:rPr lang="en-US" sz="2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</a:t>
                </a:r>
              </a:p>
              <a:p>
                <a:pPr marL="0" indent="0" algn="just">
                  <a:lnSpc>
                    <a:spcPct val="15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8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8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8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</m:oMath>
                </a14:m>
                <a:r>
                  <a:rPr lang="en-IN" sz="2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means</a:t>
                </a:r>
              </a:p>
              <a:p>
                <a:pPr marL="0" indent="0" algn="just">
                  <a:lnSpc>
                    <a:spcPct val="15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800" b="1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sz="2800" b="1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800" b="1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800" b="1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800" b="1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;</m:t>
                      </m:r>
                      <m:r>
                        <a:rPr lang="en-US" sz="2800" b="1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800" b="1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sz="2800" b="1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800" b="1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800" b="1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</m:oMath>
                  </m:oMathPara>
                </a14:m>
                <a:endParaRPr lang="en-IN" sz="2800" b="1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8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8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8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28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means</a:t>
                </a:r>
              </a:p>
              <a:p>
                <a:pPr marL="0" indent="0" algn="ctr">
                  <a:lnSpc>
                    <a:spcPct val="15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8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8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8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28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8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8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sz="28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8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8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28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800" b="1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</m:oMath>
                </a14:m>
                <a:r>
                  <a:rPr lang="en-IN" sz="28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855EF6B1-6161-D63D-072C-AB0915C2C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324648"/>
                <a:ext cx="8229600" cy="4815128"/>
              </a:xfrm>
              <a:prstGeom prst="rect">
                <a:avLst/>
              </a:prstGeom>
              <a:blipFill>
                <a:blip r:embed="rId3"/>
                <a:stretch>
                  <a:fillRect l="-148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8097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Points to remember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1223" y="1530785"/>
                <a:ext cx="627639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200" b="1" i="0" smtClean="0">
                        <a:latin typeface="Cambria Math" panose="02040503050406030204" pitchFamily="18" charset="0"/>
                      </a:rPr>
                      <m:t>𝐈𝐟</m:t>
                    </m:r>
                    <m:r>
                      <a:rPr lang="en-IN" sz="22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2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200" b="1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2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IN" sz="2200" b="1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2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200" b="1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2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IN" sz="2200" b="1" dirty="0"/>
                  <a:t>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IN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ctrlPr>
                          <a:rPr lang="en-IN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IN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IN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∧(</m:t>
                    </m:r>
                    <m:r>
                      <a:rPr lang="en-IN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IN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IN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200" b="1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3" y="1530785"/>
                <a:ext cx="6276398" cy="430887"/>
              </a:xfrm>
              <a:prstGeom prst="rect">
                <a:avLst/>
              </a:prstGeom>
              <a:blipFill>
                <a:blip r:embed="rId3"/>
                <a:stretch>
                  <a:fillRect t="-9859" b="-281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13562" y="3403395"/>
                <a:ext cx="5759782" cy="3016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FontTx/>
                  <a:buNone/>
                </a:pPr>
                <a:r>
                  <a:rPr lang="en-IN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lnSpc>
                    <a:spcPct val="150000"/>
                  </a:lnSpc>
                  <a:buFontTx/>
                  <a:buNone/>
                </a:pPr>
                <a:r>
                  <a:rPr lang="en-IN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IN" b="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b="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 </m:t>
                    </m:r>
                    <m:r>
                      <a:rPr lang="en-IN" b="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b="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IN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b="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b="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endParaRPr lang="en-IN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b="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∪</m:t>
                      </m:r>
                      <m:r>
                        <a:rPr lang="en-IN" b="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IN" b="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b="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IN" kern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b="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∪</m:t>
                      </m:r>
                      <m:r>
                        <a:rPr lang="en-IN" b="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b="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b="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1,3</m:t>
                          </m:r>
                        </m:e>
                      </m:d>
                    </m:oMath>
                  </m:oMathPara>
                </a14:m>
                <a:endParaRPr lang="en-IN" kern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If, 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IN" b="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d>
                      <m:dPr>
                        <m:begChr m:val="{"/>
                        <m:endChr m:val="}"/>
                        <m:ctrlPr>
                          <a:rPr lang="en-I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1,2</m:t>
                        </m:r>
                      </m:e>
                    </m:d>
                    <m:r>
                      <a:rPr lang="en-IN" b="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IN" b="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d>
                      <m:dPr>
                        <m:begChr m:val="{"/>
                        <m:endChr m:val="}"/>
                        <m:ctrlPr>
                          <a:rPr lang="en-I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1,3</m:t>
                        </m:r>
                      </m:e>
                    </m:d>
                  </m:oMath>
                </a14:m>
                <a:r>
                  <a:rPr lang="en-IN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IN" b="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d>
                      <m:dPr>
                        <m:begChr m:val="{"/>
                        <m:endChr m:val="}"/>
                        <m:ctrlPr>
                          <a:rPr lang="en-I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1,2</m:t>
                        </m:r>
                      </m:e>
                    </m:d>
                    <m:r>
                      <a:rPr lang="en-IN" b="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  <m:d>
                      <m:dPr>
                        <m:begChr m:val="{"/>
                        <m:endChr m:val="}"/>
                        <m:ctrlPr>
                          <a:rPr lang="en-I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1,3</m:t>
                        </m:r>
                      </m:e>
                    </m:d>
                    <m:r>
                      <a:rPr lang="en-IN" b="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IN" b="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IN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62" y="3403395"/>
                <a:ext cx="5759782" cy="3016210"/>
              </a:xfrm>
              <a:prstGeom prst="rect">
                <a:avLst/>
              </a:prstGeom>
              <a:blipFill>
                <a:blip r:embed="rId4"/>
                <a:stretch>
                  <a:fillRect l="-10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89A01939-0731-6511-CEE9-3F4EAEAC9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5675" y="1308017"/>
            <a:ext cx="2759356" cy="275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672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Points to remember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265433" y="3948648"/>
                <a:ext cx="68282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𝐈𝐟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IN" sz="2400" b="1" dirty="0"/>
                  <a:t> 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IN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IN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IN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</m:d>
                    <m:r>
                      <a:rPr lang="en-IN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r>
                  <a:rPr lang="en-IN" sz="2400" b="1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433" y="3948648"/>
                <a:ext cx="6828216" cy="461665"/>
              </a:xfrm>
              <a:prstGeom prst="rect">
                <a:avLst/>
              </a:prstGeom>
              <a:blipFill>
                <a:blip r:embed="rId3"/>
                <a:stretch>
                  <a:fillRect l="-268" t="-10667" b="-30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411837" y="1537856"/>
                <a:ext cx="4535409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FontTx/>
                  <a:buNone/>
                </a:pPr>
                <a:r>
                  <a:rPr lang="en-IN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IN" b="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b="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 </m:t>
                    </m:r>
                    <m:r>
                      <a:rPr lang="en-IN" b="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b="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IN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b="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b="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endParaRPr lang="en-IN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∩</m:t>
                      </m:r>
                      <m:r>
                        <a:rPr lang="en-IN" b="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IN" b="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IN" kern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b="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b="0" i="1" kern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∩</m:t>
                      </m:r>
                      <m:r>
                        <a:rPr lang="en-IN" b="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b="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IN" kern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If, </a:t>
                </a:r>
                <a14:m>
                  <m:oMath xmlns:m="http://schemas.openxmlformats.org/officeDocument/2006/math">
                    <m:r>
                      <a:rPr lang="en-IN" b="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IN" b="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d>
                      <m:dPr>
                        <m:begChr m:val="{"/>
                        <m:endChr m:val="}"/>
                        <m:ctrlPr>
                          <a:rPr lang="en-I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IN" b="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IN" b="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IN" b="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d>
                      <m:dPr>
                        <m:begChr m:val="{"/>
                        <m:endChr m:val="}"/>
                        <m:ctrlPr>
                          <a:rPr lang="en-I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IN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IN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IN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IN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IN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I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I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837" y="1537856"/>
                <a:ext cx="4535409" cy="2246769"/>
              </a:xfrm>
              <a:prstGeom prst="rect">
                <a:avLst/>
              </a:prstGeom>
              <a:blipFill>
                <a:blip r:embed="rId4"/>
                <a:stretch>
                  <a:fillRect l="-14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51501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28600" y="1219200"/>
                <a:ext cx="4419600" cy="44196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 To prove </a:t>
                </a:r>
                <a:r>
                  <a:rPr lang="en-IN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I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</m:d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endParaRPr 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28600" y="1219200"/>
                <a:ext cx="4419600" cy="4419600"/>
              </a:xfrm>
              <a:blipFill>
                <a:blip r:embed="rId3"/>
                <a:stretch>
                  <a:fillRect l="-1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AA6D95-4DCA-3823-B6B1-3291CA5BC084}"/>
                  </a:ext>
                </a:extLst>
              </p:cNvPr>
              <p:cNvSpPr txBox="1"/>
              <p:nvPr/>
            </p:nvSpPr>
            <p:spPr>
              <a:xfrm>
                <a:off x="228600" y="2128265"/>
                <a:ext cx="378424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-------------------(2)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AA6D95-4DCA-3823-B6B1-3291CA5BC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128265"/>
                <a:ext cx="3784241" cy="1323439"/>
              </a:xfrm>
              <a:prstGeom prst="rect">
                <a:avLst/>
              </a:prstGeom>
              <a:blipFill>
                <a:blip r:embed="rId4"/>
                <a:stretch>
                  <a:fillRect r="-1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0240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28600" y="1219200"/>
                <a:ext cx="4419600" cy="44196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 To prove </a:t>
                </a:r>
                <a:r>
                  <a:rPr lang="en-IN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I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</m:d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endParaRPr 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28600" y="1219200"/>
                <a:ext cx="4419600" cy="4419600"/>
              </a:xfrm>
              <a:blipFill>
                <a:blip r:embed="rId3"/>
                <a:stretch>
                  <a:fillRect l="-1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AA6D95-4DCA-3823-B6B1-3291CA5BC084}"/>
                  </a:ext>
                </a:extLst>
              </p:cNvPr>
              <p:cNvSpPr txBox="1"/>
              <p:nvPr/>
            </p:nvSpPr>
            <p:spPr>
              <a:xfrm>
                <a:off x="228600" y="2128265"/>
                <a:ext cx="378424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-------------------(2)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AA6D95-4DCA-3823-B6B1-3291CA5BC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128265"/>
                <a:ext cx="3784241" cy="1323439"/>
              </a:xfrm>
              <a:prstGeom prst="rect">
                <a:avLst/>
              </a:prstGeom>
              <a:blipFill>
                <a:blip r:embed="rId4"/>
                <a:stretch>
                  <a:fillRect r="-1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6914D0-D02B-9EFD-1B50-7595B339B0C9}"/>
                  </a:ext>
                </a:extLst>
              </p:cNvPr>
              <p:cNvSpPr txBox="1"/>
              <p:nvPr/>
            </p:nvSpPr>
            <p:spPr>
              <a:xfrm>
                <a:off x="2577000" y="3221812"/>
                <a:ext cx="255416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---(3)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---(4)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6914D0-D02B-9EFD-1B50-7595B339B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000" y="3221812"/>
                <a:ext cx="2554161" cy="1323439"/>
              </a:xfrm>
              <a:prstGeom prst="rect">
                <a:avLst/>
              </a:prstGeom>
              <a:blipFill>
                <a:blip r:embed="rId5"/>
                <a:stretch>
                  <a:fillRect l="-26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840998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28600" y="1219200"/>
                <a:ext cx="4419600" cy="44196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 To prove </a:t>
                </a:r>
                <a:r>
                  <a:rPr lang="en-IN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I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</m:d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endParaRPr 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28600" y="1219200"/>
                <a:ext cx="4419600" cy="4419600"/>
              </a:xfrm>
              <a:blipFill>
                <a:blip r:embed="rId3"/>
                <a:stretch>
                  <a:fillRect l="-1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AA6D95-4DCA-3823-B6B1-3291CA5BC084}"/>
                  </a:ext>
                </a:extLst>
              </p:cNvPr>
              <p:cNvSpPr txBox="1"/>
              <p:nvPr/>
            </p:nvSpPr>
            <p:spPr>
              <a:xfrm>
                <a:off x="228600" y="2128265"/>
                <a:ext cx="378424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-------------------(2)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AA6D95-4DCA-3823-B6B1-3291CA5BC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128265"/>
                <a:ext cx="3784241" cy="1323439"/>
              </a:xfrm>
              <a:prstGeom prst="rect">
                <a:avLst/>
              </a:prstGeom>
              <a:blipFill>
                <a:blip r:embed="rId4"/>
                <a:stretch>
                  <a:fillRect r="-1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6914D0-D02B-9EFD-1B50-7595B339B0C9}"/>
                  </a:ext>
                </a:extLst>
              </p:cNvPr>
              <p:cNvSpPr txBox="1"/>
              <p:nvPr/>
            </p:nvSpPr>
            <p:spPr>
              <a:xfrm>
                <a:off x="2577000" y="3221812"/>
                <a:ext cx="255416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---(3)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---(4)</a:t>
                </a:r>
              </a:p>
              <a:p>
                <a:endParaRPr lang="en-IN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6914D0-D02B-9EFD-1B50-7595B339B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000" y="3221812"/>
                <a:ext cx="2554161" cy="1323439"/>
              </a:xfrm>
              <a:prstGeom prst="rect">
                <a:avLst/>
              </a:prstGeom>
              <a:blipFill>
                <a:blip r:embed="rId5"/>
                <a:stretch>
                  <a:fillRect l="-26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A0A455A-308E-9A08-553D-5973ED8B66FA}"/>
              </a:ext>
            </a:extLst>
          </p:cNvPr>
          <p:cNvSpPr txBox="1"/>
          <p:nvPr/>
        </p:nvSpPr>
        <p:spPr>
          <a:xfrm>
            <a:off x="228600" y="4267508"/>
            <a:ext cx="26452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(1) becomes, 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2E3F94-E4FC-5DF2-1C54-C540E31CCFB4}"/>
                  </a:ext>
                </a:extLst>
              </p:cNvPr>
              <p:cNvSpPr txBox="1"/>
              <p:nvPr/>
            </p:nvSpPr>
            <p:spPr>
              <a:xfrm>
                <a:off x="673731" y="5029200"/>
                <a:ext cx="4171270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-----------------------(4)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-------------------(5)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2E3F94-E4FC-5DF2-1C54-C540E31C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31" y="5029200"/>
                <a:ext cx="4171270" cy="1323439"/>
              </a:xfrm>
              <a:prstGeom prst="rect">
                <a:avLst/>
              </a:prstGeom>
              <a:blipFill>
                <a:blip r:embed="rId6"/>
                <a:stretch>
                  <a:fillRect l="-1608" r="-8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537468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28600" y="1219200"/>
                <a:ext cx="4419600" cy="44196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 To prove </a:t>
                </a:r>
                <a:r>
                  <a:rPr lang="en-IN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I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</m:d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endParaRPr lang="en-US" sz="2000" b="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28600" y="1219200"/>
                <a:ext cx="4419600" cy="4419600"/>
              </a:xfrm>
              <a:blipFill>
                <a:blip r:embed="rId3"/>
                <a:stretch>
                  <a:fillRect l="-1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AA6D95-4DCA-3823-B6B1-3291CA5BC084}"/>
                  </a:ext>
                </a:extLst>
              </p:cNvPr>
              <p:cNvSpPr txBox="1"/>
              <p:nvPr/>
            </p:nvSpPr>
            <p:spPr>
              <a:xfrm>
                <a:off x="228600" y="2128265"/>
                <a:ext cx="378424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≤(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-------------------(2)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AA6D95-4DCA-3823-B6B1-3291CA5BC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128265"/>
                <a:ext cx="3784241" cy="1323439"/>
              </a:xfrm>
              <a:prstGeom prst="rect">
                <a:avLst/>
              </a:prstGeom>
              <a:blipFill>
                <a:blip r:embed="rId4"/>
                <a:stretch>
                  <a:fillRect r="-1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6914D0-D02B-9EFD-1B50-7595B339B0C9}"/>
                  </a:ext>
                </a:extLst>
              </p:cNvPr>
              <p:cNvSpPr txBox="1"/>
              <p:nvPr/>
            </p:nvSpPr>
            <p:spPr>
              <a:xfrm>
                <a:off x="2577000" y="3221812"/>
                <a:ext cx="255416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---(3)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---(4)</a:t>
                </a:r>
              </a:p>
              <a:p>
                <a:endParaRPr lang="en-IN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6914D0-D02B-9EFD-1B50-7595B339B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000" y="3221812"/>
                <a:ext cx="2554161" cy="1323439"/>
              </a:xfrm>
              <a:prstGeom prst="rect">
                <a:avLst/>
              </a:prstGeom>
              <a:blipFill>
                <a:blip r:embed="rId5"/>
                <a:stretch>
                  <a:fillRect l="-26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A0A455A-308E-9A08-553D-5973ED8B66FA}"/>
              </a:ext>
            </a:extLst>
          </p:cNvPr>
          <p:cNvSpPr txBox="1"/>
          <p:nvPr/>
        </p:nvSpPr>
        <p:spPr>
          <a:xfrm>
            <a:off x="228600" y="4267508"/>
            <a:ext cx="26452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 (1) becomes, 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2E3F94-E4FC-5DF2-1C54-C540E31CCFB4}"/>
                  </a:ext>
                </a:extLst>
              </p:cNvPr>
              <p:cNvSpPr txBox="1"/>
              <p:nvPr/>
            </p:nvSpPr>
            <p:spPr>
              <a:xfrm>
                <a:off x="673731" y="5029200"/>
                <a:ext cx="4171270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-----------------------(4)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-------------------(5)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2E3F94-E4FC-5DF2-1C54-C540E31C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31" y="5029200"/>
                <a:ext cx="4171270" cy="1323439"/>
              </a:xfrm>
              <a:prstGeom prst="rect">
                <a:avLst/>
              </a:prstGeom>
              <a:blipFill>
                <a:blip r:embed="rId6"/>
                <a:stretch>
                  <a:fillRect l="-1608" r="-8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DC95AD-9F35-8474-1311-28212DFB56FA}"/>
                  </a:ext>
                </a:extLst>
              </p:cNvPr>
              <p:cNvSpPr txBox="1"/>
              <p:nvPr/>
            </p:nvSpPr>
            <p:spPr>
              <a:xfrm>
                <a:off x="4616570" y="1531180"/>
                <a:ext cx="4224147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(2) and (5) we get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lower bound for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-----(6)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DC95AD-9F35-8474-1311-28212DFB5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570" y="1531180"/>
                <a:ext cx="4224147" cy="1785104"/>
              </a:xfrm>
              <a:prstGeom prst="rect">
                <a:avLst/>
              </a:prstGeom>
              <a:blipFill>
                <a:blip r:embed="rId7"/>
                <a:stretch>
                  <a:fillRect l="-1443" r="-15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446651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28600" y="1219200"/>
                <a:ext cx="4419600" cy="44196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 To prove </a:t>
                </a:r>
                <a:r>
                  <a:rPr lang="en-IN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I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</m:d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endParaRPr lang="en-US" sz="2000" b="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28600" y="1219200"/>
                <a:ext cx="4419600" cy="4419600"/>
              </a:xfrm>
              <a:blipFill>
                <a:blip r:embed="rId3"/>
                <a:stretch>
                  <a:fillRect l="-1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AA6D95-4DCA-3823-B6B1-3291CA5BC084}"/>
                  </a:ext>
                </a:extLst>
              </p:cNvPr>
              <p:cNvSpPr txBox="1"/>
              <p:nvPr/>
            </p:nvSpPr>
            <p:spPr>
              <a:xfrm>
                <a:off x="228600" y="2128265"/>
                <a:ext cx="378424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≤(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-------------------(2)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AA6D95-4DCA-3823-B6B1-3291CA5BC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128265"/>
                <a:ext cx="3784241" cy="1323439"/>
              </a:xfrm>
              <a:prstGeom prst="rect">
                <a:avLst/>
              </a:prstGeom>
              <a:blipFill>
                <a:blip r:embed="rId4"/>
                <a:stretch>
                  <a:fillRect r="-1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6914D0-D02B-9EFD-1B50-7595B339B0C9}"/>
                  </a:ext>
                </a:extLst>
              </p:cNvPr>
              <p:cNvSpPr txBox="1"/>
              <p:nvPr/>
            </p:nvSpPr>
            <p:spPr>
              <a:xfrm>
                <a:off x="2577000" y="3221812"/>
                <a:ext cx="255416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---(3)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---(4)</a:t>
                </a:r>
              </a:p>
              <a:p>
                <a:endParaRPr lang="en-IN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6914D0-D02B-9EFD-1B50-7595B339B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000" y="3221812"/>
                <a:ext cx="2554161" cy="1323439"/>
              </a:xfrm>
              <a:prstGeom prst="rect">
                <a:avLst/>
              </a:prstGeom>
              <a:blipFill>
                <a:blip r:embed="rId5"/>
                <a:stretch>
                  <a:fillRect l="-26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A0A455A-308E-9A08-553D-5973ED8B66FA}"/>
              </a:ext>
            </a:extLst>
          </p:cNvPr>
          <p:cNvSpPr txBox="1"/>
          <p:nvPr/>
        </p:nvSpPr>
        <p:spPr>
          <a:xfrm>
            <a:off x="228600" y="4267508"/>
            <a:ext cx="26452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 (1) becomes, 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2E3F94-E4FC-5DF2-1C54-C540E31CCFB4}"/>
                  </a:ext>
                </a:extLst>
              </p:cNvPr>
              <p:cNvSpPr txBox="1"/>
              <p:nvPr/>
            </p:nvSpPr>
            <p:spPr>
              <a:xfrm>
                <a:off x="673731" y="5029200"/>
                <a:ext cx="4171270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-----------------------(4)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-------------------(5)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2E3F94-E4FC-5DF2-1C54-C540E31C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31" y="5029200"/>
                <a:ext cx="4171270" cy="1323439"/>
              </a:xfrm>
              <a:prstGeom prst="rect">
                <a:avLst/>
              </a:prstGeom>
              <a:blipFill>
                <a:blip r:embed="rId6"/>
                <a:stretch>
                  <a:fillRect l="-1608" r="-8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DC95AD-9F35-8474-1311-28212DFB56FA}"/>
                  </a:ext>
                </a:extLst>
              </p:cNvPr>
              <p:cNvSpPr txBox="1"/>
              <p:nvPr/>
            </p:nvSpPr>
            <p:spPr>
              <a:xfrm>
                <a:off x="4616570" y="1531180"/>
                <a:ext cx="4224147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(2) and (5) we get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lower bound for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-----(6)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DC95AD-9F35-8474-1311-28212DFB5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570" y="1531180"/>
                <a:ext cx="4224147" cy="1785104"/>
              </a:xfrm>
              <a:prstGeom prst="rect">
                <a:avLst/>
              </a:prstGeom>
              <a:blipFill>
                <a:blip r:embed="rId7"/>
                <a:stretch>
                  <a:fillRect l="-1443" r="-15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84907-E03C-5EDD-0AA5-DDA2FE1DE5F5}"/>
                  </a:ext>
                </a:extLst>
              </p:cNvPr>
              <p:cNvSpPr txBox="1"/>
              <p:nvPr/>
            </p:nvSpPr>
            <p:spPr>
              <a:xfrm>
                <a:off x="4953000" y="3883531"/>
                <a:ext cx="378424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(4) and (6),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------(A)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84907-E03C-5EDD-0AA5-DDA2FE1DE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883531"/>
                <a:ext cx="3784242" cy="1015663"/>
              </a:xfrm>
              <a:prstGeom prst="rect">
                <a:avLst/>
              </a:prstGeom>
              <a:blipFill>
                <a:blip r:embed="rId8"/>
                <a:stretch>
                  <a:fillRect l="-1774" t="-2994" r="-6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430779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28600" y="1219200"/>
                <a:ext cx="4419600" cy="44196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 To prove </a:t>
                </a:r>
                <a:r>
                  <a:rPr lang="en-IN" sz="1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𝟔</m:t>
                        </m:r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𝟗</m:t>
                        </m:r>
                      </m:e>
                    </m:d>
                    <m:r>
                      <a:rPr lang="en-IN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𝟓𝟔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𝟔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𝟗</m:t>
                        </m:r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𝟓𝟔</m:t>
                        </m:r>
                      </m:e>
                    </m:d>
                  </m:oMath>
                </a14:m>
                <a:endPara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28600" y="1219200"/>
                <a:ext cx="4419600" cy="4419600"/>
              </a:xfrm>
              <a:blipFill>
                <a:blip r:embed="rId3"/>
                <a:stretch>
                  <a:fillRect l="-1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AA6D95-4DCA-3823-B6B1-3291CA5BC084}"/>
                  </a:ext>
                </a:extLst>
              </p:cNvPr>
              <p:cNvSpPr txBox="1"/>
              <p:nvPr/>
            </p:nvSpPr>
            <p:spPr>
              <a:xfrm>
                <a:off x="90843" y="1903511"/>
                <a:ext cx="4094262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56≤(6∧9)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56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56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-------------------(2)</a:t>
                </a:r>
              </a:p>
              <a:p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AA6D95-4DCA-3823-B6B1-3291CA5BC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43" y="1903511"/>
                <a:ext cx="4094262" cy="1323439"/>
              </a:xfrm>
              <a:prstGeom prst="rect">
                <a:avLst/>
              </a:prstGeom>
              <a:blipFill>
                <a:blip r:embed="rId4"/>
                <a:stretch>
                  <a:fillRect r="-8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6914D0-D02B-9EFD-1B50-7595B339B0C9}"/>
                  </a:ext>
                </a:extLst>
              </p:cNvPr>
              <p:cNvSpPr txBox="1"/>
              <p:nvPr/>
            </p:nvSpPr>
            <p:spPr>
              <a:xfrm>
                <a:off x="2583700" y="3221812"/>
                <a:ext cx="2540760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6∧9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≤6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---(3)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6∧9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≤9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---(4)</a:t>
                </a:r>
              </a:p>
              <a:p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6914D0-D02B-9EFD-1B50-7595B339B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700" y="3221812"/>
                <a:ext cx="2540760" cy="1323439"/>
              </a:xfrm>
              <a:prstGeom prst="rect">
                <a:avLst/>
              </a:prstGeom>
              <a:blipFill>
                <a:blip r:embed="rId5"/>
                <a:stretch>
                  <a:fillRect l="-26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A0A455A-308E-9A08-553D-5973ED8B66FA}"/>
              </a:ext>
            </a:extLst>
          </p:cNvPr>
          <p:cNvSpPr txBox="1"/>
          <p:nvPr/>
        </p:nvSpPr>
        <p:spPr>
          <a:xfrm>
            <a:off x="228600" y="4267508"/>
            <a:ext cx="26452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(1) becomes, 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2E3F94-E4FC-5DF2-1C54-C540E31CCFB4}"/>
                  </a:ext>
                </a:extLst>
              </p:cNvPr>
              <p:cNvSpPr txBox="1"/>
              <p:nvPr/>
            </p:nvSpPr>
            <p:spPr>
              <a:xfrm>
                <a:off x="610509" y="5029200"/>
                <a:ext cx="429771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56≤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6 -----------------------(4)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56≤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9-------------------(5)</a:t>
                </a:r>
              </a:p>
              <a:p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2E3F94-E4FC-5DF2-1C54-C540E31C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09" y="5029200"/>
                <a:ext cx="4297715" cy="1323439"/>
              </a:xfrm>
              <a:prstGeom prst="rect">
                <a:avLst/>
              </a:prstGeom>
              <a:blipFill>
                <a:blip r:embed="rId6"/>
                <a:stretch>
                  <a:fillRect l="-14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DC95AD-9F35-8474-1311-28212DFB56FA}"/>
                  </a:ext>
                </a:extLst>
              </p:cNvPr>
              <p:cNvSpPr txBox="1"/>
              <p:nvPr/>
            </p:nvSpPr>
            <p:spPr>
              <a:xfrm>
                <a:off x="4616570" y="1531180"/>
                <a:ext cx="4224147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(2) and (5) we get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56 is a lower bound for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56≤(9∧56)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-----(6)</a:t>
                </a:r>
              </a:p>
              <a:p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DC95AD-9F35-8474-1311-28212DFB5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570" y="1531180"/>
                <a:ext cx="4224147" cy="1785104"/>
              </a:xfrm>
              <a:prstGeom prst="rect">
                <a:avLst/>
              </a:prstGeom>
              <a:blipFill>
                <a:blip r:embed="rId7"/>
                <a:stretch>
                  <a:fillRect l="-1443" r="-15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84907-E03C-5EDD-0AA5-DDA2FE1DE5F5}"/>
                  </a:ext>
                </a:extLst>
              </p:cNvPr>
              <p:cNvSpPr txBox="1"/>
              <p:nvPr/>
            </p:nvSpPr>
            <p:spPr>
              <a:xfrm>
                <a:off x="4953000" y="3883531"/>
                <a:ext cx="378424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(4) and (6),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56≤6∧(9∧56)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---(A)</a:t>
                </a:r>
              </a:p>
              <a:p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84907-E03C-5EDD-0AA5-DDA2FE1DE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883531"/>
                <a:ext cx="3784242" cy="1015663"/>
              </a:xfrm>
              <a:prstGeom prst="rect">
                <a:avLst/>
              </a:prstGeom>
              <a:blipFill>
                <a:blip r:embed="rId8"/>
                <a:stretch>
                  <a:fillRect l="-1774" t="-2994" r="-1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780815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82815-1669-68EB-63C9-2881F7BE4FC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" y="1219200"/>
            <a:ext cx="8610600" cy="494982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/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--------(2)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blipFill>
                <a:blip r:embed="rId3"/>
                <a:stretch>
                  <a:fillRect l="-16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546987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82815-1669-68EB-63C9-2881F7BE4FC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" y="1219200"/>
            <a:ext cx="8610600" cy="494982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/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--------(2)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blipFill>
                <a:blip r:embed="rId3"/>
                <a:stretch>
                  <a:fillRect l="-16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022C3C-F1DF-81EA-47C6-EF238B0BCECC}"/>
                  </a:ext>
                </a:extLst>
              </p:cNvPr>
              <p:cNvSpPr txBox="1"/>
              <p:nvPr/>
            </p:nvSpPr>
            <p:spPr>
              <a:xfrm>
                <a:off x="1186795" y="2798295"/>
                <a:ext cx="593688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therefore, (2) becomes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022C3C-F1DF-81EA-47C6-EF238B0BC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2798295"/>
                <a:ext cx="5936882" cy="707886"/>
              </a:xfrm>
              <a:prstGeom prst="rect">
                <a:avLst/>
              </a:prstGeom>
              <a:blipFill>
                <a:blip r:embed="rId4"/>
                <a:stretch>
                  <a:fillRect l="-1129" t="-4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967908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82815-1669-68EB-63C9-2881F7BE4FC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" y="1219200"/>
            <a:ext cx="8610600" cy="494982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/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--------(2)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blipFill>
                <a:blip r:embed="rId3"/>
                <a:stretch>
                  <a:fillRect l="-16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022C3C-F1DF-81EA-47C6-EF238B0BCECC}"/>
                  </a:ext>
                </a:extLst>
              </p:cNvPr>
              <p:cNvSpPr txBox="1"/>
              <p:nvPr/>
            </p:nvSpPr>
            <p:spPr>
              <a:xfrm>
                <a:off x="1186795" y="2798295"/>
                <a:ext cx="593688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therefore, (2) becomes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022C3C-F1DF-81EA-47C6-EF238B0BC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2798295"/>
                <a:ext cx="5936882" cy="707886"/>
              </a:xfrm>
              <a:prstGeom prst="rect">
                <a:avLst/>
              </a:prstGeom>
              <a:blipFill>
                <a:blip r:embed="rId4"/>
                <a:stretch>
                  <a:fillRect l="-1129" t="-4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B7FD59-2F78-0048-7CE2-838BBAABD7B3}"/>
                  </a:ext>
                </a:extLst>
              </p:cNvPr>
              <p:cNvSpPr txBox="1"/>
              <p:nvPr/>
            </p:nvSpPr>
            <p:spPr>
              <a:xfrm>
                <a:off x="1186795" y="3304637"/>
                <a:ext cx="499040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---------------------------------(4)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B7FD59-2F78-0048-7CE2-838BBAABD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3304637"/>
                <a:ext cx="4990405" cy="1323439"/>
              </a:xfrm>
              <a:prstGeom prst="rect">
                <a:avLst/>
              </a:prstGeom>
              <a:blipFill>
                <a:blip r:embed="rId5"/>
                <a:stretch>
                  <a:fillRect r="-6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603598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82815-1669-68EB-63C9-2881F7BE4FC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" y="1219200"/>
            <a:ext cx="8610600" cy="494982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/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--------(2)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blipFill>
                <a:blip r:embed="rId3"/>
                <a:stretch>
                  <a:fillRect l="-16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022C3C-F1DF-81EA-47C6-EF238B0BCECC}"/>
                  </a:ext>
                </a:extLst>
              </p:cNvPr>
              <p:cNvSpPr txBox="1"/>
              <p:nvPr/>
            </p:nvSpPr>
            <p:spPr>
              <a:xfrm>
                <a:off x="1186795" y="2798295"/>
                <a:ext cx="593688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therefore, (2) becomes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022C3C-F1DF-81EA-47C6-EF238B0BC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2798295"/>
                <a:ext cx="5936882" cy="707886"/>
              </a:xfrm>
              <a:prstGeom prst="rect">
                <a:avLst/>
              </a:prstGeom>
              <a:blipFill>
                <a:blip r:embed="rId4"/>
                <a:stretch>
                  <a:fillRect l="-1129" t="-4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B7FD59-2F78-0048-7CE2-838BBAABD7B3}"/>
                  </a:ext>
                </a:extLst>
              </p:cNvPr>
              <p:cNvSpPr txBox="1"/>
              <p:nvPr/>
            </p:nvSpPr>
            <p:spPr>
              <a:xfrm>
                <a:off x="1186795" y="3304637"/>
                <a:ext cx="499040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---------------------------------(4)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B7FD59-2F78-0048-7CE2-838BBAABD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3304637"/>
                <a:ext cx="4990405" cy="1323439"/>
              </a:xfrm>
              <a:prstGeom prst="rect">
                <a:avLst/>
              </a:prstGeom>
              <a:blipFill>
                <a:blip r:embed="rId5"/>
                <a:stretch>
                  <a:fillRect r="-6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23EAF1-0214-6715-034D-02B2088FAB70}"/>
                  </a:ext>
                </a:extLst>
              </p:cNvPr>
              <p:cNvSpPr txBox="1"/>
              <p:nvPr/>
            </p:nvSpPr>
            <p:spPr>
              <a:xfrm>
                <a:off x="1219200" y="4419600"/>
                <a:ext cx="521899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(1) and (3)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----------(5)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23EAF1-0214-6715-034D-02B2088FA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419600"/>
                <a:ext cx="5218993" cy="707886"/>
              </a:xfrm>
              <a:prstGeom prst="rect">
                <a:avLst/>
              </a:prstGeom>
              <a:blipFill>
                <a:blip r:embed="rId6"/>
                <a:stretch>
                  <a:fillRect l="-1168" t="-4310" r="-7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1473857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82815-1669-68EB-63C9-2881F7BE4FC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" y="1219200"/>
            <a:ext cx="8610600" cy="494982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/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65000"/>
                      </a:schemeClr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--------(2)</a:t>
                </a:r>
              </a:p>
              <a:p>
                <a:endParaRPr lang="en-IN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blipFill>
                <a:blip r:embed="rId3"/>
                <a:stretch>
                  <a:fillRect l="-16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022C3C-F1DF-81EA-47C6-EF238B0BCECC}"/>
                  </a:ext>
                </a:extLst>
              </p:cNvPr>
              <p:cNvSpPr txBox="1"/>
              <p:nvPr/>
            </p:nvSpPr>
            <p:spPr>
              <a:xfrm>
                <a:off x="1186795" y="2798295"/>
                <a:ext cx="593688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therefore, (2) becomes</a:t>
                </a:r>
              </a:p>
              <a:p>
                <a:endParaRPr lang="en-IN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022C3C-F1DF-81EA-47C6-EF238B0BC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2798295"/>
                <a:ext cx="5936882" cy="707886"/>
              </a:xfrm>
              <a:prstGeom prst="rect">
                <a:avLst/>
              </a:prstGeom>
              <a:blipFill>
                <a:blip r:embed="rId4"/>
                <a:stretch>
                  <a:fillRect l="-1129" t="-4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B7FD59-2F78-0048-7CE2-838BBAABD7B3}"/>
                  </a:ext>
                </a:extLst>
              </p:cNvPr>
              <p:cNvSpPr txBox="1"/>
              <p:nvPr/>
            </p:nvSpPr>
            <p:spPr>
              <a:xfrm>
                <a:off x="1186795" y="3304637"/>
                <a:ext cx="499040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---------------------------------(4)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B7FD59-2F78-0048-7CE2-838BBAABD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3304637"/>
                <a:ext cx="4990405" cy="1323439"/>
              </a:xfrm>
              <a:prstGeom prst="rect">
                <a:avLst/>
              </a:prstGeom>
              <a:blipFill>
                <a:blip r:embed="rId5"/>
                <a:stretch>
                  <a:fillRect r="-6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23EAF1-0214-6715-034D-02B2088FAB70}"/>
                  </a:ext>
                </a:extLst>
              </p:cNvPr>
              <p:cNvSpPr txBox="1"/>
              <p:nvPr/>
            </p:nvSpPr>
            <p:spPr>
              <a:xfrm>
                <a:off x="1219200" y="4419600"/>
                <a:ext cx="521899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(1) and (3)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----------(5)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23EAF1-0214-6715-034D-02B2088FA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419600"/>
                <a:ext cx="5218993" cy="707886"/>
              </a:xfrm>
              <a:prstGeom prst="rect">
                <a:avLst/>
              </a:prstGeom>
              <a:blipFill>
                <a:blip r:embed="rId6"/>
                <a:stretch>
                  <a:fillRect l="-1168" t="-4310" r="-7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419810-9D04-735F-CDC4-307F6E3C7741}"/>
                  </a:ext>
                </a:extLst>
              </p:cNvPr>
              <p:cNvSpPr txBox="1"/>
              <p:nvPr/>
            </p:nvSpPr>
            <p:spPr>
              <a:xfrm>
                <a:off x="1219200" y="4940370"/>
                <a:ext cx="545053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(4) and (5),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-----(B)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419810-9D04-735F-CDC4-307F6E3C7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940370"/>
                <a:ext cx="5450531" cy="707886"/>
              </a:xfrm>
              <a:prstGeom prst="rect">
                <a:avLst/>
              </a:prstGeom>
              <a:blipFill>
                <a:blip r:embed="rId7"/>
                <a:stretch>
                  <a:fillRect l="-1119" t="-4274" r="-2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3415336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82815-1669-68EB-63C9-2881F7BE4FC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" y="1219200"/>
            <a:ext cx="8610600" cy="494982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/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--------(2)</a:t>
                </a:r>
              </a:p>
              <a:p>
                <a:endParaRPr lang="en-IN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blipFill>
                <a:blip r:embed="rId3"/>
                <a:stretch>
                  <a:fillRect l="-16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022C3C-F1DF-81EA-47C6-EF238B0BCECC}"/>
                  </a:ext>
                </a:extLst>
              </p:cNvPr>
              <p:cNvSpPr txBox="1"/>
              <p:nvPr/>
            </p:nvSpPr>
            <p:spPr>
              <a:xfrm>
                <a:off x="1186795" y="2798295"/>
                <a:ext cx="593688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therefore, (2) becomes</a:t>
                </a:r>
              </a:p>
              <a:p>
                <a:endParaRPr lang="en-IN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022C3C-F1DF-81EA-47C6-EF238B0BC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2798295"/>
                <a:ext cx="5936882" cy="707886"/>
              </a:xfrm>
              <a:prstGeom prst="rect">
                <a:avLst/>
              </a:prstGeom>
              <a:blipFill>
                <a:blip r:embed="rId4"/>
                <a:stretch>
                  <a:fillRect l="-1129" t="-4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B7FD59-2F78-0048-7CE2-838BBAABD7B3}"/>
                  </a:ext>
                </a:extLst>
              </p:cNvPr>
              <p:cNvSpPr txBox="1"/>
              <p:nvPr/>
            </p:nvSpPr>
            <p:spPr>
              <a:xfrm>
                <a:off x="1186795" y="3304637"/>
                <a:ext cx="499040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---------------------------------(4)</a:t>
                </a:r>
              </a:p>
              <a:p>
                <a:endParaRPr lang="en-IN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B7FD59-2F78-0048-7CE2-838BBAABD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3304637"/>
                <a:ext cx="4990405" cy="1323439"/>
              </a:xfrm>
              <a:prstGeom prst="rect">
                <a:avLst/>
              </a:prstGeom>
              <a:blipFill>
                <a:blip r:embed="rId5"/>
                <a:stretch>
                  <a:fillRect r="-6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23EAF1-0214-6715-034D-02B2088FAB70}"/>
                  </a:ext>
                </a:extLst>
              </p:cNvPr>
              <p:cNvSpPr txBox="1"/>
              <p:nvPr/>
            </p:nvSpPr>
            <p:spPr>
              <a:xfrm>
                <a:off x="1219200" y="4419600"/>
                <a:ext cx="537576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(1) and (3)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----------(5)</a:t>
                </a:r>
              </a:p>
              <a:p>
                <a:endParaRPr lang="en-IN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23EAF1-0214-6715-034D-02B2088FA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419600"/>
                <a:ext cx="5375767" cy="707886"/>
              </a:xfrm>
              <a:prstGeom prst="rect">
                <a:avLst/>
              </a:prstGeom>
              <a:blipFill>
                <a:blip r:embed="rId6"/>
                <a:stretch>
                  <a:fillRect l="-1134" t="-4310" r="-5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419810-9D04-735F-CDC4-307F6E3C7741}"/>
                  </a:ext>
                </a:extLst>
              </p:cNvPr>
              <p:cNvSpPr txBox="1"/>
              <p:nvPr/>
            </p:nvSpPr>
            <p:spPr>
              <a:xfrm>
                <a:off x="1219200" y="4940370"/>
                <a:ext cx="545053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(4) and (5),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-----(B)</a:t>
                </a:r>
              </a:p>
              <a:p>
                <a:endParaRPr lang="en-IN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419810-9D04-735F-CDC4-307F6E3C7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940370"/>
                <a:ext cx="5450531" cy="707886"/>
              </a:xfrm>
              <a:prstGeom prst="rect">
                <a:avLst/>
              </a:prstGeom>
              <a:blipFill>
                <a:blip r:embed="rId7"/>
                <a:stretch>
                  <a:fillRect l="-1119" t="-4274" r="-2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684098-A971-B60A-F789-985F469A39EF}"/>
                  </a:ext>
                </a:extLst>
              </p:cNvPr>
              <p:cNvSpPr txBox="1"/>
              <p:nvPr/>
            </p:nvSpPr>
            <p:spPr>
              <a:xfrm>
                <a:off x="1235015" y="5461140"/>
                <a:ext cx="478528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(A) and (B),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684098-A971-B60A-F789-985F469A3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015" y="5461140"/>
                <a:ext cx="4785284" cy="707886"/>
              </a:xfrm>
              <a:prstGeom prst="rect">
                <a:avLst/>
              </a:prstGeom>
              <a:blipFill>
                <a:blip r:embed="rId8"/>
                <a:stretch>
                  <a:fillRect l="-1401" t="-51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195431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82815-1669-68EB-63C9-2881F7BE4FC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" y="1219200"/>
            <a:ext cx="8610600" cy="494982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/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--------(2)</a:t>
                </a:r>
              </a:p>
              <a:p>
                <a:endParaRPr lang="en-IN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47D3ED-DC45-571E-2B10-4B96ABACE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1676400"/>
                <a:ext cx="3989425" cy="1323439"/>
              </a:xfrm>
              <a:prstGeom prst="rect">
                <a:avLst/>
              </a:prstGeom>
              <a:blipFill>
                <a:blip r:embed="rId3"/>
                <a:stretch>
                  <a:fillRect l="-16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022C3C-F1DF-81EA-47C6-EF238B0BCECC}"/>
                  </a:ext>
                </a:extLst>
              </p:cNvPr>
              <p:cNvSpPr txBox="1"/>
              <p:nvPr/>
            </p:nvSpPr>
            <p:spPr>
              <a:xfrm>
                <a:off x="1186795" y="2798295"/>
                <a:ext cx="593688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therefore, (2) becomes</a:t>
                </a:r>
              </a:p>
              <a:p>
                <a:endParaRPr lang="en-IN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022C3C-F1DF-81EA-47C6-EF238B0BC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2798295"/>
                <a:ext cx="5936882" cy="707886"/>
              </a:xfrm>
              <a:prstGeom prst="rect">
                <a:avLst/>
              </a:prstGeom>
              <a:blipFill>
                <a:blip r:embed="rId4"/>
                <a:stretch>
                  <a:fillRect l="-1129" t="-4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B7FD59-2F78-0048-7CE2-838BBAABD7B3}"/>
                  </a:ext>
                </a:extLst>
              </p:cNvPr>
              <p:cNvSpPr txBox="1"/>
              <p:nvPr/>
            </p:nvSpPr>
            <p:spPr>
              <a:xfrm>
                <a:off x="1186795" y="3304637"/>
                <a:ext cx="499040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---------------------------------(4)</a:t>
                </a:r>
              </a:p>
              <a:p>
                <a:endParaRPr lang="en-IN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B7FD59-2F78-0048-7CE2-838BBAABD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95" y="3304637"/>
                <a:ext cx="4990405" cy="1323439"/>
              </a:xfrm>
              <a:prstGeom prst="rect">
                <a:avLst/>
              </a:prstGeom>
              <a:blipFill>
                <a:blip r:embed="rId5"/>
                <a:stretch>
                  <a:fillRect r="-6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23EAF1-0214-6715-034D-02B2088FAB70}"/>
                  </a:ext>
                </a:extLst>
              </p:cNvPr>
              <p:cNvSpPr txBox="1"/>
              <p:nvPr/>
            </p:nvSpPr>
            <p:spPr>
              <a:xfrm>
                <a:off x="1219200" y="4419600"/>
                <a:ext cx="537576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(1) and (3)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----------(5)</a:t>
                </a:r>
              </a:p>
              <a:p>
                <a:endParaRPr lang="en-IN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23EAF1-0214-6715-034D-02B2088FA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419600"/>
                <a:ext cx="5375767" cy="707886"/>
              </a:xfrm>
              <a:prstGeom prst="rect">
                <a:avLst/>
              </a:prstGeom>
              <a:blipFill>
                <a:blip r:embed="rId6"/>
                <a:stretch>
                  <a:fillRect l="-1134" t="-4310" r="-5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419810-9D04-735F-CDC4-307F6E3C7741}"/>
                  </a:ext>
                </a:extLst>
              </p:cNvPr>
              <p:cNvSpPr txBox="1"/>
              <p:nvPr/>
            </p:nvSpPr>
            <p:spPr>
              <a:xfrm>
                <a:off x="1219200" y="4940370"/>
                <a:ext cx="545053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(4) and (5),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-----(B)</a:t>
                </a:r>
              </a:p>
              <a:p>
                <a:endParaRPr lang="en-IN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419810-9D04-735F-CDC4-307F6E3C7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940370"/>
                <a:ext cx="5450531" cy="707886"/>
              </a:xfrm>
              <a:prstGeom prst="rect">
                <a:avLst/>
              </a:prstGeom>
              <a:blipFill>
                <a:blip r:embed="rId7"/>
                <a:stretch>
                  <a:fillRect l="-1119" t="-4274" r="-2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684098-A971-B60A-F789-985F469A39EF}"/>
                  </a:ext>
                </a:extLst>
              </p:cNvPr>
              <p:cNvSpPr txBox="1"/>
              <p:nvPr/>
            </p:nvSpPr>
            <p:spPr>
              <a:xfrm>
                <a:off x="1235015" y="5461140"/>
                <a:ext cx="478528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(A) and (B),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US" sz="20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684098-A971-B60A-F789-985F469A3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015" y="5461140"/>
                <a:ext cx="4785284" cy="707886"/>
              </a:xfrm>
              <a:prstGeom prst="rect">
                <a:avLst/>
              </a:prstGeom>
              <a:blipFill>
                <a:blip r:embed="rId8"/>
                <a:stretch>
                  <a:fillRect l="-1401" t="-51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8A3E155-0CFB-20C8-DC0A-D4EEB5311432}"/>
              </a:ext>
            </a:extLst>
          </p:cNvPr>
          <p:cNvSpPr txBox="1"/>
          <p:nvPr/>
        </p:nvSpPr>
        <p:spPr>
          <a:xfrm>
            <a:off x="2057400" y="6169026"/>
            <a:ext cx="184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1B7FBE-9E2B-8A29-F778-8DFA2790087D}"/>
                  </a:ext>
                </a:extLst>
              </p:cNvPr>
              <p:cNvSpPr txBox="1"/>
              <p:nvPr/>
            </p:nvSpPr>
            <p:spPr>
              <a:xfrm>
                <a:off x="1218849" y="5732578"/>
                <a:ext cx="5723875" cy="498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similarly, we can prove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1B7FBE-9E2B-8A29-F778-8DFA27900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849" y="5732578"/>
                <a:ext cx="5723875" cy="498663"/>
              </a:xfrm>
              <a:prstGeom prst="rect">
                <a:avLst/>
              </a:prstGeom>
              <a:blipFill>
                <a:blip r:embed="rId9"/>
                <a:stretch>
                  <a:fillRect l="-1171" b="-207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230072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879479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the other hand,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implies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Similarly, we can prove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879479"/>
                <a:ext cx="8610600" cy="4949826"/>
              </a:xfrm>
              <a:blipFill>
                <a:blip r:embed="rId3"/>
                <a:stretch>
                  <a:fillRect l="-7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of Lattices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1B904C-9FE8-1DE8-C032-09390510F8FB}"/>
                  </a:ext>
                </a:extLst>
              </p:cNvPr>
              <p:cNvSpPr txBox="1"/>
              <p:nvPr/>
            </p:nvSpPr>
            <p:spPr>
              <a:xfrm>
                <a:off x="152400" y="1295400"/>
                <a:ext cx="2047355" cy="40011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bsorption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laws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1B904C-9FE8-1DE8-C032-09390510F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295400"/>
                <a:ext cx="2047355" cy="400110"/>
              </a:xfrm>
              <a:prstGeom prst="rect">
                <a:avLst/>
              </a:prstGeom>
              <a:blipFill>
                <a:blip r:embed="rId4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55363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879479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To prove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the other hand,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implies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879479"/>
                <a:ext cx="8610600" cy="4949826"/>
              </a:xfrm>
              <a:blipFill>
                <a:blip r:embed="rId3"/>
                <a:stretch>
                  <a:fillRect l="-7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of Lattices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1B904C-9FE8-1DE8-C032-09390510F8FB}"/>
                  </a:ext>
                </a:extLst>
              </p:cNvPr>
              <p:cNvSpPr txBox="1"/>
              <p:nvPr/>
            </p:nvSpPr>
            <p:spPr>
              <a:xfrm>
                <a:off x="152400" y="1295400"/>
                <a:ext cx="2047355" cy="40011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bsorption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laws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1B904C-9FE8-1DE8-C032-09390510F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295400"/>
                <a:ext cx="2047355" cy="400110"/>
              </a:xfrm>
              <a:prstGeom prst="rect">
                <a:avLst/>
              </a:prstGeom>
              <a:blipFill>
                <a:blip r:embed="rId4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10695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20158</TotalTime>
  <Words>1842</Words>
  <Application>Microsoft Office PowerPoint</Application>
  <PresentationFormat>On-screen Show (4:3)</PresentationFormat>
  <Paragraphs>370</Paragraphs>
  <Slides>55</Slides>
  <Notes>55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Cambria Math</vt:lpstr>
      <vt:lpstr>Times New Roman</vt:lpstr>
      <vt:lpstr>Verdana</vt:lpstr>
      <vt:lpstr>1_Default Design</vt:lpstr>
      <vt:lpstr>CorelDRAW</vt:lpstr>
      <vt:lpstr>Lattices and Boolean Algebra</vt:lpstr>
      <vt:lpstr>Hasse diagram examples</vt:lpstr>
      <vt:lpstr>Hasse diagram examples</vt:lpstr>
      <vt:lpstr>Hasse diagram examples</vt:lpstr>
      <vt:lpstr>Hasse diagram examples</vt:lpstr>
      <vt:lpstr>Hasse diagram examples</vt:lpstr>
      <vt:lpstr>Hasse diagram examples</vt:lpstr>
      <vt:lpstr>Least and Greatest element of poset</vt:lpstr>
      <vt:lpstr>Least and Greatest element of poset</vt:lpstr>
      <vt:lpstr>Least and Greatest element of poset</vt:lpstr>
      <vt:lpstr>Upper and lower bounds of a subset of a poset</vt:lpstr>
      <vt:lpstr>Least Upper Bound</vt:lpstr>
      <vt:lpstr>Greatest Lower Bound</vt:lpstr>
      <vt:lpstr>Problem 1</vt:lpstr>
      <vt:lpstr>Solution</vt:lpstr>
      <vt:lpstr>Problem 2</vt:lpstr>
      <vt:lpstr>Solution</vt:lpstr>
      <vt:lpstr>Theorem</vt:lpstr>
      <vt:lpstr>PowerPoint Presentation</vt:lpstr>
      <vt:lpstr>Note:</vt:lpstr>
      <vt:lpstr>Lattices</vt:lpstr>
      <vt:lpstr>Lattices</vt:lpstr>
      <vt:lpstr>Lattices – examples</vt:lpstr>
      <vt:lpstr>Lattices - examples</vt:lpstr>
      <vt:lpstr>Lattices - examples</vt:lpstr>
      <vt:lpstr>Lattices - examples</vt:lpstr>
      <vt:lpstr>Lattices - examples</vt:lpstr>
      <vt:lpstr>Lattices - examples</vt:lpstr>
      <vt:lpstr>Lattices - examples</vt:lpstr>
      <vt:lpstr>Lattices - examples</vt:lpstr>
      <vt:lpstr>Principle of duality for lattices</vt:lpstr>
      <vt:lpstr>Lattices - Properties</vt:lpstr>
      <vt:lpstr>Proof:</vt:lpstr>
      <vt:lpstr>Proof: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lastModifiedBy>Rajalaxmi Tm</cp:lastModifiedBy>
  <cp:revision>3611</cp:revision>
  <cp:lastPrinted>2025-07-09T11:40:31Z</cp:lastPrinted>
  <dcterms:created xsi:type="dcterms:W3CDTF">2006-09-22T10:59:01Z</dcterms:created>
  <dcterms:modified xsi:type="dcterms:W3CDTF">2025-09-17T03:05:30Z</dcterms:modified>
</cp:coreProperties>
</file>