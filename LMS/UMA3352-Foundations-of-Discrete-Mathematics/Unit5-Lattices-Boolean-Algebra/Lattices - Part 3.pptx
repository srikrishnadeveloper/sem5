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62"/>
  </p:notesMasterIdLst>
  <p:handoutMasterIdLst>
    <p:handoutMasterId r:id="rId63"/>
  </p:handoutMasterIdLst>
  <p:sldIdLst>
    <p:sldId id="259" r:id="rId2"/>
    <p:sldId id="716" r:id="rId3"/>
    <p:sldId id="755" r:id="rId4"/>
    <p:sldId id="756" r:id="rId5"/>
    <p:sldId id="758" r:id="rId6"/>
    <p:sldId id="759" r:id="rId7"/>
    <p:sldId id="760" r:id="rId8"/>
    <p:sldId id="761" r:id="rId9"/>
    <p:sldId id="762" r:id="rId10"/>
    <p:sldId id="717" r:id="rId11"/>
    <p:sldId id="719" r:id="rId12"/>
    <p:sldId id="722" r:id="rId13"/>
    <p:sldId id="723" r:id="rId14"/>
    <p:sldId id="724" r:id="rId15"/>
    <p:sldId id="725" r:id="rId16"/>
    <p:sldId id="728" r:id="rId17"/>
    <p:sldId id="727" r:id="rId18"/>
    <p:sldId id="729" r:id="rId19"/>
    <p:sldId id="730" r:id="rId20"/>
    <p:sldId id="731" r:id="rId21"/>
    <p:sldId id="732" r:id="rId22"/>
    <p:sldId id="733" r:id="rId23"/>
    <p:sldId id="734" r:id="rId24"/>
    <p:sldId id="735" r:id="rId25"/>
    <p:sldId id="736" r:id="rId26"/>
    <p:sldId id="737" r:id="rId27"/>
    <p:sldId id="738" r:id="rId28"/>
    <p:sldId id="739" r:id="rId29"/>
    <p:sldId id="740" r:id="rId30"/>
    <p:sldId id="741" r:id="rId31"/>
    <p:sldId id="742" r:id="rId32"/>
    <p:sldId id="743" r:id="rId33"/>
    <p:sldId id="744" r:id="rId34"/>
    <p:sldId id="774" r:id="rId35"/>
    <p:sldId id="745" r:id="rId36"/>
    <p:sldId id="746" r:id="rId37"/>
    <p:sldId id="747" r:id="rId38"/>
    <p:sldId id="748" r:id="rId39"/>
    <p:sldId id="749" r:id="rId40"/>
    <p:sldId id="750" r:id="rId41"/>
    <p:sldId id="751" r:id="rId42"/>
    <p:sldId id="752" r:id="rId43"/>
    <p:sldId id="753" r:id="rId44"/>
    <p:sldId id="754" r:id="rId45"/>
    <p:sldId id="763" r:id="rId46"/>
    <p:sldId id="764" r:id="rId47"/>
    <p:sldId id="765" r:id="rId48"/>
    <p:sldId id="766" r:id="rId49"/>
    <p:sldId id="767" r:id="rId50"/>
    <p:sldId id="688" r:id="rId51"/>
    <p:sldId id="768" r:id="rId52"/>
    <p:sldId id="779" r:id="rId53"/>
    <p:sldId id="777" r:id="rId54"/>
    <p:sldId id="776" r:id="rId55"/>
    <p:sldId id="775" r:id="rId56"/>
    <p:sldId id="778" r:id="rId57"/>
    <p:sldId id="770" r:id="rId58"/>
    <p:sldId id="771" r:id="rId59"/>
    <p:sldId id="772" r:id="rId60"/>
    <p:sldId id="773" r:id="rId61"/>
  </p:sldIdLst>
  <p:sldSz cx="9144000" cy="6858000" type="screen4x3"/>
  <p:notesSz cx="6800850" cy="99329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09A"/>
    <a:srgbClr val="0066CC"/>
    <a:srgbClr val="5B9BD5"/>
    <a:srgbClr val="3399FF"/>
    <a:srgbClr val="66CCFF"/>
    <a:srgbClr val="90B0D4"/>
    <a:srgbClr val="B4593C"/>
    <a:srgbClr val="547B9C"/>
    <a:srgbClr val="0079BC"/>
    <a:srgbClr val="3E7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6D57B-7279-467A-BD35-199B5F3E25F8}" v="3524" dt="2024-10-21T06:45:56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91" autoAdjust="0"/>
    <p:restoredTop sz="94404" autoAdjust="0"/>
  </p:normalViewPr>
  <p:slideViewPr>
    <p:cSldViewPr>
      <p:cViewPr varScale="1">
        <p:scale>
          <a:sx n="74" d="100"/>
          <a:sy n="74" d="100"/>
        </p:scale>
        <p:origin x="102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"/>
    </p:cViewPr>
  </p:sorterViewPr>
  <p:notesViewPr>
    <p:cSldViewPr>
      <p:cViewPr varScale="1">
        <p:scale>
          <a:sx n="55" d="100"/>
          <a:sy n="55" d="100"/>
        </p:scale>
        <p:origin x="-2892" y="-90"/>
      </p:cViewPr>
      <p:guideLst>
        <p:guide orient="horz" pos="3129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laxmi Tm" userId="07d615e3-8cfe-4aec-8adf-6f27dc561784" providerId="ADAL" clId="{A9D16034-1E06-4E49-88B4-6D124FEC029B}"/>
    <pc:docChg chg="undo custSel addSld modSld">
      <pc:chgData name="Rajalaxmi Tm" userId="07d615e3-8cfe-4aec-8adf-6f27dc561784" providerId="ADAL" clId="{A9D16034-1E06-4E49-88B4-6D124FEC029B}" dt="2024-10-18T05:36:51.304" v="778" actId="20577"/>
      <pc:docMkLst>
        <pc:docMk/>
      </pc:docMkLst>
      <pc:sldChg chg="modSp mod">
        <pc:chgData name="Rajalaxmi Tm" userId="07d615e3-8cfe-4aec-8adf-6f27dc561784" providerId="ADAL" clId="{A9D16034-1E06-4E49-88B4-6D124FEC029B}" dt="2024-10-18T05:15:40.862" v="9" actId="255"/>
        <pc:sldMkLst>
          <pc:docMk/>
          <pc:sldMk cId="0" sldId="259"/>
        </pc:sldMkLst>
        <pc:spChg chg="mod">
          <ac:chgData name="Rajalaxmi Tm" userId="07d615e3-8cfe-4aec-8adf-6f27dc561784" providerId="ADAL" clId="{A9D16034-1E06-4E49-88B4-6D124FEC029B}" dt="2024-10-18T05:15:40.862" v="9" actId="255"/>
          <ac:spMkLst>
            <pc:docMk/>
            <pc:sldMk cId="0" sldId="259"/>
            <ac:spMk id="2" creationId="{C1B68EBE-DBC8-1043-66AF-436E6FCAA73E}"/>
          </ac:spMkLst>
        </pc:spChg>
      </pc:sldChg>
      <pc:sldChg chg="modSp mod">
        <pc:chgData name="Rajalaxmi Tm" userId="07d615e3-8cfe-4aec-8adf-6f27dc561784" providerId="ADAL" clId="{A9D16034-1E06-4E49-88B4-6D124FEC029B}" dt="2024-10-18T05:20:46.558" v="364" actId="20577"/>
        <pc:sldMkLst>
          <pc:docMk/>
          <pc:sldMk cId="702518277" sldId="671"/>
        </pc:sldMkLst>
        <pc:spChg chg="mod">
          <ac:chgData name="Rajalaxmi Tm" userId="07d615e3-8cfe-4aec-8adf-6f27dc561784" providerId="ADAL" clId="{A9D16034-1E06-4E49-88B4-6D124FEC029B}" dt="2024-10-18T05:16:34.563" v="48" actId="20577"/>
          <ac:spMkLst>
            <pc:docMk/>
            <pc:sldMk cId="702518277" sldId="671"/>
            <ac:spMk id="2" creationId="{39AB359F-C944-F58A-A5A5-C3D5BF0F8305}"/>
          </ac:spMkLst>
        </pc:spChg>
        <pc:spChg chg="mod">
          <ac:chgData name="Rajalaxmi Tm" userId="07d615e3-8cfe-4aec-8adf-6f27dc561784" providerId="ADAL" clId="{A9D16034-1E06-4E49-88B4-6D124FEC029B}" dt="2024-10-18T05:20:46.558" v="364" actId="20577"/>
          <ac:spMkLst>
            <pc:docMk/>
            <pc:sldMk cId="702518277" sldId="671"/>
            <ac:spMk id="3" creationId="{67BCCFD1-3E17-9029-F35F-C2307F058D4E}"/>
          </ac:spMkLst>
        </pc:spChg>
        <pc:spChg chg="mod">
          <ac:chgData name="Rajalaxmi Tm" userId="07d615e3-8cfe-4aec-8adf-6f27dc561784" providerId="ADAL" clId="{A9D16034-1E06-4E49-88B4-6D124FEC029B}" dt="2024-10-18T05:16:26.567" v="37" actId="20577"/>
          <ac:spMkLst>
            <pc:docMk/>
            <pc:sldMk cId="702518277" sldId="671"/>
            <ac:spMk id="18436" creationId="{00000000-0000-0000-0000-000000000000}"/>
          </ac:spMkLst>
        </pc:spChg>
      </pc:sldChg>
      <pc:sldChg chg="addSp modSp add mod">
        <pc:chgData name="Rajalaxmi Tm" userId="07d615e3-8cfe-4aec-8adf-6f27dc561784" providerId="ADAL" clId="{A9D16034-1E06-4E49-88B4-6D124FEC029B}" dt="2024-10-18T05:27:45.239" v="449" actId="113"/>
        <pc:sldMkLst>
          <pc:docMk/>
          <pc:sldMk cId="3091697509" sldId="673"/>
        </pc:sldMkLst>
        <pc:spChg chg="mod">
          <ac:chgData name="Rajalaxmi Tm" userId="07d615e3-8cfe-4aec-8adf-6f27dc561784" providerId="ADAL" clId="{A9D16034-1E06-4E49-88B4-6D124FEC029B}" dt="2024-10-18T05:27:45.239" v="449" actId="113"/>
          <ac:spMkLst>
            <pc:docMk/>
            <pc:sldMk cId="3091697509" sldId="673"/>
            <ac:spMk id="2" creationId="{39AB359F-C944-F58A-A5A5-C3D5BF0F8305}"/>
          </ac:spMkLst>
        </pc:spChg>
        <pc:spChg chg="mod">
          <ac:chgData name="Rajalaxmi Tm" userId="07d615e3-8cfe-4aec-8adf-6f27dc561784" providerId="ADAL" clId="{A9D16034-1E06-4E49-88B4-6D124FEC029B}" dt="2024-10-18T05:21:50.219" v="374" actId="20577"/>
          <ac:spMkLst>
            <pc:docMk/>
            <pc:sldMk cId="3091697509" sldId="673"/>
            <ac:spMk id="3" creationId="{67BCCFD1-3E17-9029-F35F-C2307F058D4E}"/>
          </ac:spMkLst>
        </pc:spChg>
        <pc:picChg chg="add mod">
          <ac:chgData name="Rajalaxmi Tm" userId="07d615e3-8cfe-4aec-8adf-6f27dc561784" providerId="ADAL" clId="{A9D16034-1E06-4E49-88B4-6D124FEC029B}" dt="2024-10-18T05:26:58.297" v="377" actId="27614"/>
          <ac:picMkLst>
            <pc:docMk/>
            <pc:sldMk cId="3091697509" sldId="673"/>
            <ac:picMk id="5" creationId="{3053ADE0-C484-7865-BE09-707AB15D0DA3}"/>
          </ac:picMkLst>
        </pc:picChg>
      </pc:sldChg>
      <pc:sldChg chg="addSp delSp modSp add mod">
        <pc:chgData name="Rajalaxmi Tm" userId="07d615e3-8cfe-4aec-8adf-6f27dc561784" providerId="ADAL" clId="{A9D16034-1E06-4E49-88B4-6D124FEC029B}" dt="2024-10-18T05:33:36.340" v="730" actId="6549"/>
        <pc:sldMkLst>
          <pc:docMk/>
          <pc:sldMk cId="3418810828" sldId="674"/>
        </pc:sldMkLst>
        <pc:spChg chg="mod">
          <ac:chgData name="Rajalaxmi Tm" userId="07d615e3-8cfe-4aec-8adf-6f27dc561784" providerId="ADAL" clId="{A9D16034-1E06-4E49-88B4-6D124FEC029B}" dt="2024-10-18T05:33:36.340" v="730" actId="6549"/>
          <ac:spMkLst>
            <pc:docMk/>
            <pc:sldMk cId="3418810828" sldId="674"/>
            <ac:spMk id="2" creationId="{39AB359F-C944-F58A-A5A5-C3D5BF0F8305}"/>
          </ac:spMkLst>
        </pc:spChg>
        <pc:spChg chg="del mod">
          <ac:chgData name="Rajalaxmi Tm" userId="07d615e3-8cfe-4aec-8adf-6f27dc561784" providerId="ADAL" clId="{A9D16034-1E06-4E49-88B4-6D124FEC029B}" dt="2024-10-18T05:29:16.505" v="453" actId="478"/>
          <ac:spMkLst>
            <pc:docMk/>
            <pc:sldMk cId="3418810828" sldId="674"/>
            <ac:spMk id="3" creationId="{67BCCFD1-3E17-9029-F35F-C2307F058D4E}"/>
          </ac:spMkLst>
        </pc:spChg>
        <pc:picChg chg="del">
          <ac:chgData name="Rajalaxmi Tm" userId="07d615e3-8cfe-4aec-8adf-6f27dc561784" providerId="ADAL" clId="{A9D16034-1E06-4E49-88B4-6D124FEC029B}" dt="2024-10-18T05:28:46.089" v="451" actId="478"/>
          <ac:picMkLst>
            <pc:docMk/>
            <pc:sldMk cId="3418810828" sldId="674"/>
            <ac:picMk id="5" creationId="{3053ADE0-C484-7865-BE09-707AB15D0DA3}"/>
          </ac:picMkLst>
        </pc:picChg>
        <pc:picChg chg="add mod">
          <ac:chgData name="Rajalaxmi Tm" userId="07d615e3-8cfe-4aec-8adf-6f27dc561784" providerId="ADAL" clId="{A9D16034-1E06-4E49-88B4-6D124FEC029B}" dt="2024-10-18T05:33:34.923" v="729" actId="1076"/>
          <ac:picMkLst>
            <pc:docMk/>
            <pc:sldMk cId="3418810828" sldId="674"/>
            <ac:picMk id="6" creationId="{32BBA8F7-516B-982D-5ED7-43D8BC585F4D}"/>
          </ac:picMkLst>
        </pc:picChg>
      </pc:sldChg>
      <pc:sldChg chg="addSp delSp modSp add mod modClrScheme chgLayout">
        <pc:chgData name="Rajalaxmi Tm" userId="07d615e3-8cfe-4aec-8adf-6f27dc561784" providerId="ADAL" clId="{A9D16034-1E06-4E49-88B4-6D124FEC029B}" dt="2024-10-18T05:36:51.304" v="778" actId="20577"/>
        <pc:sldMkLst>
          <pc:docMk/>
          <pc:sldMk cId="3480361912" sldId="675"/>
        </pc:sldMkLst>
        <pc:spChg chg="del mod">
          <ac:chgData name="Rajalaxmi Tm" userId="07d615e3-8cfe-4aec-8adf-6f27dc561784" providerId="ADAL" clId="{A9D16034-1E06-4E49-88B4-6D124FEC029B}" dt="2024-10-18T05:36:14.023" v="771"/>
          <ac:spMkLst>
            <pc:docMk/>
            <pc:sldMk cId="3480361912" sldId="675"/>
            <ac:spMk id="2" creationId="{39AB359F-C944-F58A-A5A5-C3D5BF0F8305}"/>
          </ac:spMkLst>
        </pc:spChg>
        <pc:spChg chg="add mod ord">
          <ac:chgData name="Rajalaxmi Tm" userId="07d615e3-8cfe-4aec-8adf-6f27dc561784" providerId="ADAL" clId="{A9D16034-1E06-4E49-88B4-6D124FEC029B}" dt="2024-10-18T05:36:51.304" v="778" actId="20577"/>
          <ac:spMkLst>
            <pc:docMk/>
            <pc:sldMk cId="3480361912" sldId="675"/>
            <ac:spMk id="3" creationId="{A0382815-1669-68EB-63C9-2881F7BE4FC7}"/>
          </ac:spMkLst>
        </pc:spChg>
        <pc:spChg chg="mod ord">
          <ac:chgData name="Rajalaxmi Tm" userId="07d615e3-8cfe-4aec-8adf-6f27dc561784" providerId="ADAL" clId="{A9D16034-1E06-4E49-88B4-6D124FEC029B}" dt="2024-10-18T05:36:23.511" v="772" actId="700"/>
          <ac:spMkLst>
            <pc:docMk/>
            <pc:sldMk cId="3480361912" sldId="675"/>
            <ac:spMk id="18434" creationId="{00000000-0000-0000-0000-000000000000}"/>
          </ac:spMkLst>
        </pc:spChg>
        <pc:spChg chg="mod">
          <ac:chgData name="Rajalaxmi Tm" userId="07d615e3-8cfe-4aec-8adf-6f27dc561784" providerId="ADAL" clId="{A9D16034-1E06-4E49-88B4-6D124FEC029B}" dt="2024-10-18T05:36:07.792" v="767" actId="120"/>
          <ac:spMkLst>
            <pc:docMk/>
            <pc:sldMk cId="3480361912" sldId="675"/>
            <ac:spMk id="18436" creationId="{00000000-0000-0000-0000-000000000000}"/>
          </ac:spMkLst>
        </pc:spChg>
        <pc:picChg chg="del">
          <ac:chgData name="Rajalaxmi Tm" userId="07d615e3-8cfe-4aec-8adf-6f27dc561784" providerId="ADAL" clId="{A9D16034-1E06-4E49-88B4-6D124FEC029B}" dt="2024-10-18T05:36:14.012" v="769" actId="478"/>
          <ac:picMkLst>
            <pc:docMk/>
            <pc:sldMk cId="3480361912" sldId="675"/>
            <ac:picMk id="6" creationId="{32BBA8F7-516B-982D-5ED7-43D8BC585F4D}"/>
          </ac:picMkLst>
        </pc:picChg>
      </pc:sldChg>
    </pc:docChg>
  </pc:docChgLst>
  <pc:docChgLst>
    <pc:chgData name="Rajalaxmi Tm" userId="07d615e3-8cfe-4aec-8adf-6f27dc561784" providerId="ADAL" clId="{2D26D57B-7279-467A-BD35-199B5F3E25F8}"/>
    <pc:docChg chg="undo custSel addSld delSld modSld">
      <pc:chgData name="Rajalaxmi Tm" userId="07d615e3-8cfe-4aec-8adf-6f27dc561784" providerId="ADAL" clId="{2D26D57B-7279-467A-BD35-199B5F3E25F8}" dt="2024-10-21T06:45:56.159" v="3791" actId="20577"/>
      <pc:docMkLst>
        <pc:docMk/>
      </pc:docMkLst>
      <pc:sldChg chg="modSp mod">
        <pc:chgData name="Rajalaxmi Tm" userId="07d615e3-8cfe-4aec-8adf-6f27dc561784" providerId="ADAL" clId="{2D26D57B-7279-467A-BD35-199B5F3E25F8}" dt="2024-10-18T10:15:52.442" v="253" actId="404"/>
        <pc:sldMkLst>
          <pc:docMk/>
          <pc:sldMk cId="0" sldId="259"/>
        </pc:sldMkLst>
        <pc:spChg chg="mod">
          <ac:chgData name="Rajalaxmi Tm" userId="07d615e3-8cfe-4aec-8adf-6f27dc561784" providerId="ADAL" clId="{2D26D57B-7279-467A-BD35-199B5F3E25F8}" dt="2024-10-18T10:15:52.442" v="253" actId="404"/>
          <ac:spMkLst>
            <pc:docMk/>
            <pc:sldMk cId="0" sldId="259"/>
            <ac:spMk id="2" creationId="{C1B68EBE-DBC8-1043-66AF-436E6FCAA73E}"/>
          </ac:spMkLst>
        </pc:spChg>
      </pc:sldChg>
      <pc:sldChg chg="modSp mod">
        <pc:chgData name="Rajalaxmi Tm" userId="07d615e3-8cfe-4aec-8adf-6f27dc561784" providerId="ADAL" clId="{2D26D57B-7279-467A-BD35-199B5F3E25F8}" dt="2024-10-18T10:16:07.040" v="258" actId="403"/>
        <pc:sldMkLst>
          <pc:docMk/>
          <pc:sldMk cId="702518277" sldId="671"/>
        </pc:sldMkLst>
        <pc:spChg chg="mod">
          <ac:chgData name="Rajalaxmi Tm" userId="07d615e3-8cfe-4aec-8adf-6f27dc561784" providerId="ADAL" clId="{2D26D57B-7279-467A-BD35-199B5F3E25F8}" dt="2024-10-18T10:16:07.040" v="258" actId="403"/>
          <ac:spMkLst>
            <pc:docMk/>
            <pc:sldMk cId="702518277" sldId="671"/>
            <ac:spMk id="2" creationId="{39AB359F-C944-F58A-A5A5-C3D5BF0F8305}"/>
          </ac:spMkLst>
        </pc:spChg>
        <pc:spChg chg="mod">
          <ac:chgData name="Rajalaxmi Tm" userId="07d615e3-8cfe-4aec-8adf-6f27dc561784" providerId="ADAL" clId="{2D26D57B-7279-467A-BD35-199B5F3E25F8}" dt="2024-10-18T10:16:01.591" v="256" actId="403"/>
          <ac:spMkLst>
            <pc:docMk/>
            <pc:sldMk cId="702518277" sldId="671"/>
            <ac:spMk id="18436" creationId="{00000000-0000-0000-0000-000000000000}"/>
          </ac:spMkLst>
        </pc:spChg>
      </pc:sldChg>
      <pc:sldChg chg="modSp mod">
        <pc:chgData name="Rajalaxmi Tm" userId="07d615e3-8cfe-4aec-8adf-6f27dc561784" providerId="ADAL" clId="{2D26D57B-7279-467A-BD35-199B5F3E25F8}" dt="2024-10-18T10:16:19.348" v="263" actId="403"/>
        <pc:sldMkLst>
          <pc:docMk/>
          <pc:sldMk cId="3091697509" sldId="673"/>
        </pc:sldMkLst>
        <pc:spChg chg="mod">
          <ac:chgData name="Rajalaxmi Tm" userId="07d615e3-8cfe-4aec-8adf-6f27dc561784" providerId="ADAL" clId="{2D26D57B-7279-467A-BD35-199B5F3E25F8}" dt="2024-10-18T10:16:19.348" v="263" actId="403"/>
          <ac:spMkLst>
            <pc:docMk/>
            <pc:sldMk cId="3091697509" sldId="673"/>
            <ac:spMk id="2" creationId="{39AB359F-C944-F58A-A5A5-C3D5BF0F8305}"/>
          </ac:spMkLst>
        </pc:spChg>
        <pc:spChg chg="mod">
          <ac:chgData name="Rajalaxmi Tm" userId="07d615e3-8cfe-4aec-8adf-6f27dc561784" providerId="ADAL" clId="{2D26D57B-7279-467A-BD35-199B5F3E25F8}" dt="2024-10-18T10:16:15.953" v="261" actId="403"/>
          <ac:spMkLst>
            <pc:docMk/>
            <pc:sldMk cId="3091697509" sldId="673"/>
            <ac:spMk id="18436" creationId="{00000000-0000-0000-0000-000000000000}"/>
          </ac:spMkLst>
        </pc:spChg>
      </pc:sldChg>
      <pc:sldChg chg="modSp mod">
        <pc:chgData name="Rajalaxmi Tm" userId="07d615e3-8cfe-4aec-8adf-6f27dc561784" providerId="ADAL" clId="{2D26D57B-7279-467A-BD35-199B5F3E25F8}" dt="2024-10-18T10:17:15.086" v="273" actId="404"/>
        <pc:sldMkLst>
          <pc:docMk/>
          <pc:sldMk cId="3418810828" sldId="674"/>
        </pc:sldMkLst>
        <pc:spChg chg="mod">
          <ac:chgData name="Rajalaxmi Tm" userId="07d615e3-8cfe-4aec-8adf-6f27dc561784" providerId="ADAL" clId="{2D26D57B-7279-467A-BD35-199B5F3E25F8}" dt="2024-10-18T10:17:15.086" v="273" actId="404"/>
          <ac:spMkLst>
            <pc:docMk/>
            <pc:sldMk cId="3418810828" sldId="674"/>
            <ac:spMk id="2" creationId="{39AB359F-C944-F58A-A5A5-C3D5BF0F8305}"/>
          </ac:spMkLst>
        </pc:spChg>
        <pc:spChg chg="mod">
          <ac:chgData name="Rajalaxmi Tm" userId="07d615e3-8cfe-4aec-8adf-6f27dc561784" providerId="ADAL" clId="{2D26D57B-7279-467A-BD35-199B5F3E25F8}" dt="2024-10-18T10:16:26.405" v="266" actId="403"/>
          <ac:spMkLst>
            <pc:docMk/>
            <pc:sldMk cId="3418810828" sldId="674"/>
            <ac:spMk id="18436" creationId="{00000000-0000-0000-0000-000000000000}"/>
          </ac:spMkLst>
        </pc:spChg>
        <pc:picChg chg="mod">
          <ac:chgData name="Rajalaxmi Tm" userId="07d615e3-8cfe-4aec-8adf-6f27dc561784" providerId="ADAL" clId="{2D26D57B-7279-467A-BD35-199B5F3E25F8}" dt="2024-10-18T10:16:39.940" v="271" actId="1076"/>
          <ac:picMkLst>
            <pc:docMk/>
            <pc:sldMk cId="3418810828" sldId="674"/>
            <ac:picMk id="6" creationId="{32BBA8F7-516B-982D-5ED7-43D8BC585F4D}"/>
          </ac:picMkLst>
        </pc:picChg>
      </pc:sldChg>
      <pc:sldChg chg="modSp mod">
        <pc:chgData name="Rajalaxmi Tm" userId="07d615e3-8cfe-4aec-8adf-6f27dc561784" providerId="ADAL" clId="{2D26D57B-7279-467A-BD35-199B5F3E25F8}" dt="2024-10-18T10:17:24.668" v="275" actId="403"/>
        <pc:sldMkLst>
          <pc:docMk/>
          <pc:sldMk cId="3480361912" sldId="675"/>
        </pc:sldMkLst>
        <pc:spChg chg="mod">
          <ac:chgData name="Rajalaxmi Tm" userId="07d615e3-8cfe-4aec-8adf-6f27dc561784" providerId="ADAL" clId="{2D26D57B-7279-467A-BD35-199B5F3E25F8}" dt="2024-10-18T10:15:32.437" v="245" actId="20577"/>
          <ac:spMkLst>
            <pc:docMk/>
            <pc:sldMk cId="3480361912" sldId="675"/>
            <ac:spMk id="3" creationId="{A0382815-1669-68EB-63C9-2881F7BE4FC7}"/>
          </ac:spMkLst>
        </pc:spChg>
        <pc:spChg chg="mod">
          <ac:chgData name="Rajalaxmi Tm" userId="07d615e3-8cfe-4aec-8adf-6f27dc561784" providerId="ADAL" clId="{2D26D57B-7279-467A-BD35-199B5F3E25F8}" dt="2024-10-18T10:17:24.668" v="275" actId="403"/>
          <ac:spMkLst>
            <pc:docMk/>
            <pc:sldMk cId="3480361912" sldId="675"/>
            <ac:spMk id="18436" creationId="{00000000-0000-0000-0000-000000000000}"/>
          </ac:spMkLst>
        </pc:spChg>
      </pc:sldChg>
      <pc:sldChg chg="modSp add mod">
        <pc:chgData name="Rajalaxmi Tm" userId="07d615e3-8cfe-4aec-8adf-6f27dc561784" providerId="ADAL" clId="{2D26D57B-7279-467A-BD35-199B5F3E25F8}" dt="2024-10-18T10:25:15.137" v="496" actId="255"/>
        <pc:sldMkLst>
          <pc:docMk/>
          <pc:sldMk cId="3136204666" sldId="676"/>
        </pc:sldMkLst>
        <pc:spChg chg="mod">
          <ac:chgData name="Rajalaxmi Tm" userId="07d615e3-8cfe-4aec-8adf-6f27dc561784" providerId="ADAL" clId="{2D26D57B-7279-467A-BD35-199B5F3E25F8}" dt="2024-10-18T10:25:15.137" v="496" actId="255"/>
          <ac:spMkLst>
            <pc:docMk/>
            <pc:sldMk cId="3136204666" sldId="676"/>
            <ac:spMk id="3" creationId="{A0382815-1669-68EB-63C9-2881F7BE4FC7}"/>
          </ac:spMkLst>
        </pc:spChg>
      </pc:sldChg>
      <pc:sldChg chg="addSp modSp mod">
        <pc:chgData name="Rajalaxmi Tm" userId="07d615e3-8cfe-4aec-8adf-6f27dc561784" providerId="ADAL" clId="{2D26D57B-7279-467A-BD35-199B5F3E25F8}" dt="2024-10-21T06:30:38.202" v="2968" actId="20577"/>
        <pc:sldMkLst>
          <pc:docMk/>
          <pc:sldMk cId="2742406392" sldId="678"/>
        </pc:sldMkLst>
        <pc:spChg chg="add mod">
          <ac:chgData name="Rajalaxmi Tm" userId="07d615e3-8cfe-4aec-8adf-6f27dc561784" providerId="ADAL" clId="{2D26D57B-7279-467A-BD35-199B5F3E25F8}" dt="2024-10-21T06:30:38.202" v="2968" actId="20577"/>
          <ac:spMkLst>
            <pc:docMk/>
            <pc:sldMk cId="2742406392" sldId="678"/>
            <ac:spMk id="2" creationId="{D3DC828F-069B-3A18-4A52-E9295EC12305}"/>
          </ac:spMkLst>
        </pc:spChg>
      </pc:sldChg>
      <pc:sldChg chg="delSp modSp add mod modAnim">
        <pc:chgData name="Rajalaxmi Tm" userId="07d615e3-8cfe-4aec-8adf-6f27dc561784" providerId="ADAL" clId="{2D26D57B-7279-467A-BD35-199B5F3E25F8}" dt="2024-10-19T07:52:57.714" v="824"/>
        <pc:sldMkLst>
          <pc:docMk/>
          <pc:sldMk cId="3298222284" sldId="680"/>
        </pc:sldMkLst>
        <pc:spChg chg="del">
          <ac:chgData name="Rajalaxmi Tm" userId="07d615e3-8cfe-4aec-8adf-6f27dc561784" providerId="ADAL" clId="{2D26D57B-7279-467A-BD35-199B5F3E25F8}" dt="2024-10-19T07:36:46.412" v="499" actId="478"/>
          <ac:spMkLst>
            <pc:docMk/>
            <pc:sldMk cId="3298222284" sldId="680"/>
            <ac:spMk id="2" creationId="{BFBA7A5D-7DBF-1286-51B7-E66721262085}"/>
          </ac:spMkLst>
        </pc:spChg>
        <pc:spChg chg="mod">
          <ac:chgData name="Rajalaxmi Tm" userId="07d615e3-8cfe-4aec-8adf-6f27dc561784" providerId="ADAL" clId="{2D26D57B-7279-467A-BD35-199B5F3E25F8}" dt="2024-10-19T07:51:20.359" v="816" actId="403"/>
          <ac:spMkLst>
            <pc:docMk/>
            <pc:sldMk cId="3298222284" sldId="680"/>
            <ac:spMk id="3" creationId="{A0382815-1669-68EB-63C9-2881F7BE4FC7}"/>
          </ac:spMkLst>
        </pc:spChg>
        <pc:spChg chg="del">
          <ac:chgData name="Rajalaxmi Tm" userId="07d615e3-8cfe-4aec-8adf-6f27dc561784" providerId="ADAL" clId="{2D26D57B-7279-467A-BD35-199B5F3E25F8}" dt="2024-10-19T07:36:46.412" v="499" actId="478"/>
          <ac:spMkLst>
            <pc:docMk/>
            <pc:sldMk cId="3298222284" sldId="680"/>
            <ac:spMk id="4" creationId="{F77CF1EF-113F-22AE-0878-046D9627A606}"/>
          </ac:spMkLst>
        </pc:spChg>
        <pc:spChg chg="del">
          <ac:chgData name="Rajalaxmi Tm" userId="07d615e3-8cfe-4aec-8adf-6f27dc561784" providerId="ADAL" clId="{2D26D57B-7279-467A-BD35-199B5F3E25F8}" dt="2024-10-19T07:36:46.412" v="499" actId="478"/>
          <ac:spMkLst>
            <pc:docMk/>
            <pc:sldMk cId="3298222284" sldId="680"/>
            <ac:spMk id="5" creationId="{11D84BD9-13C2-E574-1950-9BB423FDC783}"/>
          </ac:spMkLst>
        </pc:spChg>
        <pc:spChg chg="del">
          <ac:chgData name="Rajalaxmi Tm" userId="07d615e3-8cfe-4aec-8adf-6f27dc561784" providerId="ADAL" clId="{2D26D57B-7279-467A-BD35-199B5F3E25F8}" dt="2024-10-19T07:36:46.412" v="499" actId="478"/>
          <ac:spMkLst>
            <pc:docMk/>
            <pc:sldMk cId="3298222284" sldId="680"/>
            <ac:spMk id="6" creationId="{084DDEC8-DD59-1D9E-D166-1FD5068BECA1}"/>
          </ac:spMkLst>
        </pc:spChg>
      </pc:sldChg>
      <pc:sldChg chg="modSp add del mod modAnim">
        <pc:chgData name="Rajalaxmi Tm" userId="07d615e3-8cfe-4aec-8adf-6f27dc561784" providerId="ADAL" clId="{2D26D57B-7279-467A-BD35-199B5F3E25F8}" dt="2024-10-20T16:49:31.920" v="1570" actId="47"/>
        <pc:sldMkLst>
          <pc:docMk/>
          <pc:sldMk cId="3643574335" sldId="681"/>
        </pc:sldMkLst>
        <pc:spChg chg="mod">
          <ac:chgData name="Rajalaxmi Tm" userId="07d615e3-8cfe-4aec-8adf-6f27dc561784" providerId="ADAL" clId="{2D26D57B-7279-467A-BD35-199B5F3E25F8}" dt="2024-10-19T08:05:27.345" v="1105" actId="20577"/>
          <ac:spMkLst>
            <pc:docMk/>
            <pc:sldMk cId="3643574335" sldId="681"/>
            <ac:spMk id="3" creationId="{A0382815-1669-68EB-63C9-2881F7BE4FC7}"/>
          </ac:spMkLst>
        </pc:spChg>
      </pc:sldChg>
      <pc:sldChg chg="modSp add modAnim">
        <pc:chgData name="Rajalaxmi Tm" userId="07d615e3-8cfe-4aec-8adf-6f27dc561784" providerId="ADAL" clId="{2D26D57B-7279-467A-BD35-199B5F3E25F8}" dt="2024-10-20T16:47:10.864" v="1561" actId="255"/>
        <pc:sldMkLst>
          <pc:docMk/>
          <pc:sldMk cId="287024013" sldId="682"/>
        </pc:sldMkLst>
        <pc:spChg chg="mod">
          <ac:chgData name="Rajalaxmi Tm" userId="07d615e3-8cfe-4aec-8adf-6f27dc561784" providerId="ADAL" clId="{2D26D57B-7279-467A-BD35-199B5F3E25F8}" dt="2024-10-20T16:47:10.864" v="1561" actId="255"/>
          <ac:spMkLst>
            <pc:docMk/>
            <pc:sldMk cId="287024013" sldId="682"/>
            <ac:spMk id="3" creationId="{A0382815-1669-68EB-63C9-2881F7BE4FC7}"/>
          </ac:spMkLst>
        </pc:spChg>
      </pc:sldChg>
      <pc:sldChg chg="addSp delSp modSp add mod modAnim">
        <pc:chgData name="Rajalaxmi Tm" userId="07d615e3-8cfe-4aec-8adf-6f27dc561784" providerId="ADAL" clId="{2D26D57B-7279-467A-BD35-199B5F3E25F8}" dt="2024-10-20T16:48:31.577" v="1565" actId="1037"/>
        <pc:sldMkLst>
          <pc:docMk/>
          <pc:sldMk cId="2807956424" sldId="683"/>
        </pc:sldMkLst>
        <pc:spChg chg="add del mod ord">
          <ac:chgData name="Rajalaxmi Tm" userId="07d615e3-8cfe-4aec-8adf-6f27dc561784" providerId="ADAL" clId="{2D26D57B-7279-467A-BD35-199B5F3E25F8}" dt="2024-10-20T16:46:23.262" v="1557" actId="478"/>
          <ac:spMkLst>
            <pc:docMk/>
            <pc:sldMk cId="2807956424" sldId="683"/>
            <ac:spMk id="2" creationId="{7CAB0052-0B76-6096-F455-EF64833E3540}"/>
          </ac:spMkLst>
        </pc:spChg>
        <pc:spChg chg="mod">
          <ac:chgData name="Rajalaxmi Tm" userId="07d615e3-8cfe-4aec-8adf-6f27dc561784" providerId="ADAL" clId="{2D26D57B-7279-467A-BD35-199B5F3E25F8}" dt="2024-10-20T16:48:31.577" v="1565" actId="1037"/>
          <ac:spMkLst>
            <pc:docMk/>
            <pc:sldMk cId="2807956424" sldId="683"/>
            <ac:spMk id="3" creationId="{A0382815-1669-68EB-63C9-2881F7BE4FC7}"/>
          </ac:spMkLst>
        </pc:spChg>
        <pc:spChg chg="add del mod ord">
          <ac:chgData name="Rajalaxmi Tm" userId="07d615e3-8cfe-4aec-8adf-6f27dc561784" providerId="ADAL" clId="{2D26D57B-7279-467A-BD35-199B5F3E25F8}" dt="2024-10-20T16:46:27.568" v="1559" actId="478"/>
          <ac:spMkLst>
            <pc:docMk/>
            <pc:sldMk cId="2807956424" sldId="683"/>
            <ac:spMk id="4" creationId="{B4764F2B-FD58-01B0-51E9-3646C3A38E45}"/>
          </ac:spMkLst>
        </pc:spChg>
      </pc:sldChg>
      <pc:sldChg chg="delSp modSp add mod modAnim">
        <pc:chgData name="Rajalaxmi Tm" userId="07d615e3-8cfe-4aec-8adf-6f27dc561784" providerId="ADAL" clId="{2D26D57B-7279-467A-BD35-199B5F3E25F8}" dt="2024-10-21T05:03:51.558" v="2025" actId="20577"/>
        <pc:sldMkLst>
          <pc:docMk/>
          <pc:sldMk cId="3879986315" sldId="684"/>
        </pc:sldMkLst>
        <pc:spChg chg="del">
          <ac:chgData name="Rajalaxmi Tm" userId="07d615e3-8cfe-4aec-8adf-6f27dc561784" providerId="ADAL" clId="{2D26D57B-7279-467A-BD35-199B5F3E25F8}" dt="2024-10-20T16:44:33.274" v="1546" actId="478"/>
          <ac:spMkLst>
            <pc:docMk/>
            <pc:sldMk cId="3879986315" sldId="684"/>
            <ac:spMk id="2" creationId="{7CAB0052-0B76-6096-F455-EF64833E3540}"/>
          </ac:spMkLst>
        </pc:spChg>
        <pc:spChg chg="mod">
          <ac:chgData name="Rajalaxmi Tm" userId="07d615e3-8cfe-4aec-8adf-6f27dc561784" providerId="ADAL" clId="{2D26D57B-7279-467A-BD35-199B5F3E25F8}" dt="2024-10-21T05:03:51.558" v="2025" actId="20577"/>
          <ac:spMkLst>
            <pc:docMk/>
            <pc:sldMk cId="3879986315" sldId="684"/>
            <ac:spMk id="3" creationId="{A0382815-1669-68EB-63C9-2881F7BE4FC7}"/>
          </ac:spMkLst>
        </pc:spChg>
        <pc:spChg chg="del">
          <ac:chgData name="Rajalaxmi Tm" userId="07d615e3-8cfe-4aec-8adf-6f27dc561784" providerId="ADAL" clId="{2D26D57B-7279-467A-BD35-199B5F3E25F8}" dt="2024-10-20T16:44:35.635" v="1547" actId="478"/>
          <ac:spMkLst>
            <pc:docMk/>
            <pc:sldMk cId="3879986315" sldId="684"/>
            <ac:spMk id="4" creationId="{B4764F2B-FD58-01B0-51E9-3646C3A38E45}"/>
          </ac:spMkLst>
        </pc:spChg>
      </pc:sldChg>
      <pc:sldChg chg="modSp add del modAnim">
        <pc:chgData name="Rajalaxmi Tm" userId="07d615e3-8cfe-4aec-8adf-6f27dc561784" providerId="ADAL" clId="{2D26D57B-7279-467A-BD35-199B5F3E25F8}" dt="2024-10-20T16:43:34.111" v="1540"/>
        <pc:sldMkLst>
          <pc:docMk/>
          <pc:sldMk cId="3883489509" sldId="684"/>
        </pc:sldMkLst>
        <pc:spChg chg="mod">
          <ac:chgData name="Rajalaxmi Tm" userId="07d615e3-8cfe-4aec-8adf-6f27dc561784" providerId="ADAL" clId="{2D26D57B-7279-467A-BD35-199B5F3E25F8}" dt="2024-10-20T16:43:24.518" v="1538" actId="6549"/>
          <ac:spMkLst>
            <pc:docMk/>
            <pc:sldMk cId="3883489509" sldId="684"/>
            <ac:spMk id="3" creationId="{A0382815-1669-68EB-63C9-2881F7BE4FC7}"/>
          </ac:spMkLst>
        </pc:spChg>
      </pc:sldChg>
      <pc:sldChg chg="modSp add modAnim">
        <pc:chgData name="Rajalaxmi Tm" userId="07d615e3-8cfe-4aec-8adf-6f27dc561784" providerId="ADAL" clId="{2D26D57B-7279-467A-BD35-199B5F3E25F8}" dt="2024-10-21T05:02:17.356" v="1971" actId="20577"/>
        <pc:sldMkLst>
          <pc:docMk/>
          <pc:sldMk cId="1677546987" sldId="685"/>
        </pc:sldMkLst>
        <pc:spChg chg="mod">
          <ac:chgData name="Rajalaxmi Tm" userId="07d615e3-8cfe-4aec-8adf-6f27dc561784" providerId="ADAL" clId="{2D26D57B-7279-467A-BD35-199B5F3E25F8}" dt="2024-10-21T05:02:17.356" v="1971" actId="20577"/>
          <ac:spMkLst>
            <pc:docMk/>
            <pc:sldMk cId="1677546987" sldId="685"/>
            <ac:spMk id="3" creationId="{A0382815-1669-68EB-63C9-2881F7BE4FC7}"/>
          </ac:spMkLst>
        </pc:spChg>
      </pc:sldChg>
      <pc:sldChg chg="modSp add modAnim">
        <pc:chgData name="Rajalaxmi Tm" userId="07d615e3-8cfe-4aec-8adf-6f27dc561784" providerId="ADAL" clId="{2D26D57B-7279-467A-BD35-199B5F3E25F8}" dt="2024-10-21T05:04:36.096" v="2060" actId="20577"/>
        <pc:sldMkLst>
          <pc:docMk/>
          <pc:sldMk cId="1026010756" sldId="686"/>
        </pc:sldMkLst>
        <pc:spChg chg="mod">
          <ac:chgData name="Rajalaxmi Tm" userId="07d615e3-8cfe-4aec-8adf-6f27dc561784" providerId="ADAL" clId="{2D26D57B-7279-467A-BD35-199B5F3E25F8}" dt="2024-10-21T05:04:36.096" v="2060" actId="20577"/>
          <ac:spMkLst>
            <pc:docMk/>
            <pc:sldMk cId="1026010756" sldId="686"/>
            <ac:spMk id="3" creationId="{A0382815-1669-68EB-63C9-2881F7BE4FC7}"/>
          </ac:spMkLst>
        </pc:spChg>
      </pc:sldChg>
      <pc:sldChg chg="add del">
        <pc:chgData name="Rajalaxmi Tm" userId="07d615e3-8cfe-4aec-8adf-6f27dc561784" providerId="ADAL" clId="{2D26D57B-7279-467A-BD35-199B5F3E25F8}" dt="2024-10-20T16:56:21.144" v="1673" actId="47"/>
        <pc:sldMkLst>
          <pc:docMk/>
          <pc:sldMk cId="2584417187" sldId="686"/>
        </pc:sldMkLst>
      </pc:sldChg>
      <pc:sldChg chg="add del">
        <pc:chgData name="Rajalaxmi Tm" userId="07d615e3-8cfe-4aec-8adf-6f27dc561784" providerId="ADAL" clId="{2D26D57B-7279-467A-BD35-199B5F3E25F8}" dt="2024-10-20T16:56:22.375" v="1674" actId="47"/>
        <pc:sldMkLst>
          <pc:docMk/>
          <pc:sldMk cId="462635822" sldId="687"/>
        </pc:sldMkLst>
      </pc:sldChg>
      <pc:sldChg chg="addSp delSp modSp add mod modAnim">
        <pc:chgData name="Rajalaxmi Tm" userId="07d615e3-8cfe-4aec-8adf-6f27dc561784" providerId="ADAL" clId="{2D26D57B-7279-467A-BD35-199B5F3E25F8}" dt="2024-10-21T05:14:19.880" v="2335"/>
        <pc:sldMkLst>
          <pc:docMk/>
          <pc:sldMk cId="1575536308" sldId="687"/>
        </pc:sldMkLst>
        <pc:spChg chg="add mod">
          <ac:chgData name="Rajalaxmi Tm" userId="07d615e3-8cfe-4aec-8adf-6f27dc561784" providerId="ADAL" clId="{2D26D57B-7279-467A-BD35-199B5F3E25F8}" dt="2024-10-21T05:07:16.350" v="2129" actId="1076"/>
          <ac:spMkLst>
            <pc:docMk/>
            <pc:sldMk cId="1575536308" sldId="687"/>
            <ac:spMk id="2" creationId="{B61B904C-9FE8-1DE8-C032-09390510F8FB}"/>
          </ac:spMkLst>
        </pc:spChg>
        <pc:spChg chg="mod">
          <ac:chgData name="Rajalaxmi Tm" userId="07d615e3-8cfe-4aec-8adf-6f27dc561784" providerId="ADAL" clId="{2D26D57B-7279-467A-BD35-199B5F3E25F8}" dt="2024-10-21T05:14:09.649" v="2334" actId="20577"/>
          <ac:spMkLst>
            <pc:docMk/>
            <pc:sldMk cId="1575536308" sldId="687"/>
            <ac:spMk id="3" creationId="{A0382815-1669-68EB-63C9-2881F7BE4FC7}"/>
          </ac:spMkLst>
        </pc:spChg>
        <pc:spChg chg="add del mod ord">
          <ac:chgData name="Rajalaxmi Tm" userId="07d615e3-8cfe-4aec-8adf-6f27dc561784" providerId="ADAL" clId="{2D26D57B-7279-467A-BD35-199B5F3E25F8}" dt="2024-10-21T05:13:40.311" v="2329" actId="478"/>
          <ac:spMkLst>
            <pc:docMk/>
            <pc:sldMk cId="1575536308" sldId="687"/>
            <ac:spMk id="4" creationId="{5FB8D2CA-5971-ED1F-E469-DA4C4F8DABE1}"/>
          </ac:spMkLst>
        </pc:spChg>
      </pc:sldChg>
      <pc:sldChg chg="delSp modSp add mod delAnim modAnim">
        <pc:chgData name="Rajalaxmi Tm" userId="07d615e3-8cfe-4aec-8adf-6f27dc561784" providerId="ADAL" clId="{2D26D57B-7279-467A-BD35-199B5F3E25F8}" dt="2024-10-21T06:27:55.491" v="2899" actId="113"/>
        <pc:sldMkLst>
          <pc:docMk/>
          <pc:sldMk cId="618617607" sldId="688"/>
        </pc:sldMkLst>
        <pc:spChg chg="del">
          <ac:chgData name="Rajalaxmi Tm" userId="07d615e3-8cfe-4aec-8adf-6f27dc561784" providerId="ADAL" clId="{2D26D57B-7279-467A-BD35-199B5F3E25F8}" dt="2024-10-21T06:20:45.087" v="2353" actId="478"/>
          <ac:spMkLst>
            <pc:docMk/>
            <pc:sldMk cId="618617607" sldId="688"/>
            <ac:spMk id="2" creationId="{B61B904C-9FE8-1DE8-C032-09390510F8FB}"/>
          </ac:spMkLst>
        </pc:spChg>
        <pc:spChg chg="mod">
          <ac:chgData name="Rajalaxmi Tm" userId="07d615e3-8cfe-4aec-8adf-6f27dc561784" providerId="ADAL" clId="{2D26D57B-7279-467A-BD35-199B5F3E25F8}" dt="2024-10-21T06:27:55.491" v="2899" actId="113"/>
          <ac:spMkLst>
            <pc:docMk/>
            <pc:sldMk cId="618617607" sldId="688"/>
            <ac:spMk id="3" creationId="{A0382815-1669-68EB-63C9-2881F7BE4FC7}"/>
          </ac:spMkLst>
        </pc:spChg>
        <pc:spChg chg="mod">
          <ac:chgData name="Rajalaxmi Tm" userId="07d615e3-8cfe-4aec-8adf-6f27dc561784" providerId="ADAL" clId="{2D26D57B-7279-467A-BD35-199B5F3E25F8}" dt="2024-10-21T06:20:37.996" v="2351" actId="20577"/>
          <ac:spMkLst>
            <pc:docMk/>
            <pc:sldMk cId="618617607" sldId="688"/>
            <ac:spMk id="18436" creationId="{00000000-0000-0000-0000-000000000000}"/>
          </ac:spMkLst>
        </pc:spChg>
      </pc:sldChg>
      <pc:sldChg chg="modSp add del mod modAnim">
        <pc:chgData name="Rajalaxmi Tm" userId="07d615e3-8cfe-4aec-8adf-6f27dc561784" providerId="ADAL" clId="{2D26D57B-7279-467A-BD35-199B5F3E25F8}" dt="2024-10-21T04:56:41.768" v="1849" actId="47"/>
        <pc:sldMkLst>
          <pc:docMk/>
          <pc:sldMk cId="2986949732" sldId="688"/>
        </pc:sldMkLst>
        <pc:spChg chg="mod">
          <ac:chgData name="Rajalaxmi Tm" userId="07d615e3-8cfe-4aec-8adf-6f27dc561784" providerId="ADAL" clId="{2D26D57B-7279-467A-BD35-199B5F3E25F8}" dt="2024-10-20T16:58:26.256" v="1728" actId="1076"/>
          <ac:spMkLst>
            <pc:docMk/>
            <pc:sldMk cId="2986949732" sldId="688"/>
            <ac:spMk id="3" creationId="{A0382815-1669-68EB-63C9-2881F7BE4FC7}"/>
          </ac:spMkLst>
        </pc:spChg>
      </pc:sldChg>
      <pc:sldChg chg="add del">
        <pc:chgData name="Rajalaxmi Tm" userId="07d615e3-8cfe-4aec-8adf-6f27dc561784" providerId="ADAL" clId="{2D26D57B-7279-467A-BD35-199B5F3E25F8}" dt="2024-10-21T05:05:06.299" v="2096"/>
        <pc:sldMkLst>
          <pc:docMk/>
          <pc:sldMk cId="3305938279" sldId="688"/>
        </pc:sldMkLst>
      </pc:sldChg>
      <pc:sldChg chg="modSp add del modAnim">
        <pc:chgData name="Rajalaxmi Tm" userId="07d615e3-8cfe-4aec-8adf-6f27dc561784" providerId="ADAL" clId="{2D26D57B-7279-467A-BD35-199B5F3E25F8}" dt="2024-10-21T04:56:47.702" v="1850" actId="47"/>
        <pc:sldMkLst>
          <pc:docMk/>
          <pc:sldMk cId="484438700" sldId="689"/>
        </pc:sldMkLst>
        <pc:spChg chg="mod">
          <ac:chgData name="Rajalaxmi Tm" userId="07d615e3-8cfe-4aec-8adf-6f27dc561784" providerId="ADAL" clId="{2D26D57B-7279-467A-BD35-199B5F3E25F8}" dt="2024-10-20T17:03:19.168" v="1733" actId="20577"/>
          <ac:spMkLst>
            <pc:docMk/>
            <pc:sldMk cId="484438700" sldId="689"/>
            <ac:spMk id="3" creationId="{A0382815-1669-68EB-63C9-2881F7BE4FC7}"/>
          </ac:spMkLst>
        </pc:spChg>
      </pc:sldChg>
      <pc:sldChg chg="add">
        <pc:chgData name="Rajalaxmi Tm" userId="07d615e3-8cfe-4aec-8adf-6f27dc561784" providerId="ADAL" clId="{2D26D57B-7279-467A-BD35-199B5F3E25F8}" dt="2024-10-21T06:28:01.079" v="2900"/>
        <pc:sldMkLst>
          <pc:docMk/>
          <pc:sldMk cId="3444294481" sldId="689"/>
        </pc:sldMkLst>
      </pc:sldChg>
      <pc:sldChg chg="add del">
        <pc:chgData name="Rajalaxmi Tm" userId="07d615e3-8cfe-4aec-8adf-6f27dc561784" providerId="ADAL" clId="{2D26D57B-7279-467A-BD35-199B5F3E25F8}" dt="2024-10-21T05:01:29.950" v="1964" actId="47"/>
        <pc:sldMkLst>
          <pc:docMk/>
          <pc:sldMk cId="1691956944" sldId="690"/>
        </pc:sldMkLst>
      </pc:sldChg>
      <pc:sldChg chg="modSp add mod modAnim">
        <pc:chgData name="Rajalaxmi Tm" userId="07d615e3-8cfe-4aec-8adf-6f27dc561784" providerId="ADAL" clId="{2D26D57B-7279-467A-BD35-199B5F3E25F8}" dt="2024-10-21T06:35:46.147" v="3219" actId="20577"/>
        <pc:sldMkLst>
          <pc:docMk/>
          <pc:sldMk cId="4058417657" sldId="690"/>
        </pc:sldMkLst>
        <pc:spChg chg="mod">
          <ac:chgData name="Rajalaxmi Tm" userId="07d615e3-8cfe-4aec-8adf-6f27dc561784" providerId="ADAL" clId="{2D26D57B-7279-467A-BD35-199B5F3E25F8}" dt="2024-10-21T06:35:46.147" v="3219" actId="20577"/>
          <ac:spMkLst>
            <pc:docMk/>
            <pc:sldMk cId="4058417657" sldId="690"/>
            <ac:spMk id="3" creationId="{A0382815-1669-68EB-63C9-2881F7BE4FC7}"/>
          </ac:spMkLst>
        </pc:spChg>
        <pc:spChg chg="mod">
          <ac:chgData name="Rajalaxmi Tm" userId="07d615e3-8cfe-4aec-8adf-6f27dc561784" providerId="ADAL" clId="{2D26D57B-7279-467A-BD35-199B5F3E25F8}" dt="2024-10-21T06:31:40.060" v="3000" actId="20577"/>
          <ac:spMkLst>
            <pc:docMk/>
            <pc:sldMk cId="4058417657" sldId="690"/>
            <ac:spMk id="18436" creationId="{00000000-0000-0000-0000-000000000000}"/>
          </ac:spMkLst>
        </pc:spChg>
      </pc:sldChg>
      <pc:sldChg chg="addSp delSp modSp add mod modAnim">
        <pc:chgData name="Rajalaxmi Tm" userId="07d615e3-8cfe-4aec-8adf-6f27dc561784" providerId="ADAL" clId="{2D26D57B-7279-467A-BD35-199B5F3E25F8}" dt="2024-10-21T06:43:12.998" v="3579" actId="22"/>
        <pc:sldMkLst>
          <pc:docMk/>
          <pc:sldMk cId="3584010117" sldId="691"/>
        </pc:sldMkLst>
        <pc:spChg chg="mod">
          <ac:chgData name="Rajalaxmi Tm" userId="07d615e3-8cfe-4aec-8adf-6f27dc561784" providerId="ADAL" clId="{2D26D57B-7279-467A-BD35-199B5F3E25F8}" dt="2024-10-21T06:42:36.337" v="3577" actId="20577"/>
          <ac:spMkLst>
            <pc:docMk/>
            <pc:sldMk cId="3584010117" sldId="691"/>
            <ac:spMk id="3" creationId="{A0382815-1669-68EB-63C9-2881F7BE4FC7}"/>
          </ac:spMkLst>
        </pc:spChg>
        <pc:spChg chg="add del">
          <ac:chgData name="Rajalaxmi Tm" userId="07d615e3-8cfe-4aec-8adf-6f27dc561784" providerId="ADAL" clId="{2D26D57B-7279-467A-BD35-199B5F3E25F8}" dt="2024-10-21T06:43:12.998" v="3579" actId="22"/>
          <ac:spMkLst>
            <pc:docMk/>
            <pc:sldMk cId="3584010117" sldId="691"/>
            <ac:spMk id="4" creationId="{2D69E8D3-1B75-1C05-EC77-76DE96C3D4E5}"/>
          </ac:spMkLst>
        </pc:spChg>
        <pc:spChg chg="mod">
          <ac:chgData name="Rajalaxmi Tm" userId="07d615e3-8cfe-4aec-8adf-6f27dc561784" providerId="ADAL" clId="{2D26D57B-7279-467A-BD35-199B5F3E25F8}" dt="2024-10-21T06:36:02.214" v="3227" actId="20577"/>
          <ac:spMkLst>
            <pc:docMk/>
            <pc:sldMk cId="3584010117" sldId="691"/>
            <ac:spMk id="18436" creationId="{00000000-0000-0000-0000-000000000000}"/>
          </ac:spMkLst>
        </pc:spChg>
      </pc:sldChg>
      <pc:sldChg chg="modSp add modAnim">
        <pc:chgData name="Rajalaxmi Tm" userId="07d615e3-8cfe-4aec-8adf-6f27dc561784" providerId="ADAL" clId="{2D26D57B-7279-467A-BD35-199B5F3E25F8}" dt="2024-10-21T06:45:56.159" v="3791" actId="20577"/>
        <pc:sldMkLst>
          <pc:docMk/>
          <pc:sldMk cId="1417402448" sldId="692"/>
        </pc:sldMkLst>
        <pc:spChg chg="mod">
          <ac:chgData name="Rajalaxmi Tm" userId="07d615e3-8cfe-4aec-8adf-6f27dc561784" providerId="ADAL" clId="{2D26D57B-7279-467A-BD35-199B5F3E25F8}" dt="2024-10-21T06:45:56.159" v="3791" actId="20577"/>
          <ac:spMkLst>
            <pc:docMk/>
            <pc:sldMk cId="1417402448" sldId="692"/>
            <ac:spMk id="3" creationId="{A0382815-1669-68EB-63C9-2881F7BE4FC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829" cy="49682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469" y="1"/>
            <a:ext cx="2946829" cy="49682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462"/>
            <a:ext cx="2946829" cy="49682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469" y="9434462"/>
            <a:ext cx="2946829" cy="49682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7" y="0"/>
            <a:ext cx="2947035" cy="49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1" y="4718171"/>
            <a:ext cx="4987290" cy="4469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340"/>
            <a:ext cx="2947035" cy="49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7" y="9436340"/>
            <a:ext cx="2947035" cy="49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07516D-BB97-4DD0-8034-555F95D7F321}" type="slidenum">
              <a:rPr lang="en-US"/>
              <a:pPr/>
              <a:t>1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2560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019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23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245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963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27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820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65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06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9520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634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359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414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781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1525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4409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110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3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671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905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007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5331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089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997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1446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72740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8439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335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251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5315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3322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6141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7855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5388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643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1459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26993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4684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1965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38526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4405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70184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7413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0294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7406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4599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4835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7418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69842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0720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85812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42603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4096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127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9955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0913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7742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6361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CF2A95-4409-4B1B-8AC2-7A205AF8D51E}" type="slidenum">
              <a:rPr lang="en-US" altLang="en-US" smtClean="0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48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9144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0" y="6267450"/>
          <a:ext cx="91440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67450"/>
                        <a:ext cx="91440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21425"/>
            <a:ext cx="9144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8C9898-E6AC-44BF-B116-C38EDC7614FA}" type="slidenum">
              <a:rPr lang="en-US"/>
              <a:pPr/>
              <a:t>1</a:t>
            </a:fld>
            <a:endParaRPr lang="en-US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2365375" y="46038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163" name="Picture 19" descr="ba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589588"/>
            <a:ext cx="8991600" cy="1268412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B68EBE-DBC8-1043-66AF-436E6FCAA73E}"/>
              </a:ext>
            </a:extLst>
          </p:cNvPr>
          <p:cNvSpPr txBox="1"/>
          <p:nvPr/>
        </p:nvSpPr>
        <p:spPr>
          <a:xfrm>
            <a:off x="-76200" y="2672239"/>
            <a:ext cx="9144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66CC"/>
                </a:solidFill>
                <a:cs typeface="Arial" panose="020B0604020202020204" pitchFamily="34" charset="0"/>
              </a:rPr>
              <a:t>Lattices</a:t>
            </a:r>
          </a:p>
          <a:p>
            <a:pPr algn="ctr"/>
            <a:endParaRPr lang="en-US" sz="5400" b="1" dirty="0">
              <a:solidFill>
                <a:srgbClr val="0066CC"/>
              </a:solidFill>
              <a:cs typeface="Arial" panose="020B0604020202020204" pitchFamily="34" charset="0"/>
            </a:endParaRPr>
          </a:p>
          <a:p>
            <a:pPr algn="ctr"/>
            <a:r>
              <a:rPr lang="en-US" b="1" dirty="0">
                <a:solidFill>
                  <a:srgbClr val="7030A0"/>
                </a:solidFill>
                <a:cs typeface="Arial" panose="020B0604020202020204" pitchFamily="34" charset="0"/>
              </a:rPr>
              <a:t>by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  <a:cs typeface="Arial" panose="020B0604020202020204" pitchFamily="34" charset="0"/>
              </a:rPr>
              <a:t>Dr. T. M. Rajalaxmi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  <a:cs typeface="Arial" panose="020B0604020202020204" pitchFamily="34" charset="0"/>
              </a:rPr>
              <a:t>Assistant Professor</a:t>
            </a:r>
          </a:p>
          <a:p>
            <a:pPr algn="ctr"/>
            <a:r>
              <a:rPr lang="en-US" sz="2800" b="1" dirty="0">
                <a:solidFill>
                  <a:srgbClr val="7030A0"/>
                </a:solidFill>
                <a:cs typeface="Arial" panose="020B0604020202020204" pitchFamily="34" charset="0"/>
              </a:rPr>
              <a:t>Department of Mathematics</a:t>
            </a:r>
          </a:p>
          <a:p>
            <a:pPr algn="ctr"/>
            <a:endParaRPr lang="en-US" sz="5400" b="1" dirty="0">
              <a:solidFill>
                <a:srgbClr val="0066CC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44497" y="2951946"/>
                <a:ext cx="7363537" cy="476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500" b="1" i="0" smtClean="0">
                        <a:latin typeface="Cambria Math" panose="02040503050406030204" pitchFamily="18" charset="0"/>
                      </a:rPr>
                      <m:t>𝐈𝐟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IN" sz="2500" b="1" dirty="0"/>
                  <a:t> </a:t>
                </a: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e>
                    </m:d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IN" sz="2500" b="1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97" y="2951946"/>
                <a:ext cx="7363537" cy="476250"/>
              </a:xfrm>
              <a:prstGeom prst="rect">
                <a:avLst/>
              </a:prstGeom>
              <a:blipFill>
                <a:blip r:embed="rId3"/>
                <a:stretch>
                  <a:fillRect t="-10256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B1DF01-9F85-E743-E3C5-8691FAB87CC9}"/>
                  </a:ext>
                </a:extLst>
              </p:cNvPr>
              <p:cNvSpPr txBox="1"/>
              <p:nvPr/>
            </p:nvSpPr>
            <p:spPr>
              <a:xfrm>
                <a:off x="838200" y="1614843"/>
                <a:ext cx="7467600" cy="476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500" b="1" i="0" smtClean="0">
                        <a:latin typeface="Cambria Math" panose="02040503050406030204" pitchFamily="18" charset="0"/>
                      </a:rPr>
                      <m:t>𝐈𝐟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5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IN" sz="2500" b="1" dirty="0"/>
                  <a:t> </a:t>
                </a: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5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IN" sz="25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500" b="1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B1DF01-9F85-E743-E3C5-8691FAB87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4843"/>
                <a:ext cx="7467600" cy="476250"/>
              </a:xfrm>
              <a:prstGeom prst="rect">
                <a:avLst/>
              </a:prstGeom>
              <a:blipFill>
                <a:blip r:embed="rId4"/>
                <a:stretch>
                  <a:fillRect t="-11538" b="-294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1501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(L,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be given lattice. For any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I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have, 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b="0" dirty="0"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and </a:t>
                </a:r>
                <a:endParaRPr lang="en-US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400" b="0" dirty="0"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  <a:blipFill>
                <a:blip r:embed="rId3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287803526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    −−−−−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−−−−−(2)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1: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−−−−(3)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28288646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    −−−−−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−−−−−(2)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1: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−−−−(3)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(3), it is enough to prove GLB{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}=</a:t>
                </a:r>
                <a:r>
                  <a:rPr lang="en-I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to prove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24891983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    −−−−−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−−−−−(2)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1: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−−−−(3)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(3), it is enough to prove GLB{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}=</a:t>
                </a:r>
                <a:r>
                  <a:rPr lang="en-I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to prove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)∧(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 b="-141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196249945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2: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−−−−(4)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33020625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2: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−−−−(4)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(4), it is enough to prove LUB{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}=</a:t>
                </a:r>
                <a:r>
                  <a:rPr lang="en-I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to prove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34904169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 – 2: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−−−−(4)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(4), it is enough to prove LUB{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}=</a:t>
                </a:r>
                <a:r>
                  <a:rPr lang="en-I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to prove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=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=(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7924800" cy="4724400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Isotonic Property</a:t>
            </a:r>
          </a:p>
        </p:txBody>
      </p:sp>
    </p:spTree>
    <p:extLst>
      <p:ext uri="{BB962C8B-B14F-4D97-AF65-F5344CB8AC3E}">
        <p14:creationId xmlns:p14="http://schemas.microsoft.com/office/powerpoint/2010/main" val="27896402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Statement: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(L,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be a given Lattice. For any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following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inequalities holds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above equations are dual to each other.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  <a:blipFill>
                <a:blip r:embed="rId3"/>
                <a:stretch>
                  <a:fillRect l="-1062" r="-9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inequality</a:t>
            </a:r>
          </a:p>
        </p:txBody>
      </p:sp>
    </p:spTree>
    <p:extLst>
      <p:ext uri="{BB962C8B-B14F-4D97-AF65-F5344CB8AC3E}">
        <p14:creationId xmlns:p14="http://schemas.microsoft.com/office/powerpoint/2010/main" val="40333040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1: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27530374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1: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--------(2)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68982311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1: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(1) and (2)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357411922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1: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(1) and (2)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-------------------------------(A)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75268146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22142682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90221978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-------------------------------(B)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64160499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-------------------------------(B)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(A) and (B) we have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lower bound of {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83862552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LUB,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upper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-------------------------------(B)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(A) and (B) we have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lower bound of {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proof.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 b="-6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35801344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2: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30226696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2: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41531836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2: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--------(2)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84121368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IN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Claim – 2: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--------(2)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(1) and (2)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lower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-------------------------------(C)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83395006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375519471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126576755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lower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-------------------------------(D)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411312632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definition of GLB, it is obvious that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--------(4)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 (3) and (4)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lower bound of {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-------------------------------(D)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(C) and (D) we have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upper bound of {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proof of (ii).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 b="-6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Inequalities</a:t>
            </a:r>
          </a:p>
        </p:txBody>
      </p:sp>
    </p:spTree>
    <p:extLst>
      <p:ext uri="{BB962C8B-B14F-4D97-AF65-F5344CB8AC3E}">
        <p14:creationId xmlns:p14="http://schemas.microsoft.com/office/powerpoint/2010/main" val="326138593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Lattice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said to be distributive Lattice if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satisfies the following conditions.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 r="-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</p:spTree>
    <p:extLst>
      <p:ext uri="{BB962C8B-B14F-4D97-AF65-F5344CB8AC3E}">
        <p14:creationId xmlns:p14="http://schemas.microsoft.com/office/powerpoint/2010/main" val="137905714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given lattice is distributive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enough to prove that either 1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 or 2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sp>
        <p:nvSpPr>
          <p:cNvPr id="2" name="Oval 1"/>
          <p:cNvSpPr/>
          <p:nvPr/>
        </p:nvSpPr>
        <p:spPr>
          <a:xfrm>
            <a:off x="6522176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62800" y="2130115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7162800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62800" y="3389312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50084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2" idx="7"/>
            <a:endCxn id="6" idx="3"/>
          </p:cNvCxnSpPr>
          <p:nvPr/>
        </p:nvCxnSpPr>
        <p:spPr>
          <a:xfrm flipV="1">
            <a:off x="6717298" y="2325237"/>
            <a:ext cx="478980" cy="4514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3"/>
          </p:cNvCxnSpPr>
          <p:nvPr/>
        </p:nvCxnSpPr>
        <p:spPr>
          <a:xfrm flipV="1">
            <a:off x="7361728" y="2938322"/>
            <a:ext cx="421834" cy="4787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1"/>
            <a:endCxn id="2" idx="5"/>
          </p:cNvCxnSpPr>
          <p:nvPr/>
        </p:nvCxnSpPr>
        <p:spPr>
          <a:xfrm flipH="1" flipV="1">
            <a:off x="6717298" y="2938322"/>
            <a:ext cx="478980" cy="4844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1"/>
          </p:cNvCxnSpPr>
          <p:nvPr/>
        </p:nvCxnSpPr>
        <p:spPr>
          <a:xfrm flipH="1" flipV="1">
            <a:off x="7364715" y="2324097"/>
            <a:ext cx="418847" cy="45258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0"/>
            <a:endCxn id="6" idx="4"/>
          </p:cNvCxnSpPr>
          <p:nvPr/>
        </p:nvCxnSpPr>
        <p:spPr>
          <a:xfrm flipV="1">
            <a:off x="7277100" y="2358715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295606" y="2985429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2266" y="1801070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413" y="2738267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818" y="2657445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074" y="3580936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2618" y="2708364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5194763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show that the given lattice is distributive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enough to prove that either 1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 or 2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∨0=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sp>
        <p:nvSpPr>
          <p:cNvPr id="2" name="Oval 1"/>
          <p:cNvSpPr/>
          <p:nvPr/>
        </p:nvSpPr>
        <p:spPr>
          <a:xfrm>
            <a:off x="6522176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62800" y="2130115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7162800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62800" y="3389312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50084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2" idx="7"/>
            <a:endCxn id="6" idx="3"/>
          </p:cNvCxnSpPr>
          <p:nvPr/>
        </p:nvCxnSpPr>
        <p:spPr>
          <a:xfrm flipV="1">
            <a:off x="6717298" y="2325237"/>
            <a:ext cx="478980" cy="4514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3"/>
          </p:cNvCxnSpPr>
          <p:nvPr/>
        </p:nvCxnSpPr>
        <p:spPr>
          <a:xfrm flipV="1">
            <a:off x="7361728" y="2938322"/>
            <a:ext cx="421834" cy="4787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1"/>
            <a:endCxn id="2" idx="5"/>
          </p:cNvCxnSpPr>
          <p:nvPr/>
        </p:nvCxnSpPr>
        <p:spPr>
          <a:xfrm flipH="1" flipV="1">
            <a:off x="6717298" y="2938322"/>
            <a:ext cx="478980" cy="4844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1"/>
          </p:cNvCxnSpPr>
          <p:nvPr/>
        </p:nvCxnSpPr>
        <p:spPr>
          <a:xfrm flipH="1" flipV="1">
            <a:off x="7364715" y="2324097"/>
            <a:ext cx="418847" cy="45258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0"/>
            <a:endCxn id="6" idx="4"/>
          </p:cNvCxnSpPr>
          <p:nvPr/>
        </p:nvCxnSpPr>
        <p:spPr>
          <a:xfrm flipV="1">
            <a:off x="7277100" y="2358715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295606" y="2985429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2266" y="1801070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413" y="2738267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818" y="2657445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074" y="3580936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2618" y="2708364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5433807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show that the given lattice is distributive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enough to prove that either 1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 or 2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∨0=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RHS: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∧(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sp>
        <p:nvSpPr>
          <p:cNvPr id="2" name="Oval 1"/>
          <p:cNvSpPr/>
          <p:nvPr/>
        </p:nvSpPr>
        <p:spPr>
          <a:xfrm>
            <a:off x="6522176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62800" y="2130115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7162800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62800" y="3389312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50084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2" idx="7"/>
            <a:endCxn id="6" idx="3"/>
          </p:cNvCxnSpPr>
          <p:nvPr/>
        </p:nvCxnSpPr>
        <p:spPr>
          <a:xfrm flipV="1">
            <a:off x="6717298" y="2325237"/>
            <a:ext cx="478980" cy="4514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3"/>
          </p:cNvCxnSpPr>
          <p:nvPr/>
        </p:nvCxnSpPr>
        <p:spPr>
          <a:xfrm flipV="1">
            <a:off x="7361728" y="2938322"/>
            <a:ext cx="421834" cy="4787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1"/>
            <a:endCxn id="2" idx="5"/>
          </p:cNvCxnSpPr>
          <p:nvPr/>
        </p:nvCxnSpPr>
        <p:spPr>
          <a:xfrm flipH="1" flipV="1">
            <a:off x="6717298" y="2938322"/>
            <a:ext cx="478980" cy="4844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1"/>
          </p:cNvCxnSpPr>
          <p:nvPr/>
        </p:nvCxnSpPr>
        <p:spPr>
          <a:xfrm flipH="1" flipV="1">
            <a:off x="7364715" y="2324097"/>
            <a:ext cx="418847" cy="45258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0"/>
            <a:endCxn id="6" idx="4"/>
          </p:cNvCxnSpPr>
          <p:nvPr/>
        </p:nvCxnSpPr>
        <p:spPr>
          <a:xfrm flipV="1">
            <a:off x="7277100" y="2358715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295606" y="2985429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2266" y="1801070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413" y="2738267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818" y="2657445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074" y="3580936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2618" y="2708364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348714976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show that the given lattice is distributive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enough to prove that either 1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 or 2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∨0=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RHS: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=1∧1=1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sp>
        <p:nvSpPr>
          <p:cNvPr id="2" name="Oval 1"/>
          <p:cNvSpPr/>
          <p:nvPr/>
        </p:nvSpPr>
        <p:spPr>
          <a:xfrm>
            <a:off x="6522176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62800" y="2130115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7162800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62800" y="3389312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50084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2" idx="7"/>
            <a:endCxn id="6" idx="3"/>
          </p:cNvCxnSpPr>
          <p:nvPr/>
        </p:nvCxnSpPr>
        <p:spPr>
          <a:xfrm flipV="1">
            <a:off x="6717298" y="2325237"/>
            <a:ext cx="478980" cy="4514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3"/>
          </p:cNvCxnSpPr>
          <p:nvPr/>
        </p:nvCxnSpPr>
        <p:spPr>
          <a:xfrm flipV="1">
            <a:off x="7361728" y="2938322"/>
            <a:ext cx="421834" cy="4787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1"/>
            <a:endCxn id="2" idx="5"/>
          </p:cNvCxnSpPr>
          <p:nvPr/>
        </p:nvCxnSpPr>
        <p:spPr>
          <a:xfrm flipH="1" flipV="1">
            <a:off x="6717298" y="2938322"/>
            <a:ext cx="478980" cy="4844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1"/>
          </p:cNvCxnSpPr>
          <p:nvPr/>
        </p:nvCxnSpPr>
        <p:spPr>
          <a:xfrm flipH="1" flipV="1">
            <a:off x="7364715" y="2324097"/>
            <a:ext cx="418847" cy="45258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0"/>
            <a:endCxn id="6" idx="4"/>
          </p:cNvCxnSpPr>
          <p:nvPr/>
        </p:nvCxnSpPr>
        <p:spPr>
          <a:xfrm flipV="1">
            <a:off x="7277100" y="2358715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295606" y="2985429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2266" y="1801070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413" y="2738267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818" y="2657445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074" y="3580936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2618" y="2708364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52575112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to show that the given lattice is distributive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enough to prove that either 1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 or 2</a:t>
                </a:r>
                <a:r>
                  <a:rPr lang="en-IN" sz="20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∨0=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RHS: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=1∧1=1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LHS not equal to RHS.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given lattice is not distributive.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sp>
        <p:nvSpPr>
          <p:cNvPr id="2" name="Oval 1"/>
          <p:cNvSpPr/>
          <p:nvPr/>
        </p:nvSpPr>
        <p:spPr>
          <a:xfrm>
            <a:off x="6522176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62800" y="2130115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7162800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7162800" y="3389312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7750084" y="2743200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2" idx="7"/>
            <a:endCxn id="6" idx="3"/>
          </p:cNvCxnSpPr>
          <p:nvPr/>
        </p:nvCxnSpPr>
        <p:spPr>
          <a:xfrm flipV="1">
            <a:off x="6717298" y="2325237"/>
            <a:ext cx="478980" cy="45144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9" idx="3"/>
          </p:cNvCxnSpPr>
          <p:nvPr/>
        </p:nvCxnSpPr>
        <p:spPr>
          <a:xfrm flipV="1">
            <a:off x="7361728" y="2938322"/>
            <a:ext cx="421834" cy="47870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1"/>
            <a:endCxn id="2" idx="5"/>
          </p:cNvCxnSpPr>
          <p:nvPr/>
        </p:nvCxnSpPr>
        <p:spPr>
          <a:xfrm flipH="1" flipV="1">
            <a:off x="6717298" y="2938322"/>
            <a:ext cx="478980" cy="484468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1"/>
          </p:cNvCxnSpPr>
          <p:nvPr/>
        </p:nvCxnSpPr>
        <p:spPr>
          <a:xfrm flipH="1" flipV="1">
            <a:off x="7364715" y="2324097"/>
            <a:ext cx="418847" cy="452581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0"/>
            <a:endCxn id="6" idx="4"/>
          </p:cNvCxnSpPr>
          <p:nvPr/>
        </p:nvCxnSpPr>
        <p:spPr>
          <a:xfrm flipV="1">
            <a:off x="7277100" y="2358715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295606" y="2985429"/>
            <a:ext cx="0" cy="38448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42266" y="1801070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413" y="2738267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818" y="2657445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7074" y="3580936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2618" y="2708364"/>
            <a:ext cx="280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14480757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the pentagonal lattice is not distributive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∧1=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=0∨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∧1=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=0∨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lattice is not distributive.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Distributive Lattice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EE2A2-6884-91C7-7AF1-14BE1773D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905000"/>
            <a:ext cx="1487742" cy="145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786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391818539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2100191222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106399628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distributive inequality,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150748783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distributive inequality,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using 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263450907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distributive inequality,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using 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Conversely, assume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228132183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distributive inequality,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using 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Conversely, assume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the definition of LUB and GLB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3506456463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Lattice, then for any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⟺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-------------------------------------------(1)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distributive inequality,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IN" sz="20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using 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Conversely, assume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the definition of LUB and GLB we have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en-IN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Inequality</a:t>
            </a:r>
          </a:p>
        </p:txBody>
      </p:sp>
    </p:spTree>
    <p:extLst>
      <p:ext uri="{BB962C8B-B14F-4D97-AF65-F5344CB8AC3E}">
        <p14:creationId xmlns:p14="http://schemas.microsoft.com/office/powerpoint/2010/main" val="140852965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Lattice (L,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said to be Modular Lattice if it satisfies the following condition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then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I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779" r="-7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Lattice</a:t>
            </a:r>
          </a:p>
        </p:txBody>
      </p:sp>
    </p:spTree>
    <p:extLst>
      <p:ext uri="{BB962C8B-B14F-4D97-AF65-F5344CB8AC3E}">
        <p14:creationId xmlns:p14="http://schemas.microsoft.com/office/powerpoint/2010/main" val="133753500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Lattice is an algebraic system (L,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two binary operation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L which are both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commutative, associative and satisfies absorption laws.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(L,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be a Lattice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a subset of L. Then (S,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 sub lattice of (L, </a:t>
                </a:r>
                <a14:m>
                  <m:oMath xmlns:m="http://schemas.openxmlformats.org/officeDocument/2006/math">
                    <m:r>
                      <a:rPr lang="en-IN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∧,  ∨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iff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is closed under both operation </a:t>
                </a:r>
                <a14:m>
                  <m:oMath xmlns:m="http://schemas.openxmlformats.org/officeDocument/2006/math"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IN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I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2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IN" sz="2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sub lattice of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 of all divisors.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53104"/>
                <a:ext cx="8610600" cy="4949826"/>
              </a:xfrm>
              <a:blipFill>
                <a:blip r:embed="rId3"/>
                <a:stretch>
                  <a:fillRect l="-921" r="-921" b="-13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Lattice as an algebraic system</a:t>
            </a:r>
          </a:p>
        </p:txBody>
      </p:sp>
    </p:spTree>
    <p:extLst>
      <p:ext uri="{BB962C8B-B14F-4D97-AF65-F5344CB8AC3E}">
        <p14:creationId xmlns:p14="http://schemas.microsoft.com/office/powerpoint/2010/main" val="298244640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B94CFF-E26A-BB1C-8BB7-CB8FA7AF672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51836" y="2538288"/>
            <a:ext cx="8440328" cy="1781424"/>
          </a:xfrm>
        </p:spPr>
      </p:pic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Sublattice -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F6889-2460-51AF-3289-ACBEEC1650AC}"/>
              </a:ext>
            </a:extLst>
          </p:cNvPr>
          <p:cNvSpPr/>
          <p:nvPr/>
        </p:nvSpPr>
        <p:spPr>
          <a:xfrm>
            <a:off x="533400" y="2590800"/>
            <a:ext cx="16764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043206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Sublattice -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F6889-2460-51AF-3289-ACBEEC1650AC}"/>
              </a:ext>
            </a:extLst>
          </p:cNvPr>
          <p:cNvSpPr/>
          <p:nvPr/>
        </p:nvSpPr>
        <p:spPr>
          <a:xfrm>
            <a:off x="533400" y="2590800"/>
            <a:ext cx="16764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5A739F-F970-9411-B4FA-44E83A3E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67" y="1617367"/>
            <a:ext cx="8345065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25318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Sublattice -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F6889-2460-51AF-3289-ACBEEC1650AC}"/>
              </a:ext>
            </a:extLst>
          </p:cNvPr>
          <p:cNvSpPr/>
          <p:nvPr/>
        </p:nvSpPr>
        <p:spPr>
          <a:xfrm>
            <a:off x="533400" y="2590800"/>
            <a:ext cx="16764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771BFB-C4F6-23B7-809F-36D1D6080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94" y="1457050"/>
            <a:ext cx="8507012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39936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F6889-2460-51AF-3289-ACBEEC1650AC}"/>
              </a:ext>
            </a:extLst>
          </p:cNvPr>
          <p:cNvSpPr/>
          <p:nvPr/>
        </p:nvSpPr>
        <p:spPr>
          <a:xfrm>
            <a:off x="533400" y="2590800"/>
            <a:ext cx="1676400" cy="3048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E076A-3737-99DE-E449-B26865C2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7" y="2857431"/>
            <a:ext cx="8229985" cy="148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41010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Complete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lattice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∨,  ∧)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complete if every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non-empty subset has a least upper bound and a greatest lower bound.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  <a:blipFill>
                <a:blip r:embed="rId3"/>
                <a:stretch>
                  <a:fillRect l="-1062" r="-9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types of Lattices</a:t>
            </a:r>
          </a:p>
        </p:txBody>
      </p:sp>
    </p:spTree>
    <p:extLst>
      <p:ext uri="{BB962C8B-B14F-4D97-AF65-F5344CB8AC3E}">
        <p14:creationId xmlns:p14="http://schemas.microsoft.com/office/powerpoint/2010/main" val="34505239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lattice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has both least element 0 and greatest element 1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called bounded lattice. In bounded lattice,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≤1,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Sometimes bounded lattices is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∨,  ∧,  0, 1)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,|)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least element is 1, and greatest element is 24.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≤("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less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than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or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equal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to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")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zero is the least element, no greatest element.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lattice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≤</m:t>
                        </m:r>
                      </m:e>
                    </m:d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lattice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</a:t>
                </a:r>
                <a:r>
                  <a:rPr lang="en-I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poset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 is finite.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066800"/>
                <a:ext cx="8610600" cy="4949826"/>
              </a:xfrm>
              <a:blipFill>
                <a:blip r:embed="rId3"/>
                <a:stretch>
                  <a:fillRect l="-1062" r="-991" b="-12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types of Lattices</a:t>
            </a:r>
          </a:p>
        </p:txBody>
      </p:sp>
    </p:spTree>
    <p:extLst>
      <p:ext uri="{BB962C8B-B14F-4D97-AF65-F5344CB8AC3E}">
        <p14:creationId xmlns:p14="http://schemas.microsoft.com/office/powerpoint/2010/main" val="618617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447800"/>
                <a:ext cx="8610600" cy="41148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 of an element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∨,  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0,  1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bounded lattice. An element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a complement of an element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bar>
                  </m:oMath>
                </a14:m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447800"/>
                <a:ext cx="8610600" cy="4114800"/>
              </a:xfrm>
              <a:blipFill>
                <a:blip r:embed="rId3"/>
                <a:stretch>
                  <a:fillRect l="-708" r="-6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types of Lattices</a:t>
            </a:r>
          </a:p>
        </p:txBody>
      </p:sp>
    </p:spTree>
    <p:extLst>
      <p:ext uri="{BB962C8B-B14F-4D97-AF65-F5344CB8AC3E}">
        <p14:creationId xmlns:p14="http://schemas.microsoft.com/office/powerpoint/2010/main" val="3316603442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447800"/>
                <a:ext cx="8915400" cy="2819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Complemented Lattice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bounded lattice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</m:t>
                    </m:r>
                    <m:r>
                      <a:rPr lang="en-US" sz="20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∨,  ∧,  0,  1)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complemented if every element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atleast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one complement.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447800"/>
                <a:ext cx="8915400" cy="2819400"/>
              </a:xfrm>
              <a:blipFill>
                <a:blip r:embed="rId3"/>
                <a:stretch>
                  <a:fillRect l="-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types of Lattices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25B1F-9337-A014-2416-43490D8D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3049514"/>
            <a:ext cx="5410200" cy="304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305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447800"/>
                <a:ext cx="8763000" cy="4343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complemented, distributive lattice, show that the following are equivalent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447800"/>
                <a:ext cx="8763000" cy="4343400"/>
              </a:xfrm>
              <a:blipFill>
                <a:blip r:embed="rId3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924BCA-B15A-7AE9-4911-6695CA48B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" y="2743200"/>
            <a:ext cx="9000000" cy="352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02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143000"/>
                <a:ext cx="8763000" cy="4343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complemented, distributive lattice, show that the following are equivalent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143000"/>
                <a:ext cx="8763000" cy="4343400"/>
              </a:xfrm>
              <a:blipFill>
                <a:blip r:embed="rId3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2FEB0-3698-AD91-76FD-7F104908F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432763"/>
            <a:ext cx="6110885" cy="324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059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447800"/>
                <a:ext cx="8763000" cy="4343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complemented, distributive lattice, show that the following are equivalent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447800"/>
                <a:ext cx="8763000" cy="4343400"/>
              </a:xfrm>
              <a:blipFill>
                <a:blip r:embed="rId3"/>
                <a:stretch>
                  <a:fillRect l="-6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F556D-0DD7-A6F6-80AF-D5185C5B2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14600"/>
            <a:ext cx="7086600" cy="341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792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2400" y="1219200"/>
                <a:ext cx="8763000" cy="4343400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complemented, distributive lattice, show that the following are equivalent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𝒃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 ⟺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ba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bar>
                        <m:barPr>
                          <m:pos m:val="top"/>
                          <m:ctrlP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</m:ba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2400" y="1219200"/>
                <a:ext cx="8763000" cy="4343400"/>
              </a:xfrm>
              <a:blipFill>
                <a:blip r:embed="rId3"/>
                <a:stretch>
                  <a:fillRect l="-695" b="-162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C7D66-123C-8CC1-417A-5D877C716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514600"/>
            <a:ext cx="6324600" cy="34123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588DC0-FB05-8BB8-4CE3-C2195259A375}"/>
              </a:ext>
            </a:extLst>
          </p:cNvPr>
          <p:cNvSpPr/>
          <p:nvPr/>
        </p:nvSpPr>
        <p:spPr>
          <a:xfrm>
            <a:off x="4038600" y="2514600"/>
            <a:ext cx="32766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05B77-EAA6-1A24-41F3-807FEA5B922B}"/>
              </a:ext>
            </a:extLst>
          </p:cNvPr>
          <p:cNvSpPr/>
          <p:nvPr/>
        </p:nvSpPr>
        <p:spPr>
          <a:xfrm>
            <a:off x="1143000" y="5562600"/>
            <a:ext cx="63246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8575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∧,  ∨)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complemented, distributive lattice, then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IN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Proof: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∧,  ∨)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complemented, distributive lattice.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∴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unique complement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----------------(1)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any two elements.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prove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∨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1133" r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Morgan’s laws</a:t>
            </a:r>
          </a:p>
        </p:txBody>
      </p:sp>
    </p:spTree>
    <p:extLst>
      <p:ext uri="{BB962C8B-B14F-4D97-AF65-F5344CB8AC3E}">
        <p14:creationId xmlns:p14="http://schemas.microsoft.com/office/powerpoint/2010/main" val="16411999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to prove that the complement of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3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US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prove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3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∨</m:t>
                            </m:r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∨</m:t>
                            </m:r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′∨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∨1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′)∨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1∨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∧1</m:t>
                    </m:r>
                  </m:oMath>
                </a14:m>
                <a:endParaRPr lang="en-US" sz="23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=1∧1=1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----------------(2)</a:t>
                </a:r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Morgan’s laws</a:t>
            </a:r>
          </a:p>
        </p:txBody>
      </p:sp>
    </p:spTree>
    <p:extLst>
      <p:ext uri="{BB962C8B-B14F-4D97-AF65-F5344CB8AC3E}">
        <p14:creationId xmlns:p14="http://schemas.microsoft.com/office/powerpoint/2010/main" val="39627881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nd</m:t>
                    </m:r>
                    <m:r>
                      <a:rPr lang="en-US" sz="2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3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sSup>
                              <m:sSup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∧(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sSup>
                              <m:sSup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sSup>
                              <m:sSup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begChr m:val="["/>
                        <m:endChr m:val="]"/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′∧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=0∨</m:t>
                    </m:r>
                    <m:d>
                      <m:dPr>
                        <m:begChr m:val="["/>
                        <m:endChr m:val="]"/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0∨[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∧0]</m:t>
                    </m:r>
                  </m:oMath>
                </a14:m>
                <a:endParaRPr lang="en-US" sz="2300" dirty="0"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cs typeface="Times New Roman" panose="020206030504050203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=0∨0=0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----------------(3)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we have </a:t>
                </a:r>
                <a14:m>
                  <m:oMath xmlns:m="http://schemas.openxmlformats.org/officeDocument/2006/math">
                    <m:r>
                      <a:rPr lang="en-US" sz="23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</m:t>
                    </m:r>
                    <m:d>
                      <m:dPr>
                        <m:ctrlP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  <m:r>
                      <a:rPr lang="en-US" sz="23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sz="23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3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en-IN" sz="23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∨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23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3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sz="23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3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3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3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m:oMathPara>
                </a14:m>
                <a:endParaRPr lang="en-US" sz="23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Morgan’s laws</a:t>
            </a:r>
          </a:p>
        </p:txBody>
      </p:sp>
    </p:spTree>
    <p:extLst>
      <p:ext uri="{BB962C8B-B14F-4D97-AF65-F5344CB8AC3E}">
        <p14:creationId xmlns:p14="http://schemas.microsoft.com/office/powerpoint/2010/main" val="7067458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3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complement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∨</m:t>
                        </m:r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IN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3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23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3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sSup>
                        <m:sSup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∨</m:t>
                              </m:r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IN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IN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IN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duality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∧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IN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sz="23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382815-1669-68EB-63C9-2881F7BE4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66700" y="1371599"/>
                <a:ext cx="8610600" cy="4949826"/>
              </a:xfrm>
              <a:blipFill>
                <a:blip r:embed="rId3"/>
                <a:stretch>
                  <a:fillRect l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64363-BA61-449A-A160-E054A7AE0AB7}" type="slidenum">
              <a:rPr lang="en-US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436" name="Rectangle 18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79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Morgan’s laws</a:t>
            </a:r>
          </a:p>
        </p:txBody>
      </p:sp>
    </p:spTree>
    <p:extLst>
      <p:ext uri="{BB962C8B-B14F-4D97-AF65-F5344CB8AC3E}">
        <p14:creationId xmlns:p14="http://schemas.microsoft.com/office/powerpoint/2010/main" val="4056510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21859</TotalTime>
  <Words>3582</Words>
  <Application>Microsoft Office PowerPoint</Application>
  <PresentationFormat>On-screen Show (4:3)</PresentationFormat>
  <Paragraphs>537</Paragraphs>
  <Slides>60</Slides>
  <Notes>60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Cambria Math</vt:lpstr>
      <vt:lpstr>Times New Roman</vt:lpstr>
      <vt:lpstr>Verdana</vt:lpstr>
      <vt:lpstr>1_Default Design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lastModifiedBy>Rajalaxmi Tm</cp:lastModifiedBy>
  <cp:revision>3410</cp:revision>
  <cp:lastPrinted>2018-11-10T11:34:26Z</cp:lastPrinted>
  <dcterms:created xsi:type="dcterms:W3CDTF">2006-09-22T10:59:01Z</dcterms:created>
  <dcterms:modified xsi:type="dcterms:W3CDTF">2025-09-22T04:58:38Z</dcterms:modified>
</cp:coreProperties>
</file>