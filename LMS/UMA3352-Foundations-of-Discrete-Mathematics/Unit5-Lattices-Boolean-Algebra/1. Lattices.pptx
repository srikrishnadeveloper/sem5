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2"/>
  </p:notesMasterIdLst>
  <p:handoutMasterIdLst>
    <p:handoutMasterId r:id="rId23"/>
  </p:handoutMasterIdLst>
  <p:sldIdLst>
    <p:sldId id="631" r:id="rId2"/>
    <p:sldId id="688" r:id="rId3"/>
    <p:sldId id="689" r:id="rId4"/>
    <p:sldId id="690" r:id="rId5"/>
    <p:sldId id="691" r:id="rId6"/>
    <p:sldId id="692" r:id="rId7"/>
    <p:sldId id="693" r:id="rId8"/>
    <p:sldId id="694" r:id="rId9"/>
    <p:sldId id="695" r:id="rId10"/>
    <p:sldId id="696" r:id="rId11"/>
    <p:sldId id="697" r:id="rId12"/>
    <p:sldId id="698" r:id="rId13"/>
    <p:sldId id="699" r:id="rId14"/>
    <p:sldId id="700" r:id="rId15"/>
    <p:sldId id="701" r:id="rId16"/>
    <p:sldId id="702" r:id="rId17"/>
    <p:sldId id="703" r:id="rId18"/>
    <p:sldId id="704" r:id="rId19"/>
    <p:sldId id="705" r:id="rId20"/>
    <p:sldId id="706" r:id="rId2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66CCFF"/>
    <a:srgbClr val="90B0D4"/>
    <a:srgbClr val="B4593C"/>
    <a:srgbClr val="0066CC"/>
    <a:srgbClr val="547B9C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DFC52-9F1E-4482-8A43-4ECCEAF48F84}" v="2327" dt="2025-07-07T07:08:37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332" autoAdjust="0"/>
  </p:normalViewPr>
  <p:slideViewPr>
    <p:cSldViewPr>
      <p:cViewPr varScale="1">
        <p:scale>
          <a:sx n="74" d="100"/>
          <a:sy n="74" d="100"/>
        </p:scale>
        <p:origin x="10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F5FDFC52-9F1E-4482-8A43-4ECCEAF48F84}"/>
    <pc:docChg chg="custSel addSld modSld modMainMaster modNotesMaster">
      <pc:chgData name="Rajalaxmi Tm" userId="07d615e3-8cfe-4aec-8adf-6f27dc561784" providerId="ADAL" clId="{F5FDFC52-9F1E-4482-8A43-4ECCEAF48F84}" dt="2025-07-07T07:08:37.635" v="2999" actId="113"/>
      <pc:docMkLst>
        <pc:docMk/>
      </pc:docMkLst>
      <pc:sldChg chg="modSp mod modNotes">
        <pc:chgData name="Rajalaxmi Tm" userId="07d615e3-8cfe-4aec-8adf-6f27dc561784" providerId="ADAL" clId="{F5FDFC52-9F1E-4482-8A43-4ECCEAF48F84}" dt="2025-07-07T04:25:27.291" v="35" actId="20577"/>
        <pc:sldMkLst>
          <pc:docMk/>
          <pc:sldMk cId="1053448063" sldId="631"/>
        </pc:sldMkLst>
        <pc:spChg chg="mod">
          <ac:chgData name="Rajalaxmi Tm" userId="07d615e3-8cfe-4aec-8adf-6f27dc561784" providerId="ADAL" clId="{F5FDFC52-9F1E-4482-8A43-4ECCEAF48F84}" dt="2025-07-07T04:25:27.291" v="35" actId="20577"/>
          <ac:spMkLst>
            <pc:docMk/>
            <pc:sldMk cId="1053448063" sldId="631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k cId="1053448063" sldId="631"/>
            <ac:spMk id="278530" creationId="{00000000-0000-0000-0000-000000000000}"/>
          </ac:spMkLst>
        </pc:spChg>
      </pc:sldChg>
      <pc:sldChg chg="delSp modSp mod modNotes">
        <pc:chgData name="Rajalaxmi Tm" userId="07d615e3-8cfe-4aec-8adf-6f27dc561784" providerId="ADAL" clId="{F5FDFC52-9F1E-4482-8A43-4ECCEAF48F84}" dt="2025-07-07T05:01:40.523" v="971" actId="113"/>
        <pc:sldMkLst>
          <pc:docMk/>
          <pc:sldMk cId="733264316" sldId="632"/>
        </pc:sldMkLst>
        <pc:spChg chg="mod">
          <ac:chgData name="Rajalaxmi Tm" userId="07d615e3-8cfe-4aec-8adf-6f27dc561784" providerId="ADAL" clId="{F5FDFC52-9F1E-4482-8A43-4ECCEAF48F84}" dt="2025-07-07T05:01:40.523" v="971" actId="113"/>
          <ac:spMkLst>
            <pc:docMk/>
            <pc:sldMk cId="733264316" sldId="632"/>
            <ac:spMk id="2" creationId="{7B6EA86C-E085-A00A-9709-3840D71DE022}"/>
          </ac:spMkLst>
        </pc:spChg>
        <pc:spChg chg="mod">
          <ac:chgData name="Rajalaxmi Tm" userId="07d615e3-8cfe-4aec-8adf-6f27dc561784" providerId="ADAL" clId="{F5FDFC52-9F1E-4482-8A43-4ECCEAF48F84}" dt="2025-07-07T04:55:16.003" v="625" actId="113"/>
          <ac:spMkLst>
            <pc:docMk/>
            <pc:sldMk cId="733264316" sldId="632"/>
            <ac:spMk id="7" creationId="{00000000-0000-0000-0000-000000000000}"/>
          </ac:spMkLst>
        </pc:spChg>
        <pc:spChg chg="del mod">
          <ac:chgData name="Rajalaxmi Tm" userId="07d615e3-8cfe-4aec-8adf-6f27dc561784" providerId="ADAL" clId="{F5FDFC52-9F1E-4482-8A43-4ECCEAF48F84}" dt="2025-07-07T04:26:04.744" v="60" actId="478"/>
          <ac:spMkLst>
            <pc:docMk/>
            <pc:sldMk cId="733264316" sldId="632"/>
            <ac:spMk id="8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56.928" v="59" actId="20577"/>
          <ac:spMkLst>
            <pc:docMk/>
            <pc:sldMk cId="733264316" sldId="632"/>
            <ac:spMk id="278530" creationId="{00000000-0000-0000-0000-000000000000}"/>
          </ac:spMkLst>
        </pc:spChg>
      </pc:sldChg>
      <pc:sldChg chg="modSp mod">
        <pc:chgData name="Rajalaxmi Tm" userId="07d615e3-8cfe-4aec-8adf-6f27dc561784" providerId="ADAL" clId="{F5FDFC52-9F1E-4482-8A43-4ECCEAF48F84}" dt="2025-07-07T05:31:05.150" v="1912" actId="207"/>
        <pc:sldMkLst>
          <pc:docMk/>
          <pc:sldMk cId="1592017103" sldId="640"/>
        </pc:sldMkLst>
        <pc:spChg chg="mod">
          <ac:chgData name="Rajalaxmi Tm" userId="07d615e3-8cfe-4aec-8adf-6f27dc561784" providerId="ADAL" clId="{F5FDFC52-9F1E-4482-8A43-4ECCEAF48F84}" dt="2025-07-07T05:31:05.150" v="1912" actId="207"/>
          <ac:spMkLst>
            <pc:docMk/>
            <pc:sldMk cId="1592017103" sldId="640"/>
            <ac:spMk id="2" creationId="{C2911B4B-43F1-4A79-97B5-ACD47DFBF948}"/>
          </ac:spMkLst>
        </pc:spChg>
      </pc:sldChg>
      <pc:sldChg chg="modSp add mod">
        <pc:chgData name="Rajalaxmi Tm" userId="07d615e3-8cfe-4aec-8adf-6f27dc561784" providerId="ADAL" clId="{F5FDFC52-9F1E-4482-8A43-4ECCEAF48F84}" dt="2025-07-07T05:01:46.878" v="973" actId="113"/>
        <pc:sldMkLst>
          <pc:docMk/>
          <pc:sldMk cId="3243231708" sldId="641"/>
        </pc:sldMkLst>
        <pc:spChg chg="mod">
          <ac:chgData name="Rajalaxmi Tm" userId="07d615e3-8cfe-4aec-8adf-6f27dc561784" providerId="ADAL" clId="{F5FDFC52-9F1E-4482-8A43-4ECCEAF48F84}" dt="2025-07-07T05:01:46.878" v="973" actId="113"/>
          <ac:spMkLst>
            <pc:docMk/>
            <pc:sldMk cId="3243231708" sldId="641"/>
            <ac:spMk id="2" creationId="{06F5E048-A8EC-75B9-CEB4-34E8FDDBA7ED}"/>
          </ac:spMkLst>
        </pc:spChg>
        <pc:spChg chg="mod">
          <ac:chgData name="Rajalaxmi Tm" userId="07d615e3-8cfe-4aec-8adf-6f27dc561784" providerId="ADAL" clId="{F5FDFC52-9F1E-4482-8A43-4ECCEAF48F84}" dt="2025-07-07T04:57:04.234" v="739" actId="6549"/>
          <ac:spMkLst>
            <pc:docMk/>
            <pc:sldMk cId="3243231708" sldId="641"/>
            <ac:spMk id="7" creationId="{00000000-0000-0000-0000-000000000000}"/>
          </ac:spMkLst>
        </pc:spChg>
      </pc:sldChg>
      <pc:sldChg chg="modSp add mod modAnim">
        <pc:chgData name="Rajalaxmi Tm" userId="07d615e3-8cfe-4aec-8adf-6f27dc561784" providerId="ADAL" clId="{F5FDFC52-9F1E-4482-8A43-4ECCEAF48F84}" dt="2025-07-07T05:01:53.194" v="975" actId="113"/>
        <pc:sldMkLst>
          <pc:docMk/>
          <pc:sldMk cId="37369295" sldId="642"/>
        </pc:sldMkLst>
        <pc:spChg chg="mod">
          <ac:chgData name="Rajalaxmi Tm" userId="07d615e3-8cfe-4aec-8adf-6f27dc561784" providerId="ADAL" clId="{F5FDFC52-9F1E-4482-8A43-4ECCEAF48F84}" dt="2025-07-07T05:01:53.194" v="975" actId="113"/>
          <ac:spMkLst>
            <pc:docMk/>
            <pc:sldMk cId="37369295" sldId="642"/>
            <ac:spMk id="2" creationId="{C0790F49-8A6F-BEE7-72E7-B3901747ECEA}"/>
          </ac:spMkLst>
        </pc:spChg>
        <pc:spChg chg="mod">
          <ac:chgData name="Rajalaxmi Tm" userId="07d615e3-8cfe-4aec-8adf-6f27dc561784" providerId="ADAL" clId="{F5FDFC52-9F1E-4482-8A43-4ECCEAF48F84}" dt="2025-07-07T05:00:12.699" v="962" actId="33524"/>
          <ac:spMkLst>
            <pc:docMk/>
            <pc:sldMk cId="37369295" sldId="642"/>
            <ac:spMk id="7" creationId="{00000000-0000-0000-0000-000000000000}"/>
          </ac:spMkLst>
        </pc:spChg>
      </pc:sldChg>
      <pc:sldChg chg="modSp add modAnim">
        <pc:chgData name="Rajalaxmi Tm" userId="07d615e3-8cfe-4aec-8adf-6f27dc561784" providerId="ADAL" clId="{F5FDFC52-9F1E-4482-8A43-4ECCEAF48F84}" dt="2025-07-07T05:23:13.419" v="1701" actId="20577"/>
        <pc:sldMkLst>
          <pc:docMk/>
          <pc:sldMk cId="1062091573" sldId="643"/>
        </pc:sldMkLst>
        <pc:spChg chg="mod">
          <ac:chgData name="Rajalaxmi Tm" userId="07d615e3-8cfe-4aec-8adf-6f27dc561784" providerId="ADAL" clId="{F5FDFC52-9F1E-4482-8A43-4ECCEAF48F84}" dt="2025-07-07T05:23:13.419" v="1701" actId="20577"/>
          <ac:spMkLst>
            <pc:docMk/>
            <pc:sldMk cId="1062091573" sldId="643"/>
            <ac:spMk id="7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5:30:29.199" v="1905"/>
        <pc:sldMkLst>
          <pc:docMk/>
          <pc:sldMk cId="3506678138" sldId="644"/>
        </pc:sldMkLst>
        <pc:spChg chg="mod">
          <ac:chgData name="Rajalaxmi Tm" userId="07d615e3-8cfe-4aec-8adf-6f27dc561784" providerId="ADAL" clId="{F5FDFC52-9F1E-4482-8A43-4ECCEAF48F84}" dt="2025-07-07T05:29:49.303" v="1898" actId="20577"/>
          <ac:spMkLst>
            <pc:docMk/>
            <pc:sldMk cId="3506678138" sldId="644"/>
            <ac:spMk id="7" creationId="{00000000-0000-0000-0000-000000000000}"/>
          </ac:spMkLst>
        </pc:spChg>
        <pc:graphicFrameChg chg="add mod modGraphic">
          <ac:chgData name="Rajalaxmi Tm" userId="07d615e3-8cfe-4aec-8adf-6f27dc561784" providerId="ADAL" clId="{F5FDFC52-9F1E-4482-8A43-4ECCEAF48F84}" dt="2025-07-07T05:24:32.290" v="1725" actId="20577"/>
          <ac:graphicFrameMkLst>
            <pc:docMk/>
            <pc:sldMk cId="3506678138" sldId="644"/>
            <ac:graphicFrameMk id="3" creationId="{481CFE5A-F4EF-E185-3216-7131D3607D39}"/>
          </ac:graphicFrameMkLst>
        </pc:graphicFrameChg>
      </pc:sldChg>
      <pc:sldChg chg="delSp modSp add mod modAnim">
        <pc:chgData name="Rajalaxmi Tm" userId="07d615e3-8cfe-4aec-8adf-6f27dc561784" providerId="ADAL" clId="{F5FDFC52-9F1E-4482-8A43-4ECCEAF48F84}" dt="2025-07-07T06:54:01.629" v="2200"/>
        <pc:sldMkLst>
          <pc:docMk/>
          <pc:sldMk cId="2456599368" sldId="645"/>
        </pc:sldMkLst>
        <pc:spChg chg="mod">
          <ac:chgData name="Rajalaxmi Tm" userId="07d615e3-8cfe-4aec-8adf-6f27dc561784" providerId="ADAL" clId="{F5FDFC52-9F1E-4482-8A43-4ECCEAF48F84}" dt="2025-07-07T06:53:50.767" v="2198" actId="20577"/>
          <ac:spMkLst>
            <pc:docMk/>
            <pc:sldMk cId="2456599368" sldId="645"/>
            <ac:spMk id="7" creationId="{00000000-0000-0000-0000-000000000000}"/>
          </ac:spMkLst>
        </pc:spChg>
        <pc:graphicFrameChg chg="del">
          <ac:chgData name="Rajalaxmi Tm" userId="07d615e3-8cfe-4aec-8adf-6f27dc561784" providerId="ADAL" clId="{F5FDFC52-9F1E-4482-8A43-4ECCEAF48F84}" dt="2025-07-07T06:50:06.303" v="1914" actId="478"/>
          <ac:graphicFrameMkLst>
            <pc:docMk/>
            <pc:sldMk cId="2456599368" sldId="645"/>
            <ac:graphicFrameMk id="3" creationId="{481CFE5A-F4EF-E185-3216-7131D3607D39}"/>
          </ac:graphicFrameMkLst>
        </pc:graphicFrameChg>
      </pc:sldChg>
      <pc:sldChg chg="modSp add modAnim">
        <pc:chgData name="Rajalaxmi Tm" userId="07d615e3-8cfe-4aec-8adf-6f27dc561784" providerId="ADAL" clId="{F5FDFC52-9F1E-4482-8A43-4ECCEAF48F84}" dt="2025-07-07T07:00:37.209" v="2631" actId="113"/>
        <pc:sldMkLst>
          <pc:docMk/>
          <pc:sldMk cId="669036708" sldId="646"/>
        </pc:sldMkLst>
        <pc:spChg chg="mod">
          <ac:chgData name="Rajalaxmi Tm" userId="07d615e3-8cfe-4aec-8adf-6f27dc561784" providerId="ADAL" clId="{F5FDFC52-9F1E-4482-8A43-4ECCEAF48F84}" dt="2025-07-07T07:00:37.209" v="2631" actId="113"/>
          <ac:spMkLst>
            <pc:docMk/>
            <pc:sldMk cId="669036708" sldId="646"/>
            <ac:spMk id="7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6:55:31.584" v="2234" actId="20577"/>
          <ac:spMkLst>
            <pc:docMk/>
            <pc:sldMk cId="669036708" sldId="646"/>
            <ac:spMk id="278530" creationId="{00000000-0000-0000-0000-000000000000}"/>
          </ac:spMkLst>
        </pc:spChg>
      </pc:sldChg>
      <pc:sldChg chg="addSp modSp add mod modAnim">
        <pc:chgData name="Rajalaxmi Tm" userId="07d615e3-8cfe-4aec-8adf-6f27dc561784" providerId="ADAL" clId="{F5FDFC52-9F1E-4482-8A43-4ECCEAF48F84}" dt="2025-07-07T07:08:37.635" v="2999" actId="113"/>
        <pc:sldMkLst>
          <pc:docMk/>
          <pc:sldMk cId="2124179861" sldId="647"/>
        </pc:sldMkLst>
        <pc:spChg chg="add mod">
          <ac:chgData name="Rajalaxmi Tm" userId="07d615e3-8cfe-4aec-8adf-6f27dc561784" providerId="ADAL" clId="{F5FDFC52-9F1E-4482-8A43-4ECCEAF48F84}" dt="2025-07-07T07:05:31.974" v="2811" actId="13822"/>
          <ac:spMkLst>
            <pc:docMk/>
            <pc:sldMk cId="2124179861" sldId="647"/>
            <ac:spMk id="3" creationId="{5628DFB5-176A-2380-8443-C28BE827C8B1}"/>
          </ac:spMkLst>
        </pc:spChg>
        <pc:spChg chg="add mod">
          <ac:chgData name="Rajalaxmi Tm" userId="07d615e3-8cfe-4aec-8adf-6f27dc561784" providerId="ADAL" clId="{F5FDFC52-9F1E-4482-8A43-4ECCEAF48F84}" dt="2025-07-07T07:05:52.485" v="2817" actId="1076"/>
          <ac:spMkLst>
            <pc:docMk/>
            <pc:sldMk cId="2124179861" sldId="647"/>
            <ac:spMk id="4" creationId="{D00CAEC3-9601-EBE9-B5FC-5858FD5A361B}"/>
          </ac:spMkLst>
        </pc:spChg>
        <pc:spChg chg="mod">
          <ac:chgData name="Rajalaxmi Tm" userId="07d615e3-8cfe-4aec-8adf-6f27dc561784" providerId="ADAL" clId="{F5FDFC52-9F1E-4482-8A43-4ECCEAF48F84}" dt="2025-07-07T07:08:37.635" v="2999" actId="113"/>
          <ac:spMkLst>
            <pc:docMk/>
            <pc:sldMk cId="2124179861" sldId="647"/>
            <ac:spMk id="7" creationId="{00000000-0000-0000-0000-000000000000}"/>
          </ac:spMkLst>
        </pc:spChg>
      </pc:sldChg>
      <pc:sldMasterChg chg="modSp modSldLayout">
        <pc:chgData name="Rajalaxmi Tm" userId="07d615e3-8cfe-4aec-8adf-6f27dc561784" providerId="ADAL" clId="{F5FDFC52-9F1E-4482-8A43-4ECCEAF48F84}" dt="2025-07-07T04:25:02.735" v="3"/>
        <pc:sldMasterMkLst>
          <pc:docMk/>
          <pc:sldMasterMk cId="0" sldId="2147483650"/>
        </pc:sldMasterMkLst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2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3" creationId="{00000000-0000-0000-0000-000000000000}"/>
          </ac:spMkLst>
        </pc:spChg>
        <pc:spChg chg="mod">
          <ac:chgData name="Rajalaxmi Tm" userId="07d615e3-8cfe-4aec-8adf-6f27dc561784" providerId="ADAL" clId="{F5FDFC52-9F1E-4482-8A43-4ECCEAF48F84}" dt="2025-07-07T04:25:02.735" v="3"/>
          <ac:spMkLst>
            <pc:docMk/>
            <pc:sldMasterMk cId="0" sldId="2147483650"/>
            <ac:spMk id="10245" creationId="{00000000-0000-0000-0000-000000000000}"/>
          </ac:spMkLst>
        </pc:spChg>
        <pc:graphicFrameChg chg="mod">
          <ac:chgData name="Rajalaxmi Tm" userId="07d615e3-8cfe-4aec-8adf-6f27dc561784" providerId="ADAL" clId="{F5FDFC52-9F1E-4482-8A43-4ECCEAF48F84}" dt="2025-07-07T04:25:02.735" v="3"/>
          <ac:graphicFrameMkLst>
            <pc:docMk/>
            <pc:sldMasterMk cId="0" sldId="2147483650"/>
            <ac:graphicFrameMk id="10244" creationId="{00000000-0000-0000-0000-000000000000}"/>
          </ac:graphicFrameMkLst>
        </pc:graphicFrame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7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1"/>
              <ac:spMk id="11268" creationId="{00000000-0000-0000-0000-000000000000}"/>
            </ac:spMkLst>
          </pc:spChg>
          <pc:picChg chg="mod">
            <ac:chgData name="Rajalaxmi Tm" userId="07d615e3-8cfe-4aec-8adf-6f27dc561784" providerId="ADAL" clId="{F5FDFC52-9F1E-4482-8A43-4ECCEAF48F84}" dt="2025-07-07T04:25:02.735" v="3"/>
            <ac:picMkLst>
              <pc:docMk/>
              <pc:sldMasterMk cId="0" sldId="2147483650"/>
              <pc:sldLayoutMk cId="0" sldId="2147483651"/>
              <ac:picMk id="11266" creationId="{00000000-0000-0000-0000-000000000000}"/>
            </ac:picMkLst>
          </pc:pic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4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5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4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5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5"/>
              <ac:spMk id="6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8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8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59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59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1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2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3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3"/>
              <ac:spMk id="3" creationId="{00000000-0000-0000-0000-000000000000}"/>
            </ac:spMkLst>
          </pc:spChg>
        </pc:sldLayoutChg>
        <pc:sldLayoutChg chg="modSp">
          <pc:chgData name="Rajalaxmi Tm" userId="07d615e3-8cfe-4aec-8adf-6f27dc561784" providerId="ADAL" clId="{F5FDFC52-9F1E-4482-8A43-4ECCEAF48F84}" dt="2025-07-07T04:25:02.735" v="3"/>
          <pc:sldLayoutMkLst>
            <pc:docMk/>
            <pc:sldMasterMk cId="0" sldId="2147483650"/>
            <pc:sldLayoutMk cId="0" sldId="2147483664"/>
          </pc:sldLayoutMkLst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2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3" creationId="{00000000-0000-0000-0000-000000000000}"/>
            </ac:spMkLst>
          </pc:spChg>
          <pc:spChg chg="mod">
            <ac:chgData name="Rajalaxmi Tm" userId="07d615e3-8cfe-4aec-8adf-6f27dc561784" providerId="ADAL" clId="{F5FDFC52-9F1E-4482-8A43-4ECCEAF48F84}" dt="2025-07-07T04:25:02.735" v="3"/>
            <ac:spMkLst>
              <pc:docMk/>
              <pc:sldMasterMk cId="0" sldId="2147483650"/>
              <pc:sldLayoutMk cId="0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33" y="2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33" y="9119327"/>
            <a:ext cx="3169699" cy="480226"/>
          </a:xfrm>
          <a:prstGeom prst="rect">
            <a:avLst/>
          </a:prstGeom>
        </p:spPr>
        <p:txBody>
          <a:bodyPr vert="horz" lIns="95590" tIns="47796" rIns="95590" bIns="47796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3" y="1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572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3" y="9121142"/>
            <a:ext cx="3169920" cy="480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82" tIns="48341" rIns="96682" bIns="48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1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350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128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70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66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61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074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55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034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616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22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29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53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566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774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51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967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37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94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2" indent="0">
              <a:buNone/>
              <a:defRPr sz="1350"/>
            </a:lvl2pPr>
            <a:lvl3pPr marL="685783" indent="0">
              <a:buNone/>
              <a:defRPr sz="1200"/>
            </a:lvl3pPr>
            <a:lvl4pPr marL="1028675" indent="0">
              <a:buNone/>
              <a:defRPr sz="1050"/>
            </a:lvl4pPr>
            <a:lvl5pPr marL="1371566" indent="0">
              <a:buNone/>
              <a:defRPr sz="1050"/>
            </a:lvl5pPr>
            <a:lvl6pPr marL="1714457" indent="0">
              <a:buNone/>
              <a:defRPr sz="1050"/>
            </a:lvl6pPr>
            <a:lvl7pPr marL="2057348" indent="0">
              <a:buNone/>
              <a:defRPr sz="1050"/>
            </a:lvl7pPr>
            <a:lvl8pPr marL="2400240" indent="0">
              <a:buNone/>
              <a:defRPr sz="1050"/>
            </a:lvl8pPr>
            <a:lvl9pPr marL="2743132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44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3" y="6117460"/>
          <a:ext cx="9143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" y="6117460"/>
                        <a:ext cx="9143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5pPr>
      <a:lvl6pPr marL="342892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6pPr>
      <a:lvl7pPr marL="685783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7pPr>
      <a:lvl8pPr marL="1028675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8pPr>
      <a:lvl9pPr marL="1371566" algn="ctr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itchFamily="34" charset="0"/>
        </a:defRPr>
      </a:lvl9pPr>
    </p:titleStyle>
    <p:bodyStyle>
      <a:lvl1pPr marL="257168" indent="-257168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28" indent="-171446" algn="l" rtl="0" fontAlgn="base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20" indent="-171446" algn="l" rtl="0" fontAlgn="base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12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03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795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686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577" indent="-171446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060"/>
            <a:ext cx="9144000" cy="14859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Lattices and Boolean Algebra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685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66CC"/>
                </a:solidFill>
              </a:rPr>
              <a:t>by</a:t>
            </a:r>
          </a:p>
          <a:p>
            <a:pPr algn="ctr"/>
            <a:endParaRPr lang="en-US" sz="2400" b="1" dirty="0">
              <a:solidFill>
                <a:srgbClr val="0066CC"/>
              </a:solidFill>
            </a:endParaRPr>
          </a:p>
          <a:p>
            <a:pPr algn="ctr"/>
            <a:r>
              <a:rPr lang="en-US" sz="2400" b="1" dirty="0">
                <a:solidFill>
                  <a:srgbClr val="0066CC"/>
                </a:solidFill>
              </a:rPr>
              <a:t>Dr. T. M. Rajalaxmi</a:t>
            </a:r>
          </a:p>
          <a:p>
            <a:pPr algn="ctr"/>
            <a:r>
              <a:rPr lang="en-US" sz="2400" b="1" dirty="0">
                <a:solidFill>
                  <a:srgbClr val="0066CC"/>
                </a:solidFill>
              </a:rPr>
              <a:t>Assistant Professor</a:t>
            </a:r>
          </a:p>
          <a:p>
            <a:pPr algn="ctr"/>
            <a:r>
              <a:rPr lang="en-US" sz="2400" b="1" dirty="0">
                <a:solidFill>
                  <a:srgbClr val="0066CC"/>
                </a:solidFill>
              </a:rPr>
              <a:t>Department of Mathematics</a:t>
            </a:r>
            <a:endParaRPr lang="en-US" sz="1600" b="1" dirty="0">
              <a:solidFill>
                <a:srgbClr val="0066C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0D81AE-9945-6436-86F2-E6639788E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5331A-FB16-4349-BB1E-9292E7905A3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Cartesian Product of sets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We will discuss two algebraic systems known as Lattices and Boolean algebra.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Cartesian product of sets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</a:t>
            </a:fld>
            <a:endParaRPr 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17BBF-C436-AAF7-35A8-617950F53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4200"/>
            <a:ext cx="9144000" cy="208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5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Cartesian Product of sets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Example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3</a:t>
            </a:fld>
            <a:endParaRPr lang="en-US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04802-CB9A-2C95-763F-0DDEE0816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2600"/>
            <a:ext cx="9144000" cy="21619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B2528E-BC35-92CA-5A0F-7ACCA3DEBE45}"/>
              </a:ext>
            </a:extLst>
          </p:cNvPr>
          <p:cNvSpPr/>
          <p:nvPr/>
        </p:nvSpPr>
        <p:spPr>
          <a:xfrm>
            <a:off x="171450" y="1981200"/>
            <a:ext cx="2190750" cy="3461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Cartesian Product of sets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Note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2.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4</a:t>
            </a:fld>
            <a:endParaRPr lang="en-US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2528E-BC35-92CA-5A0F-7ACCA3DEBE45}"/>
              </a:ext>
            </a:extLst>
          </p:cNvPr>
          <p:cNvSpPr/>
          <p:nvPr/>
        </p:nvSpPr>
        <p:spPr>
          <a:xfrm>
            <a:off x="171450" y="1981200"/>
            <a:ext cx="2190750" cy="3461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4F878-D9C8-54BC-FBEF-D306DFAE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6400"/>
            <a:ext cx="9144000" cy="6876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20E12E-1B87-3ECE-CA1D-488D9CBF5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38400"/>
            <a:ext cx="8039100" cy="89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7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8530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solidFill>
                <a:srgbClr val="0079BC"/>
              </a:solidFill>
              <a:ln/>
            </p:spPr>
            <p:txBody>
              <a:bodyPr/>
              <a:lstStyle/>
              <a:p>
                <a:pPr algn="l"/>
                <a:r>
                  <a:rPr lang="en-US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Relation from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𝑨</m:t>
                    </m:r>
                  </m:oMath>
                </a14:m>
                <a:r>
                  <a:rPr lang="en-US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𝑩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853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blipFill>
                <a:blip r:embed="rId3"/>
                <a:stretch>
                  <a:fillRect l="-1667" b="-714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5</a:t>
            </a:fld>
            <a:endParaRPr lang="en-US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2528E-BC35-92CA-5A0F-7ACCA3DEBE45}"/>
              </a:ext>
            </a:extLst>
          </p:cNvPr>
          <p:cNvSpPr/>
          <p:nvPr/>
        </p:nvSpPr>
        <p:spPr>
          <a:xfrm>
            <a:off x="171450" y="1981200"/>
            <a:ext cx="2190750" cy="3461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09423-6C66-1AAF-5654-FB2352F75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0" y="1676400"/>
            <a:ext cx="9144000" cy="1047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4DC46B-B773-F671-6E69-2CA9163D1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0" y="3270320"/>
            <a:ext cx="9072000" cy="179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2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8530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solidFill>
                <a:srgbClr val="0079BC"/>
              </a:solidFill>
              <a:ln/>
            </p:spPr>
            <p:txBody>
              <a:bodyPr/>
              <a:lstStyle/>
              <a:p>
                <a:pPr algn="l"/>
                <a:r>
                  <a:rPr lang="en-US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Relation on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𝑨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853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blipFill>
                <a:blip r:embed="rId3"/>
                <a:stretch>
                  <a:fillRect l="-1667" b="-714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 bwMode="auto">
              <a:xfrm>
                <a:off x="171450" y="1066800"/>
                <a:ext cx="8801100" cy="3714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Definition: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Zapf Dingbats"/>
                  </a:rPr>
                  <a:t>Properties of relations 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Zapf Dingbats"/>
                      </a:rPr>
                      <m:t>𝑨</m:t>
                    </m:r>
                  </m:oMath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  <a:sym typeface="Zapf Dingbats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450" y="1066800"/>
                <a:ext cx="8801100" cy="3714750"/>
              </a:xfrm>
              <a:prstGeom prst="rect">
                <a:avLst/>
              </a:prstGeom>
              <a:blipFill>
                <a:blip r:embed="rId4"/>
                <a:stretch>
                  <a:fillRect l="-131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6</a:t>
            </a:fld>
            <a:endParaRPr lang="en-US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2528E-BC35-92CA-5A0F-7ACCA3DEBE45}"/>
              </a:ext>
            </a:extLst>
          </p:cNvPr>
          <p:cNvSpPr/>
          <p:nvPr/>
        </p:nvSpPr>
        <p:spPr>
          <a:xfrm>
            <a:off x="171450" y="1981200"/>
            <a:ext cx="2190750" cy="3461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1AD16-1DDA-1695-6E6C-01F12D76C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0" y="1587014"/>
            <a:ext cx="9108000" cy="841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640E08-9FAC-6ECB-5B31-80A44B1AF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10" y="2956178"/>
            <a:ext cx="8097380" cy="3191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3497C4E-1F2A-8FA5-AC28-6F515DA980E8}"/>
              </a:ext>
            </a:extLst>
          </p:cNvPr>
          <p:cNvSpPr/>
          <p:nvPr/>
        </p:nvSpPr>
        <p:spPr>
          <a:xfrm>
            <a:off x="762000" y="3048000"/>
            <a:ext cx="1600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55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8530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solidFill>
                <a:srgbClr val="0079BC"/>
              </a:solidFill>
              <a:ln/>
            </p:spPr>
            <p:txBody>
              <a:bodyPr/>
              <a:lstStyle/>
              <a:p>
                <a:pPr algn="l"/>
                <a:r>
                  <a:rPr lang="en-US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Relation on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𝑨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853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blipFill>
                <a:blip r:embed="rId3"/>
                <a:stretch>
                  <a:fillRect l="-1667" b="-714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Example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7</a:t>
            </a:fld>
            <a:endParaRPr lang="en-US" sz="16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97C4E-1F2A-8FA5-AC28-6F515DA980E8}"/>
              </a:ext>
            </a:extLst>
          </p:cNvPr>
          <p:cNvSpPr/>
          <p:nvPr/>
        </p:nvSpPr>
        <p:spPr>
          <a:xfrm>
            <a:off x="762000" y="3048000"/>
            <a:ext cx="1600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D49BC-2D94-8876-F5AC-283199931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57" y="1834946"/>
            <a:ext cx="8678486" cy="343900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23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8530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solidFill>
                <a:srgbClr val="0079BC"/>
              </a:solidFill>
              <a:ln/>
            </p:spPr>
            <p:txBody>
              <a:bodyPr/>
              <a:lstStyle/>
              <a:p>
                <a:pPr algn="l"/>
                <a:r>
                  <a:rPr lang="en-US" sz="32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Relation on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𝑨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78530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3248"/>
                <a:ext cx="9144000" cy="857250"/>
              </a:xfrm>
              <a:blipFill>
                <a:blip r:embed="rId3"/>
                <a:stretch>
                  <a:fillRect l="-1667" b="-7143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Example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8</a:t>
            </a:fld>
            <a:endParaRPr lang="en-US" sz="16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97C4E-1F2A-8FA5-AC28-6F515DA980E8}"/>
              </a:ext>
            </a:extLst>
          </p:cNvPr>
          <p:cNvSpPr/>
          <p:nvPr/>
        </p:nvSpPr>
        <p:spPr>
          <a:xfrm>
            <a:off x="762000" y="3048000"/>
            <a:ext cx="1600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F92CC-2FEA-3E2B-27F2-300899D48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539809"/>
            <a:ext cx="7848600" cy="47114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8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Equivalence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9</a:t>
            </a:fld>
            <a:endParaRPr lang="en-US" sz="16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97C4E-1F2A-8FA5-AC28-6F515DA980E8}"/>
              </a:ext>
            </a:extLst>
          </p:cNvPr>
          <p:cNvSpPr/>
          <p:nvPr/>
        </p:nvSpPr>
        <p:spPr>
          <a:xfrm>
            <a:off x="762000" y="3048000"/>
            <a:ext cx="1600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D8CB46-C906-4A9F-F839-CBBFBD481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5450"/>
            <a:ext cx="9144000" cy="102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Partial order relation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10</a:t>
            </a:fld>
            <a:endParaRPr lang="en-US" sz="16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97C4E-1F2A-8FA5-AC28-6F515DA980E8}"/>
              </a:ext>
            </a:extLst>
          </p:cNvPr>
          <p:cNvSpPr/>
          <p:nvPr/>
        </p:nvSpPr>
        <p:spPr>
          <a:xfrm>
            <a:off x="762000" y="3048000"/>
            <a:ext cx="1600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364AC-C1D8-1423-6F5B-3EF969AA5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" y="921042"/>
            <a:ext cx="8964000" cy="53065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74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Poset</a:t>
            </a:r>
            <a:endParaRPr lang="en-US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Note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11</a:t>
            </a:fld>
            <a:endParaRPr lang="en-US" sz="16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97C4E-1F2A-8FA5-AC28-6F515DA980E8}"/>
              </a:ext>
            </a:extLst>
          </p:cNvPr>
          <p:cNvSpPr/>
          <p:nvPr/>
        </p:nvSpPr>
        <p:spPr>
          <a:xfrm>
            <a:off x="762000" y="3048000"/>
            <a:ext cx="1600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D8A29-8AEE-1D16-7045-8463CF6C3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2" y="1752600"/>
            <a:ext cx="9144000" cy="13506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E4C63C-C5A7-8AC9-6F22-517CC3359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" y="4287440"/>
            <a:ext cx="9072000" cy="140082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D844A53-1B5A-27B3-0396-1D91CE17EB93}"/>
              </a:ext>
            </a:extLst>
          </p:cNvPr>
          <p:cNvSpPr/>
          <p:nvPr/>
        </p:nvSpPr>
        <p:spPr>
          <a:xfrm>
            <a:off x="838200" y="4343400"/>
            <a:ext cx="914400" cy="51435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0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Comparable Elements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Note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12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659A0-DA70-B861-7B49-8DD9D1166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" y="1581663"/>
            <a:ext cx="9072000" cy="10826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181F65-6A30-ED2D-C495-D87BCAE74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" y="2646443"/>
            <a:ext cx="9072000" cy="6824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121CB4-A452-958E-A0C3-D9AA07AAC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67209"/>
            <a:ext cx="9144000" cy="12769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08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Comparable Elements and Total ordering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13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419F6-23C6-D0C8-EA39-77C0C4EFA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" y="1676400"/>
            <a:ext cx="9072000" cy="20385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1C39DA-CE6D-6C9D-AACC-44695E8EB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" y="4304597"/>
            <a:ext cx="9144000" cy="78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4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Total ordered set or linearly ordered set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14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B2577-6A52-63C0-E53B-D6A29B082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" y="1676400"/>
            <a:ext cx="9072000" cy="16797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D350D3-848E-F03C-1ECA-DD1769867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59" y="3263896"/>
            <a:ext cx="7030431" cy="5811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AACCB4-8573-E29B-69D3-6CC2F9678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0" y="4334008"/>
            <a:ext cx="9072000" cy="121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9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Immediate Predecessor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15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FB6B58-89E9-2953-99CF-A6D01C5A9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" y="1866900"/>
            <a:ext cx="9072000" cy="12687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438D45-DD03-A51B-9B18-14B343496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1631"/>
            <a:ext cx="9144000" cy="166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7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Definition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16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8D713-2E36-3623-CFB0-46186A95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9144000" cy="44921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130664-689B-0798-E457-5F4520741B4F}"/>
              </a:ext>
            </a:extLst>
          </p:cNvPr>
          <p:cNvSpPr/>
          <p:nvPr/>
        </p:nvSpPr>
        <p:spPr>
          <a:xfrm>
            <a:off x="304800" y="1066800"/>
            <a:ext cx="2438400" cy="9849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0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  <a:sym typeface="Zapf Dingbat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17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D54F8-9D9C-166D-66CB-F310D3DA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7465"/>
            <a:ext cx="9144000" cy="241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4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- Examples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18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B56B2-F8DF-B4D6-4420-F98D65BD1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51" y="1157223"/>
            <a:ext cx="8754697" cy="924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A2F96A-F39D-EB5C-7AFE-64C46349C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1" y="2382710"/>
            <a:ext cx="8992855" cy="781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28D50E-FD85-4EC0-555C-D0B21A019DC6}"/>
              </a:ext>
            </a:extLst>
          </p:cNvPr>
          <p:cNvSpPr/>
          <p:nvPr/>
        </p:nvSpPr>
        <p:spPr>
          <a:xfrm>
            <a:off x="5410200" y="2837864"/>
            <a:ext cx="2895600" cy="2863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DC06A-63A5-BA58-CB4A-82531519F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991" y="3098461"/>
            <a:ext cx="2019582" cy="27626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B4F3BB-5BE6-49B0-665C-A888C4BA8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94" y="3472333"/>
            <a:ext cx="5686315" cy="224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4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- Examples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71450" y="1066800"/>
            <a:ext cx="880110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Zapf Dingbats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19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8D50E-FD85-4EC0-555C-D0B21A019DC6}"/>
              </a:ext>
            </a:extLst>
          </p:cNvPr>
          <p:cNvSpPr/>
          <p:nvPr/>
        </p:nvSpPr>
        <p:spPr>
          <a:xfrm>
            <a:off x="5410200" y="2837864"/>
            <a:ext cx="2895600" cy="2863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8F36E-54D9-A19E-B7FA-ED67A0A9B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0" y="845841"/>
            <a:ext cx="8849960" cy="15813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A8D68B-05A4-886A-0176-15D6B7423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26" y="2747673"/>
            <a:ext cx="7868748" cy="13813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FED306B-976C-5D8E-324D-696A4A2DFF97}"/>
              </a:ext>
            </a:extLst>
          </p:cNvPr>
          <p:cNvSpPr/>
          <p:nvPr/>
        </p:nvSpPr>
        <p:spPr>
          <a:xfrm>
            <a:off x="6324600" y="2756574"/>
            <a:ext cx="2005630" cy="1390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4B68F0-1BAE-7E4D-1697-C801C957F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182401"/>
            <a:ext cx="6861515" cy="215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1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248"/>
            <a:ext cx="9144000" cy="857250"/>
          </a:xfrm>
          <a:solidFill>
            <a:srgbClr val="0079BC"/>
          </a:solidFill>
          <a:ln/>
        </p:spPr>
        <p:txBody>
          <a:bodyPr/>
          <a:lstStyle/>
          <a:p>
            <a:pPr algn="l"/>
            <a:r>
              <a:rPr lang="en-US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Hasse</a:t>
            </a:r>
            <a:r>
              <a:rPr lang="en-US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diagram - Examples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90F49-8A6F-BEE7-72E7-B3901747E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9144000" cy="357188"/>
          </a:xfrm>
        </p:spPr>
        <p:txBody>
          <a:bodyPr/>
          <a:lstStyle/>
          <a:p>
            <a:fld id="{E765331A-FB16-4349-BB1E-9292E7905A34}" type="slidenum">
              <a:rPr lang="en-US" sz="1600" b="1" smtClean="0"/>
              <a:pPr/>
              <a:t>20</a:t>
            </a:fld>
            <a:endParaRPr lang="en-US" sz="16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69654-8769-F138-EE03-70791F2A51EC}"/>
              </a:ext>
            </a:extLst>
          </p:cNvPr>
          <p:cNvSpPr/>
          <p:nvPr/>
        </p:nvSpPr>
        <p:spPr>
          <a:xfrm>
            <a:off x="304800" y="1905000"/>
            <a:ext cx="16764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D131A-7BD9-3BF7-7CB3-F4F5EBDFC437}"/>
              </a:ext>
            </a:extLst>
          </p:cNvPr>
          <p:cNvSpPr/>
          <p:nvPr/>
        </p:nvSpPr>
        <p:spPr>
          <a:xfrm>
            <a:off x="762000" y="1676400"/>
            <a:ext cx="1447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94B0D-C011-1BFC-9DB9-69E52642B2C2}"/>
              </a:ext>
            </a:extLst>
          </p:cNvPr>
          <p:cNvSpPr/>
          <p:nvPr/>
        </p:nvSpPr>
        <p:spPr>
          <a:xfrm>
            <a:off x="2133600" y="1066800"/>
            <a:ext cx="2286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B5AD2F-5030-0F16-4874-8CB87C1A3AC8}"/>
              </a:ext>
            </a:extLst>
          </p:cNvPr>
          <p:cNvSpPr/>
          <p:nvPr/>
        </p:nvSpPr>
        <p:spPr>
          <a:xfrm>
            <a:off x="762000" y="1752600"/>
            <a:ext cx="1828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163E97-650D-04F0-A0D9-6518256642CA}"/>
              </a:ext>
            </a:extLst>
          </p:cNvPr>
          <p:cNvSpPr/>
          <p:nvPr/>
        </p:nvSpPr>
        <p:spPr>
          <a:xfrm>
            <a:off x="762000" y="4323288"/>
            <a:ext cx="990600" cy="3249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49C7D-4B55-5899-FB02-407415C87C8F}"/>
              </a:ext>
            </a:extLst>
          </p:cNvPr>
          <p:cNvSpPr/>
          <p:nvPr/>
        </p:nvSpPr>
        <p:spPr>
          <a:xfrm>
            <a:off x="762000" y="1752600"/>
            <a:ext cx="1828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8D50E-FD85-4EC0-555C-D0B21A019DC6}"/>
              </a:ext>
            </a:extLst>
          </p:cNvPr>
          <p:cNvSpPr/>
          <p:nvPr/>
        </p:nvSpPr>
        <p:spPr>
          <a:xfrm>
            <a:off x="5410200" y="2837864"/>
            <a:ext cx="2895600" cy="28633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ED306B-976C-5D8E-324D-696A4A2DFF97}"/>
              </a:ext>
            </a:extLst>
          </p:cNvPr>
          <p:cNvSpPr/>
          <p:nvPr/>
        </p:nvSpPr>
        <p:spPr>
          <a:xfrm>
            <a:off x="6324600" y="2756574"/>
            <a:ext cx="2005630" cy="1390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57F85-285F-1E49-7EB0-205C4A64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74" y="1252233"/>
            <a:ext cx="7001852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6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19515</TotalTime>
  <Words>167</Words>
  <Application>Microsoft Office PowerPoint</Application>
  <PresentationFormat>On-screen Show (4:3)</PresentationFormat>
  <Paragraphs>96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Verdana</vt:lpstr>
      <vt:lpstr>1_Default Design</vt:lpstr>
      <vt:lpstr>CorelDRAW</vt:lpstr>
      <vt:lpstr>Lattices and Boolean Algebra</vt:lpstr>
      <vt:lpstr>Cartesian Product of sets</vt:lpstr>
      <vt:lpstr>Cartesian Product of sets</vt:lpstr>
      <vt:lpstr>Cartesian Product of sets</vt:lpstr>
      <vt:lpstr>Relation from A to B</vt:lpstr>
      <vt:lpstr>Relation on A</vt:lpstr>
      <vt:lpstr>Relation on A</vt:lpstr>
      <vt:lpstr>Relation on A</vt:lpstr>
      <vt:lpstr>Equivalence Relation</vt:lpstr>
      <vt:lpstr>Partial order relation</vt:lpstr>
      <vt:lpstr>Poset</vt:lpstr>
      <vt:lpstr>Comparable Elements</vt:lpstr>
      <vt:lpstr>Comparable Elements and Total ordering</vt:lpstr>
      <vt:lpstr>Total ordered set or linearly ordered set</vt:lpstr>
      <vt:lpstr>Immediate Predecessor</vt:lpstr>
      <vt:lpstr>Hasse diagram</vt:lpstr>
      <vt:lpstr>Hasse diagram</vt:lpstr>
      <vt:lpstr>Hasse diagram - Examples</vt:lpstr>
      <vt:lpstr>Hasse diagram - Examples</vt:lpstr>
      <vt:lpstr>Hasse diagram -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3527</cp:revision>
  <cp:lastPrinted>2025-07-09T11:40:31Z</cp:lastPrinted>
  <dcterms:created xsi:type="dcterms:W3CDTF">2006-09-22T10:59:01Z</dcterms:created>
  <dcterms:modified xsi:type="dcterms:W3CDTF">2025-09-12T08:17:16Z</dcterms:modified>
</cp:coreProperties>
</file>