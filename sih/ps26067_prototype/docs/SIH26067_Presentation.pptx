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SIH26067 — OceanViz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t>A national-level web platform integrating numerical ocean model outputs and in-situ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Smart India Hackathon 2026 | Team [Name] | SSN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Problem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Ocean models and observations live in separate tools (2D maps, spreadsheets, desktop software).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No single web-native 3D globe to co-visualise forecast fields with Argo / glider / CTD data.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Missing depth slicing, time animation, current vectors and instrument profiles in one view.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Result: slower analysis and limited situational awareness for fisheries, climate and marine 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Cesium.js 3D globe with free OpenStreetMap basemap and real lat/lon/depth mapping.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FastAPI backend serves /image, /slice, /vectors, /instruments and /profile endpoints.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Pluggable DataSource interface: swap SyntheticSource with NetCDF/OPeNDAP in one file.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2026 glassmorphism UI language: frosted panels, depth, glow and microinteractions.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Cesium &amp; Chart.js vendored under static/lib/ for fully offline grand-finale demos.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3D Cesium globe: pan, zoom, rotate over the Indian EEZ (72°–86°E, 8°–20°N).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Ocean variables: temperature, salinity, chlorophyll, current speed with scientific colormaps.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Depth slider: 0, 50, 100, 200, 500 m slices through the water column.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Current vectors: U/V arrows coloured by speed, inspired by monsoon circulation.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Time animation: play/pause through 6 synthetic forecast / observation steps.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Click any instrument for a depth-vs-variable profile; click data layer to probe exact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Frontend: vanilla JS, Cesium.js, Chart.js (all vendored for offline use).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Backend: FastAPI, Python, NumPy, Pillow, Matplotlib.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Data: 4D synthetic grid (lat/lon/depth/time) + instrument trajectories and profiles.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Packaging: one-command run.ps1 / run.sh, Dockerfile and docker-compose.yml.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Presentation: this PPT, demo script, architecture diagram and README.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Impact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Impact: better fisheries planning, climate monitoring, marine operations and disaster response.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Feasibility: open-source stack, no paid API keys, offline-first design.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Modular DataSource means real INCOIS data is a one-file swap away.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Future: cloud deployment, real-time OPeNDAP/THREDDS, multi-source fusion, ML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t>OceanViz 3D — ready for the national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Smart India Hackathon 2026 | Team [Name] | SSN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